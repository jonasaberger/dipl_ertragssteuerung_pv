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5"/>
  </p:notesMasterIdLst>
  <p:sldIdLst>
    <p:sldId id="256" r:id="rId2"/>
    <p:sldId id="268" r:id="rId3"/>
    <p:sldId id="281" r:id="rId4"/>
    <p:sldId id="279" r:id="rId5"/>
    <p:sldId id="276" r:id="rId6"/>
    <p:sldId id="295" r:id="rId7"/>
    <p:sldId id="297" r:id="rId8"/>
    <p:sldId id="298" r:id="rId9"/>
    <p:sldId id="303" r:id="rId10"/>
    <p:sldId id="306" r:id="rId11"/>
    <p:sldId id="307" r:id="rId12"/>
    <p:sldId id="308" r:id="rId13"/>
    <p:sldId id="314" r:id="rId14"/>
    <p:sldId id="316" r:id="rId15"/>
    <p:sldId id="317" r:id="rId16"/>
    <p:sldId id="318" r:id="rId17"/>
    <p:sldId id="319" r:id="rId18"/>
    <p:sldId id="320" r:id="rId19"/>
    <p:sldId id="321" r:id="rId20"/>
    <p:sldId id="322" r:id="rId21"/>
    <p:sldId id="323" r:id="rId22"/>
    <p:sldId id="324" r:id="rId23"/>
    <p:sldId id="325" r:id="rId24"/>
    <p:sldId id="327" r:id="rId25"/>
    <p:sldId id="330" r:id="rId26"/>
    <p:sldId id="277" r:id="rId27"/>
    <p:sldId id="331" r:id="rId28"/>
    <p:sldId id="294" r:id="rId29"/>
    <p:sldId id="299" r:id="rId30"/>
    <p:sldId id="300" r:id="rId31"/>
    <p:sldId id="301" r:id="rId32"/>
    <p:sldId id="302" r:id="rId33"/>
    <p:sldId id="304" r:id="rId34"/>
    <p:sldId id="305" r:id="rId35"/>
    <p:sldId id="309" r:id="rId36"/>
    <p:sldId id="310" r:id="rId37"/>
    <p:sldId id="311" r:id="rId38"/>
    <p:sldId id="312" r:id="rId39"/>
    <p:sldId id="313" r:id="rId40"/>
    <p:sldId id="290" r:id="rId41"/>
    <p:sldId id="291" r:id="rId42"/>
    <p:sldId id="292" r:id="rId43"/>
    <p:sldId id="285" r:id="rId44"/>
    <p:sldId id="289" r:id="rId45"/>
    <p:sldId id="278" r:id="rId46"/>
    <p:sldId id="293" r:id="rId47"/>
    <p:sldId id="328" r:id="rId48"/>
    <p:sldId id="329" r:id="rId49"/>
    <p:sldId id="286" r:id="rId50"/>
    <p:sldId id="287" r:id="rId51"/>
    <p:sldId id="288" r:id="rId52"/>
    <p:sldId id="332" r:id="rId53"/>
    <p:sldId id="274" r:id="rId5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7F81B3D-8472-6EC2-2361-740B837B9D00}" name="Haslinger Fabian" initials="FH" userId="S::fabian.haslinger@htl-saalfelden.at::cdf8a651-5f22-44fb-9814-56de1b5a862a" providerId="AD"/>
  <p188:author id="{4D5EF99B-AC1E-9D9E-384B-450ABB1C7E87}" name="Hechenberger Tim" initials="TH" userId="S::tim.hechenberger@htl-saalfelden.at::093c6863-ec22-468a-9ff4-dc91df2ed95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0E8C"/>
    <a:srgbClr val="2914C2"/>
    <a:srgbClr val="73580B"/>
    <a:srgbClr val="CA9A14"/>
    <a:srgbClr val="DEA900"/>
    <a:srgbClr val="3FB445"/>
    <a:srgbClr val="369C3B"/>
    <a:srgbClr val="E97132"/>
    <a:srgbClr val="215F9A"/>
    <a:srgbClr val="196B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C5753E-2BA3-46C4-B3F7-0291F8837474}" v="220" dt="2026-05-13T11:49:48.719"/>
    <p1510:client id="{AB874B12-DDC6-4F9E-AE0E-D4084ACFD447}" v="3567" dt="2026-05-13T13:03:18.158"/>
    <p1510:client id="{AD353B2F-210C-4EF9-959B-FA6E8A6EBCDA}" v="5404" dt="2026-05-13T13:33:23.1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microsoft.com/office/2015/10/relationships/revisionInfo" Target="revisionInfo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chenberger Tim" userId="093c6863-ec22-468a-9ff4-dc91df2ed95d" providerId="ADAL" clId="{17A2DAC3-0522-44BB-9143-96DF1689B320}"/>
    <pc:docChg chg="undo redo custSel addSld delSld modSld sldOrd">
      <pc:chgData name="Hechenberger Tim" userId="093c6863-ec22-468a-9ff4-dc91df2ed95d" providerId="ADAL" clId="{17A2DAC3-0522-44BB-9143-96DF1689B320}" dt="2026-05-13T11:49:48.719" v="1057" actId="1076"/>
      <pc:docMkLst>
        <pc:docMk/>
      </pc:docMkLst>
      <pc:sldChg chg="addSp delSp modSp mod modTransition">
        <pc:chgData name="Hechenberger Tim" userId="093c6863-ec22-468a-9ff4-dc91df2ed95d" providerId="ADAL" clId="{17A2DAC3-0522-44BB-9143-96DF1689B320}" dt="2026-05-13T11:46:18.609" v="1020" actId="732"/>
        <pc:sldMkLst>
          <pc:docMk/>
          <pc:sldMk cId="3176429942" sldId="278"/>
        </pc:sldMkLst>
        <pc:spChg chg="del mod">
          <ac:chgData name="Hechenberger Tim" userId="093c6863-ec22-468a-9ff4-dc91df2ed95d" providerId="ADAL" clId="{17A2DAC3-0522-44BB-9143-96DF1689B320}" dt="2026-05-12T18:39:24.146" v="637" actId="478"/>
          <ac:spMkLst>
            <pc:docMk/>
            <pc:sldMk cId="3176429942" sldId="278"/>
            <ac:spMk id="2" creationId="{93668E36-22AD-6868-7DC0-E6720C5A535C}"/>
          </ac:spMkLst>
        </pc:spChg>
        <pc:spChg chg="del mod">
          <ac:chgData name="Hechenberger Tim" userId="093c6863-ec22-468a-9ff4-dc91df2ed95d" providerId="ADAL" clId="{17A2DAC3-0522-44BB-9143-96DF1689B320}" dt="2026-05-12T18:39:22.499" v="636" actId="478"/>
          <ac:spMkLst>
            <pc:docMk/>
            <pc:sldMk cId="3176429942" sldId="278"/>
            <ac:spMk id="3" creationId="{B9DF8625-25ED-C468-26BA-1B1BF73DECF1}"/>
          </ac:spMkLst>
        </pc:spChg>
        <pc:picChg chg="add del">
          <ac:chgData name="Hechenberger Tim" userId="093c6863-ec22-468a-9ff4-dc91df2ed95d" providerId="ADAL" clId="{17A2DAC3-0522-44BB-9143-96DF1689B320}" dt="2026-05-13T11:43:14.105" v="983" actId="478"/>
          <ac:picMkLst>
            <pc:docMk/>
            <pc:sldMk cId="3176429942" sldId="278"/>
            <ac:picMk id="2" creationId="{50D72BD5-D293-D696-095C-A3B6DF2F3E77}"/>
          </ac:picMkLst>
        </pc:picChg>
        <pc:picChg chg="add del mod">
          <ac:chgData name="Hechenberger Tim" userId="093c6863-ec22-468a-9ff4-dc91df2ed95d" providerId="ADAL" clId="{17A2DAC3-0522-44BB-9143-96DF1689B320}" dt="2026-05-13T11:26:54.587" v="867" actId="22"/>
          <ac:picMkLst>
            <pc:docMk/>
            <pc:sldMk cId="3176429942" sldId="278"/>
            <ac:picMk id="6" creationId="{E7F26E4C-8D8A-E7D9-CA7D-CA2D7369D1C8}"/>
          </ac:picMkLst>
        </pc:picChg>
        <pc:picChg chg="add del mod ord">
          <ac:chgData name="Hechenberger Tim" userId="093c6863-ec22-468a-9ff4-dc91df2ed95d" providerId="ADAL" clId="{17A2DAC3-0522-44BB-9143-96DF1689B320}" dt="2026-05-12T18:42:07.426" v="652" actId="478"/>
          <ac:picMkLst>
            <pc:docMk/>
            <pc:sldMk cId="3176429942" sldId="278"/>
            <ac:picMk id="7" creationId="{C9074BE4-1B51-1F39-592F-ABD5B1E5F8F9}"/>
          </ac:picMkLst>
        </pc:picChg>
        <pc:picChg chg="add del mod">
          <ac:chgData name="Hechenberger Tim" userId="093c6863-ec22-468a-9ff4-dc91df2ed95d" providerId="ADAL" clId="{17A2DAC3-0522-44BB-9143-96DF1689B320}" dt="2026-05-13T11:28:01.418" v="877" actId="22"/>
          <ac:picMkLst>
            <pc:docMk/>
            <pc:sldMk cId="3176429942" sldId="278"/>
            <ac:picMk id="8" creationId="{2D11E380-8B66-84A7-CA08-5C648C388F23}"/>
          </ac:picMkLst>
        </pc:picChg>
        <pc:picChg chg="add del mod">
          <ac:chgData name="Hechenberger Tim" userId="093c6863-ec22-468a-9ff4-dc91df2ed95d" providerId="ADAL" clId="{17A2DAC3-0522-44BB-9143-96DF1689B320}" dt="2026-05-13T11:28:56.202" v="893" actId="478"/>
          <ac:picMkLst>
            <pc:docMk/>
            <pc:sldMk cId="3176429942" sldId="278"/>
            <ac:picMk id="9" creationId="{590B42AA-45A4-4879-9D9C-05727C86A4EB}"/>
          </ac:picMkLst>
        </pc:picChg>
        <pc:picChg chg="add del mod ord">
          <ac:chgData name="Hechenberger Tim" userId="093c6863-ec22-468a-9ff4-dc91df2ed95d" providerId="ADAL" clId="{17A2DAC3-0522-44BB-9143-96DF1689B320}" dt="2026-05-13T11:41:07.709" v="956" actId="478"/>
          <ac:picMkLst>
            <pc:docMk/>
            <pc:sldMk cId="3176429942" sldId="278"/>
            <ac:picMk id="11" creationId="{6EB7FD07-C22E-9F3E-84AE-3BE108D4506A}"/>
          </ac:picMkLst>
        </pc:picChg>
        <pc:picChg chg="add mod ord modCrop">
          <ac:chgData name="Hechenberger Tim" userId="093c6863-ec22-468a-9ff4-dc91df2ed95d" providerId="ADAL" clId="{17A2DAC3-0522-44BB-9143-96DF1689B320}" dt="2026-05-13T11:46:18.609" v="1020" actId="732"/>
          <ac:picMkLst>
            <pc:docMk/>
            <pc:sldMk cId="3176429942" sldId="278"/>
            <ac:picMk id="13" creationId="{26540487-419B-865C-80DC-00157E9B7DCB}"/>
          </ac:picMkLst>
        </pc:picChg>
        <pc:cxnChg chg="add mod">
          <ac:chgData name="Hechenberger Tim" userId="093c6863-ec22-468a-9ff4-dc91df2ed95d" providerId="ADAL" clId="{17A2DAC3-0522-44BB-9143-96DF1689B320}" dt="2026-05-12T18:39:27.740" v="638"/>
          <ac:cxnSpMkLst>
            <pc:docMk/>
            <pc:sldMk cId="3176429942" sldId="278"/>
            <ac:cxnSpMk id="5" creationId="{CF9B1C95-793E-D482-E141-9FB6C116DCAB}"/>
          </ac:cxnSpMkLst>
        </pc:cxnChg>
      </pc:sldChg>
      <pc:sldChg chg="del">
        <pc:chgData name="Hechenberger Tim" userId="093c6863-ec22-468a-9ff4-dc91df2ed95d" providerId="ADAL" clId="{17A2DAC3-0522-44BB-9143-96DF1689B320}" dt="2026-05-12T19:25:50.077" v="836" actId="2696"/>
        <pc:sldMkLst>
          <pc:docMk/>
          <pc:sldMk cId="739863030" sldId="280"/>
        </pc:sldMkLst>
      </pc:sldChg>
      <pc:sldChg chg="add del">
        <pc:chgData name="Hechenberger Tim" userId="093c6863-ec22-468a-9ff4-dc91df2ed95d" providerId="ADAL" clId="{17A2DAC3-0522-44BB-9143-96DF1689B320}" dt="2026-05-12T19:12:07.540" v="792" actId="2696"/>
        <pc:sldMkLst>
          <pc:docMk/>
          <pc:sldMk cId="1429134056" sldId="284"/>
        </pc:sldMkLst>
      </pc:sldChg>
      <pc:sldChg chg="addSp delSp modSp add mod ord">
        <pc:chgData name="Hechenberger Tim" userId="093c6863-ec22-468a-9ff4-dc91df2ed95d" providerId="ADAL" clId="{17A2DAC3-0522-44BB-9143-96DF1689B320}" dt="2026-05-12T18:38:15.229" v="622" actId="108"/>
        <pc:sldMkLst>
          <pc:docMk/>
          <pc:sldMk cId="3027329675" sldId="285"/>
        </pc:sldMkLst>
        <pc:spChg chg="mod">
          <ac:chgData name="Hechenberger Tim" userId="093c6863-ec22-468a-9ff4-dc91df2ed95d" providerId="ADAL" clId="{17A2DAC3-0522-44BB-9143-96DF1689B320}" dt="2026-05-12T18:24:07.211" v="43" actId="1076"/>
          <ac:spMkLst>
            <pc:docMk/>
            <pc:sldMk cId="3027329675" sldId="285"/>
            <ac:spMk id="2" creationId="{F391F8FB-1B5E-D0EE-6492-39B6F22B1431}"/>
          </ac:spMkLst>
        </pc:spChg>
        <pc:spChg chg="mod">
          <ac:chgData name="Hechenberger Tim" userId="093c6863-ec22-468a-9ff4-dc91df2ed95d" providerId="ADAL" clId="{17A2DAC3-0522-44BB-9143-96DF1689B320}" dt="2026-05-12T18:22:50.705" v="25" actId="20577"/>
          <ac:spMkLst>
            <pc:docMk/>
            <pc:sldMk cId="3027329675" sldId="285"/>
            <ac:spMk id="25" creationId="{C549D67D-3901-1CC0-C05B-8E73DC40B437}"/>
          </ac:spMkLst>
        </pc:spChg>
        <pc:spChg chg="mod">
          <ac:chgData name="Hechenberger Tim" userId="093c6863-ec22-468a-9ff4-dc91df2ed95d" providerId="ADAL" clId="{17A2DAC3-0522-44BB-9143-96DF1689B320}" dt="2026-05-12T18:35:31.907" v="537"/>
          <ac:spMkLst>
            <pc:docMk/>
            <pc:sldMk cId="3027329675" sldId="285"/>
            <ac:spMk id="29" creationId="{AE277DED-4D00-4C72-03B6-492633C605E6}"/>
          </ac:spMkLst>
        </pc:spChg>
        <pc:spChg chg="mod">
          <ac:chgData name="Hechenberger Tim" userId="093c6863-ec22-468a-9ff4-dc91df2ed95d" providerId="ADAL" clId="{17A2DAC3-0522-44BB-9143-96DF1689B320}" dt="2026-05-12T18:35:31.907" v="537"/>
          <ac:spMkLst>
            <pc:docMk/>
            <pc:sldMk cId="3027329675" sldId="285"/>
            <ac:spMk id="31" creationId="{6A6FB776-0197-1352-6918-826906B288E9}"/>
          </ac:spMkLst>
        </pc:spChg>
        <pc:spChg chg="mod">
          <ac:chgData name="Hechenberger Tim" userId="093c6863-ec22-468a-9ff4-dc91df2ed95d" providerId="ADAL" clId="{17A2DAC3-0522-44BB-9143-96DF1689B320}" dt="2026-05-12T18:35:33.840" v="539" actId="20577"/>
          <ac:spMkLst>
            <pc:docMk/>
            <pc:sldMk cId="3027329675" sldId="285"/>
            <ac:spMk id="32" creationId="{ED7D2AAE-462A-9624-E670-E4BD79C7F846}"/>
          </ac:spMkLst>
        </pc:spChg>
        <pc:spChg chg="mod">
          <ac:chgData name="Hechenberger Tim" userId="093c6863-ec22-468a-9ff4-dc91df2ed95d" providerId="ADAL" clId="{17A2DAC3-0522-44BB-9143-96DF1689B320}" dt="2026-05-12T18:23:20.912" v="32" actId="1076"/>
          <ac:spMkLst>
            <pc:docMk/>
            <pc:sldMk cId="3027329675" sldId="285"/>
            <ac:spMk id="34" creationId="{226E060D-5C58-A600-8395-7DD2040FA112}"/>
          </ac:spMkLst>
        </pc:spChg>
        <pc:spChg chg="mod">
          <ac:chgData name="Hechenberger Tim" userId="093c6863-ec22-468a-9ff4-dc91df2ed95d" providerId="ADAL" clId="{17A2DAC3-0522-44BB-9143-96DF1689B320}" dt="2026-05-12T18:38:15.229" v="622" actId="108"/>
          <ac:spMkLst>
            <pc:docMk/>
            <pc:sldMk cId="3027329675" sldId="285"/>
            <ac:spMk id="37" creationId="{59F2C27A-2AEB-E715-EC79-671C954F24D7}"/>
          </ac:spMkLst>
        </pc:spChg>
        <pc:spChg chg="mod">
          <ac:chgData name="Hechenberger Tim" userId="093c6863-ec22-468a-9ff4-dc91df2ed95d" providerId="ADAL" clId="{17A2DAC3-0522-44BB-9143-96DF1689B320}" dt="2026-05-12T18:24:29.402" v="46" actId="1076"/>
          <ac:spMkLst>
            <pc:docMk/>
            <pc:sldMk cId="3027329675" sldId="285"/>
            <ac:spMk id="40" creationId="{44B558E8-3F3F-7E29-92C7-71A112AA4176}"/>
          </ac:spMkLst>
        </pc:spChg>
        <pc:spChg chg="mod">
          <ac:chgData name="Hechenberger Tim" userId="093c6863-ec22-468a-9ff4-dc91df2ed95d" providerId="ADAL" clId="{17A2DAC3-0522-44BB-9143-96DF1689B320}" dt="2026-05-12T18:23:39.661" v="36" actId="1076"/>
          <ac:spMkLst>
            <pc:docMk/>
            <pc:sldMk cId="3027329675" sldId="285"/>
            <ac:spMk id="42" creationId="{6BB00CB1-8694-6214-ED94-83D50E81FF70}"/>
          </ac:spMkLst>
        </pc:spChg>
        <pc:spChg chg="mod">
          <ac:chgData name="Hechenberger Tim" userId="093c6863-ec22-468a-9ff4-dc91df2ed95d" providerId="ADAL" clId="{17A2DAC3-0522-44BB-9143-96DF1689B320}" dt="2026-05-12T18:38:03.273" v="621" actId="20577"/>
          <ac:spMkLst>
            <pc:docMk/>
            <pc:sldMk cId="3027329675" sldId="285"/>
            <ac:spMk id="43" creationId="{C3923614-A61F-8291-2F4A-498F1521EB29}"/>
          </ac:spMkLst>
        </pc:spChg>
        <pc:grpChg chg="del">
          <ac:chgData name="Hechenberger Tim" userId="093c6863-ec22-468a-9ff4-dc91df2ed95d" providerId="ADAL" clId="{17A2DAC3-0522-44BB-9143-96DF1689B320}" dt="2026-05-12T18:22:52.521" v="26" actId="478"/>
          <ac:grpSpMkLst>
            <pc:docMk/>
            <pc:sldMk cId="3027329675" sldId="285"/>
            <ac:grpSpMk id="27" creationId="{3ED7038B-E188-7FF6-0697-339D0F64FEBD}"/>
          </ac:grpSpMkLst>
        </pc:grpChg>
        <pc:grpChg chg="mod">
          <ac:chgData name="Hechenberger Tim" userId="093c6863-ec22-468a-9ff4-dc91df2ed95d" providerId="ADAL" clId="{17A2DAC3-0522-44BB-9143-96DF1689B320}" dt="2026-05-12T18:35:31.907" v="537"/>
          <ac:grpSpMkLst>
            <pc:docMk/>
            <pc:sldMk cId="3027329675" sldId="285"/>
            <ac:grpSpMk id="28" creationId="{BCE516BD-0F8D-A67C-76FA-DCC1B514D6DC}"/>
          </ac:grpSpMkLst>
        </pc:grpChg>
        <pc:grpChg chg="mod">
          <ac:chgData name="Hechenberger Tim" userId="093c6863-ec22-468a-9ff4-dc91df2ed95d" providerId="ADAL" clId="{17A2DAC3-0522-44BB-9143-96DF1689B320}" dt="2026-05-12T18:25:09.024" v="59" actId="1076"/>
          <ac:grpSpMkLst>
            <pc:docMk/>
            <pc:sldMk cId="3027329675" sldId="285"/>
            <ac:grpSpMk id="33" creationId="{304F18AB-B9E2-8778-5014-28884727C84C}"/>
          </ac:grpSpMkLst>
        </pc:grpChg>
        <pc:grpChg chg="mod">
          <ac:chgData name="Hechenberger Tim" userId="093c6863-ec22-468a-9ff4-dc91df2ed95d" providerId="ADAL" clId="{17A2DAC3-0522-44BB-9143-96DF1689B320}" dt="2026-05-12T18:25:27.424" v="62" actId="1076"/>
          <ac:grpSpMkLst>
            <pc:docMk/>
            <pc:sldMk cId="3027329675" sldId="285"/>
            <ac:grpSpMk id="39" creationId="{5B8C79C4-F830-E461-59F2-17AB1F501996}"/>
          </ac:grpSpMkLst>
        </pc:grpChg>
        <pc:cxnChg chg="add mod">
          <ac:chgData name="Hechenberger Tim" userId="093c6863-ec22-468a-9ff4-dc91df2ed95d" providerId="ADAL" clId="{17A2DAC3-0522-44BB-9143-96DF1689B320}" dt="2026-05-12T18:33:32.155" v="403"/>
          <ac:cxnSpMkLst>
            <pc:docMk/>
            <pc:sldMk cId="3027329675" sldId="285"/>
            <ac:cxnSpMk id="3" creationId="{6DB997DB-D8C2-7FC2-C49E-2CCA144C641C}"/>
          </ac:cxnSpMkLst>
        </pc:cxnChg>
        <pc:cxnChg chg="del mod">
          <ac:chgData name="Hechenberger Tim" userId="093c6863-ec22-468a-9ff4-dc91df2ed95d" providerId="ADAL" clId="{17A2DAC3-0522-44BB-9143-96DF1689B320}" dt="2026-05-12T18:33:53.197" v="408" actId="478"/>
          <ac:cxnSpMkLst>
            <pc:docMk/>
            <pc:sldMk cId="3027329675" sldId="285"/>
            <ac:cxnSpMk id="5" creationId="{6519134E-5CD9-0931-AF12-FDC80399B5EE}"/>
          </ac:cxnSpMkLst>
        </pc:cxnChg>
        <pc:cxnChg chg="add mod">
          <ac:chgData name="Hechenberger Tim" userId="093c6863-ec22-468a-9ff4-dc91df2ed95d" providerId="ADAL" clId="{17A2DAC3-0522-44BB-9143-96DF1689B320}" dt="2026-05-12T18:33:51.792" v="407" actId="1076"/>
          <ac:cxnSpMkLst>
            <pc:docMk/>
            <pc:sldMk cId="3027329675" sldId="285"/>
            <ac:cxnSpMk id="6" creationId="{8B1E3892-08DE-B665-B298-8757300AB992}"/>
          </ac:cxnSpMkLst>
        </pc:cxnChg>
        <pc:cxnChg chg="mod">
          <ac:chgData name="Hechenberger Tim" userId="093c6863-ec22-468a-9ff4-dc91df2ed95d" providerId="ADAL" clId="{17A2DAC3-0522-44BB-9143-96DF1689B320}" dt="2026-05-12T18:35:31.907" v="537"/>
          <ac:cxnSpMkLst>
            <pc:docMk/>
            <pc:sldMk cId="3027329675" sldId="285"/>
            <ac:cxnSpMk id="30" creationId="{DC1B17E7-C5FC-04DB-BA17-CFC68C6D8CD1}"/>
          </ac:cxnSpMkLst>
        </pc:cxnChg>
      </pc:sldChg>
      <pc:sldChg chg="addSp delSp modSp add mod">
        <pc:chgData name="Hechenberger Tim" userId="093c6863-ec22-468a-9ff4-dc91df2ed95d" providerId="ADAL" clId="{17A2DAC3-0522-44BB-9143-96DF1689B320}" dt="2026-05-12T18:58:13.288" v="666" actId="1076"/>
        <pc:sldMkLst>
          <pc:docMk/>
          <pc:sldMk cId="1065104370" sldId="286"/>
        </pc:sldMkLst>
        <pc:picChg chg="add mod">
          <ac:chgData name="Hechenberger Tim" userId="093c6863-ec22-468a-9ff4-dc91df2ed95d" providerId="ADAL" clId="{17A2DAC3-0522-44BB-9143-96DF1689B320}" dt="2026-05-12T18:58:13.288" v="666" actId="1076"/>
          <ac:picMkLst>
            <pc:docMk/>
            <pc:sldMk cId="1065104370" sldId="286"/>
            <ac:picMk id="3" creationId="{8342FAE3-045D-19F2-46DF-31EE42579DF2}"/>
          </ac:picMkLst>
        </pc:picChg>
        <pc:picChg chg="del">
          <ac:chgData name="Hechenberger Tim" userId="093c6863-ec22-468a-9ff4-dc91df2ed95d" providerId="ADAL" clId="{17A2DAC3-0522-44BB-9143-96DF1689B320}" dt="2026-05-12T18:43:24.779" v="660" actId="478"/>
          <ac:picMkLst>
            <pc:docMk/>
            <pc:sldMk cId="1065104370" sldId="286"/>
            <ac:picMk id="9" creationId="{FEE4B617-B85C-39D6-2794-91E33C5B2DBA}"/>
          </ac:picMkLst>
        </pc:picChg>
      </pc:sldChg>
      <pc:sldChg chg="addSp delSp modSp add mod">
        <pc:chgData name="Hechenberger Tim" userId="093c6863-ec22-468a-9ff4-dc91df2ed95d" providerId="ADAL" clId="{17A2DAC3-0522-44BB-9143-96DF1689B320}" dt="2026-05-12T19:11:44.731" v="791" actId="1076"/>
        <pc:sldMkLst>
          <pc:docMk/>
          <pc:sldMk cId="2194337224" sldId="287"/>
        </pc:sldMkLst>
        <pc:picChg chg="del">
          <ac:chgData name="Hechenberger Tim" userId="093c6863-ec22-468a-9ff4-dc91df2ed95d" providerId="ADAL" clId="{17A2DAC3-0522-44BB-9143-96DF1689B320}" dt="2026-05-12T19:00:48.281" v="668" actId="478"/>
          <ac:picMkLst>
            <pc:docMk/>
            <pc:sldMk cId="2194337224" sldId="287"/>
            <ac:picMk id="3" creationId="{2A2D9A70-6998-59E0-9C87-F2328E25B887}"/>
          </ac:picMkLst>
        </pc:picChg>
        <pc:picChg chg="add del mod">
          <ac:chgData name="Hechenberger Tim" userId="093c6863-ec22-468a-9ff4-dc91df2ed95d" providerId="ADAL" clId="{17A2DAC3-0522-44BB-9143-96DF1689B320}" dt="2026-05-12T19:09:20.228" v="752" actId="478"/>
          <ac:picMkLst>
            <pc:docMk/>
            <pc:sldMk cId="2194337224" sldId="287"/>
            <ac:picMk id="6" creationId="{5B65D74E-6231-A529-6C27-FDB3568C1532}"/>
          </ac:picMkLst>
        </pc:picChg>
        <pc:picChg chg="add del mod modCrop">
          <ac:chgData name="Hechenberger Tim" userId="093c6863-ec22-468a-9ff4-dc91df2ed95d" providerId="ADAL" clId="{17A2DAC3-0522-44BB-9143-96DF1689B320}" dt="2026-05-12T19:09:21.045" v="753" actId="478"/>
          <ac:picMkLst>
            <pc:docMk/>
            <pc:sldMk cId="2194337224" sldId="287"/>
            <ac:picMk id="8" creationId="{5CAEFB99-A5A9-AABB-7D46-A2AFDBE79CFC}"/>
          </ac:picMkLst>
        </pc:picChg>
        <pc:picChg chg="add del mod modCrop">
          <ac:chgData name="Hechenberger Tim" userId="093c6863-ec22-468a-9ff4-dc91df2ed95d" providerId="ADAL" clId="{17A2DAC3-0522-44BB-9143-96DF1689B320}" dt="2026-05-12T19:09:21.369" v="754" actId="478"/>
          <ac:picMkLst>
            <pc:docMk/>
            <pc:sldMk cId="2194337224" sldId="287"/>
            <ac:picMk id="10" creationId="{D9361917-2DA8-BC10-ACD9-AA3685DA5A17}"/>
          </ac:picMkLst>
        </pc:picChg>
        <pc:picChg chg="add del mod">
          <ac:chgData name="Hechenberger Tim" userId="093c6863-ec22-468a-9ff4-dc91df2ed95d" providerId="ADAL" clId="{17A2DAC3-0522-44BB-9143-96DF1689B320}" dt="2026-05-12T19:04:34.438" v="690" actId="478"/>
          <ac:picMkLst>
            <pc:docMk/>
            <pc:sldMk cId="2194337224" sldId="287"/>
            <ac:picMk id="12" creationId="{262E3643-8583-10CF-660D-7F4A80971B72}"/>
          </ac:picMkLst>
        </pc:picChg>
        <pc:picChg chg="add del mod modCrop">
          <ac:chgData name="Hechenberger Tim" userId="093c6863-ec22-468a-9ff4-dc91df2ed95d" providerId="ADAL" clId="{17A2DAC3-0522-44BB-9143-96DF1689B320}" dt="2026-05-12T19:07:23.675" v="725" actId="478"/>
          <ac:picMkLst>
            <pc:docMk/>
            <pc:sldMk cId="2194337224" sldId="287"/>
            <ac:picMk id="14" creationId="{D39342F5-C281-A53C-9CA2-1842873ED9C2}"/>
          </ac:picMkLst>
        </pc:picChg>
        <pc:picChg chg="add del mod modCrop">
          <ac:chgData name="Hechenberger Tim" userId="093c6863-ec22-468a-9ff4-dc91df2ed95d" providerId="ADAL" clId="{17A2DAC3-0522-44BB-9143-96DF1689B320}" dt="2026-05-12T19:07:25.002" v="726" actId="478"/>
          <ac:picMkLst>
            <pc:docMk/>
            <pc:sldMk cId="2194337224" sldId="287"/>
            <ac:picMk id="16" creationId="{E71DE228-BE05-67FF-143D-7C846988167E}"/>
          </ac:picMkLst>
        </pc:picChg>
        <pc:picChg chg="add mod">
          <ac:chgData name="Hechenberger Tim" userId="093c6863-ec22-468a-9ff4-dc91df2ed95d" providerId="ADAL" clId="{17A2DAC3-0522-44BB-9143-96DF1689B320}" dt="2026-05-12T19:11:41.247" v="790" actId="1076"/>
          <ac:picMkLst>
            <pc:docMk/>
            <pc:sldMk cId="2194337224" sldId="287"/>
            <ac:picMk id="18" creationId="{74AB12BA-A2E1-EF5C-EC5C-17E5FD5C67DA}"/>
          </ac:picMkLst>
        </pc:picChg>
        <pc:picChg chg="add mod modCrop">
          <ac:chgData name="Hechenberger Tim" userId="093c6863-ec22-468a-9ff4-dc91df2ed95d" providerId="ADAL" clId="{17A2DAC3-0522-44BB-9143-96DF1689B320}" dt="2026-05-12T19:11:44.731" v="791" actId="1076"/>
          <ac:picMkLst>
            <pc:docMk/>
            <pc:sldMk cId="2194337224" sldId="287"/>
            <ac:picMk id="20" creationId="{36890C45-CFDC-66A3-4346-10CD3DA8E644}"/>
          </ac:picMkLst>
        </pc:picChg>
      </pc:sldChg>
      <pc:sldChg chg="addSp delSp modSp add mod">
        <pc:chgData name="Hechenberger Tim" userId="093c6863-ec22-468a-9ff4-dc91df2ed95d" providerId="ADAL" clId="{17A2DAC3-0522-44BB-9143-96DF1689B320}" dt="2026-05-12T19:25:01.326" v="835" actId="1076"/>
        <pc:sldMkLst>
          <pc:docMk/>
          <pc:sldMk cId="3628834110" sldId="288"/>
        </pc:sldMkLst>
        <pc:picChg chg="add mod">
          <ac:chgData name="Hechenberger Tim" userId="093c6863-ec22-468a-9ff4-dc91df2ed95d" providerId="ADAL" clId="{17A2DAC3-0522-44BB-9143-96DF1689B320}" dt="2026-05-12T19:25:01.326" v="835" actId="1076"/>
          <ac:picMkLst>
            <pc:docMk/>
            <pc:sldMk cId="3628834110" sldId="288"/>
            <ac:picMk id="3" creationId="{FE8163E5-4253-92DC-BF06-B142BE351ED0}"/>
          </ac:picMkLst>
        </pc:picChg>
        <pc:picChg chg="add del mod">
          <ac:chgData name="Hechenberger Tim" userId="093c6863-ec22-468a-9ff4-dc91df2ed95d" providerId="ADAL" clId="{17A2DAC3-0522-44BB-9143-96DF1689B320}" dt="2026-05-12T19:20:25.423" v="813" actId="478"/>
          <ac:picMkLst>
            <pc:docMk/>
            <pc:sldMk cId="3628834110" sldId="288"/>
            <ac:picMk id="7" creationId="{73EE53B1-FE89-31FA-30A3-92DB549715D2}"/>
          </ac:picMkLst>
        </pc:picChg>
        <pc:picChg chg="add mod">
          <ac:chgData name="Hechenberger Tim" userId="093c6863-ec22-468a-9ff4-dc91df2ed95d" providerId="ADAL" clId="{17A2DAC3-0522-44BB-9143-96DF1689B320}" dt="2026-05-12T19:24:57.131" v="834" actId="14100"/>
          <ac:picMkLst>
            <pc:docMk/>
            <pc:sldMk cId="3628834110" sldId="288"/>
            <ac:picMk id="9" creationId="{9ECD7C9B-5E1B-2161-632C-EDB5AADA29BD}"/>
          </ac:picMkLst>
        </pc:picChg>
        <pc:picChg chg="add mod">
          <ac:chgData name="Hechenberger Tim" userId="093c6863-ec22-468a-9ff4-dc91df2ed95d" providerId="ADAL" clId="{17A2DAC3-0522-44BB-9143-96DF1689B320}" dt="2026-05-12T19:24:51.627" v="832" actId="1076"/>
          <ac:picMkLst>
            <pc:docMk/>
            <pc:sldMk cId="3628834110" sldId="288"/>
            <ac:picMk id="11" creationId="{301ADF1A-7493-3B63-89C0-0FB89BB7FD88}"/>
          </ac:picMkLst>
        </pc:picChg>
        <pc:picChg chg="del">
          <ac:chgData name="Hechenberger Tim" userId="093c6863-ec22-468a-9ff4-dc91df2ed95d" providerId="ADAL" clId="{17A2DAC3-0522-44BB-9143-96DF1689B320}" dt="2026-05-12T19:12:13.322" v="794" actId="478"/>
          <ac:picMkLst>
            <pc:docMk/>
            <pc:sldMk cId="3628834110" sldId="288"/>
            <ac:picMk id="18" creationId="{1796E805-F14C-1A38-2AE3-FDB920CA1DD7}"/>
          </ac:picMkLst>
        </pc:picChg>
        <pc:picChg chg="del">
          <ac:chgData name="Hechenberger Tim" userId="093c6863-ec22-468a-9ff4-dc91df2ed95d" providerId="ADAL" clId="{17A2DAC3-0522-44BB-9143-96DF1689B320}" dt="2026-05-12T19:12:14.004" v="795" actId="478"/>
          <ac:picMkLst>
            <pc:docMk/>
            <pc:sldMk cId="3628834110" sldId="288"/>
            <ac:picMk id="20" creationId="{F1CF7B6B-6A13-1825-5D34-781D4DF61D3D}"/>
          </ac:picMkLst>
        </pc:picChg>
      </pc:sldChg>
      <pc:sldChg chg="addSp delSp modSp add mod ord">
        <pc:chgData name="Hechenberger Tim" userId="093c6863-ec22-468a-9ff4-dc91df2ed95d" providerId="ADAL" clId="{17A2DAC3-0522-44BB-9143-96DF1689B320}" dt="2026-05-12T19:36:09.955" v="843" actId="1076"/>
        <pc:sldMkLst>
          <pc:docMk/>
          <pc:sldMk cId="3868829626" sldId="289"/>
        </pc:sldMkLst>
        <pc:picChg chg="add mod">
          <ac:chgData name="Hechenberger Tim" userId="093c6863-ec22-468a-9ff4-dc91df2ed95d" providerId="ADAL" clId="{17A2DAC3-0522-44BB-9143-96DF1689B320}" dt="2026-05-12T19:36:09.955" v="843" actId="1076"/>
          <ac:picMkLst>
            <pc:docMk/>
            <pc:sldMk cId="3868829626" sldId="289"/>
            <ac:picMk id="3" creationId="{1D90CD75-C186-A3B7-3440-2B0F167F7B34}"/>
          </ac:picMkLst>
        </pc:picChg>
        <pc:picChg chg="del">
          <ac:chgData name="Hechenberger Tim" userId="093c6863-ec22-468a-9ff4-dc91df2ed95d" providerId="ADAL" clId="{17A2DAC3-0522-44BB-9143-96DF1689B320}" dt="2026-05-12T19:25:59.508" v="840" actId="478"/>
          <ac:picMkLst>
            <pc:docMk/>
            <pc:sldMk cId="3868829626" sldId="289"/>
            <ac:picMk id="9" creationId="{9932F174-D845-7815-3F57-E452C51ED7E0}"/>
          </ac:picMkLst>
        </pc:picChg>
      </pc:sldChg>
      <pc:sldChg chg="addSp delSp modSp add del mod modTransition">
        <pc:chgData name="Hechenberger Tim" userId="093c6863-ec22-468a-9ff4-dc91df2ed95d" providerId="ADAL" clId="{17A2DAC3-0522-44BB-9143-96DF1689B320}" dt="2026-05-13T11:49:48.719" v="1057" actId="1076"/>
        <pc:sldMkLst>
          <pc:docMk/>
          <pc:sldMk cId="3736299029" sldId="293"/>
        </pc:sldMkLst>
        <pc:picChg chg="add del mod">
          <ac:chgData name="Hechenberger Tim" userId="093c6863-ec22-468a-9ff4-dc91df2ed95d" providerId="ADAL" clId="{17A2DAC3-0522-44BB-9143-96DF1689B320}" dt="2026-05-13T11:26:52.772" v="863" actId="22"/>
          <ac:picMkLst>
            <pc:docMk/>
            <pc:sldMk cId="3736299029" sldId="293"/>
            <ac:picMk id="6" creationId="{921D87E0-E289-BE13-AB84-2FABEC2C7018}"/>
          </ac:picMkLst>
        </pc:picChg>
        <pc:picChg chg="add del mod ord">
          <ac:chgData name="Hechenberger Tim" userId="093c6863-ec22-468a-9ff4-dc91df2ed95d" providerId="ADAL" clId="{17A2DAC3-0522-44BB-9143-96DF1689B320}" dt="2026-05-13T11:34:32.894" v="917" actId="478"/>
          <ac:picMkLst>
            <pc:docMk/>
            <pc:sldMk cId="3736299029" sldId="293"/>
            <ac:picMk id="8" creationId="{2398815C-A4A0-5D3B-C924-8C05200FC181}"/>
          </ac:picMkLst>
        </pc:picChg>
        <pc:picChg chg="del">
          <ac:chgData name="Hechenberger Tim" userId="093c6863-ec22-468a-9ff4-dc91df2ed95d" providerId="ADAL" clId="{17A2DAC3-0522-44BB-9143-96DF1689B320}" dt="2026-05-13T11:23:50.017" v="848" actId="478"/>
          <ac:picMkLst>
            <pc:docMk/>
            <pc:sldMk cId="3736299029" sldId="293"/>
            <ac:picMk id="9" creationId="{8026C0C0-ABC7-EB5E-0AA6-5CC4119260CB}"/>
          </ac:picMkLst>
        </pc:picChg>
        <pc:picChg chg="add del mod">
          <ac:chgData name="Hechenberger Tim" userId="093c6863-ec22-468a-9ff4-dc91df2ed95d" providerId="ADAL" clId="{17A2DAC3-0522-44BB-9143-96DF1689B320}" dt="2026-05-13T11:36:46.200" v="946" actId="478"/>
          <ac:picMkLst>
            <pc:docMk/>
            <pc:sldMk cId="3736299029" sldId="293"/>
            <ac:picMk id="11" creationId="{7B37131A-AED1-66C6-0519-80BC69CC9417}"/>
          </ac:picMkLst>
        </pc:picChg>
        <pc:picChg chg="add del mod">
          <ac:chgData name="Hechenberger Tim" userId="093c6863-ec22-468a-9ff4-dc91df2ed95d" providerId="ADAL" clId="{17A2DAC3-0522-44BB-9143-96DF1689B320}" dt="2026-05-13T11:41:45.600" v="969" actId="478"/>
          <ac:picMkLst>
            <pc:docMk/>
            <pc:sldMk cId="3736299029" sldId="293"/>
            <ac:picMk id="13" creationId="{CF8F2D42-A7A6-A973-5A63-B35B2F06AB08}"/>
          </ac:picMkLst>
        </pc:picChg>
        <pc:picChg chg="add del mod">
          <ac:chgData name="Hechenberger Tim" userId="093c6863-ec22-468a-9ff4-dc91df2ed95d" providerId="ADAL" clId="{17A2DAC3-0522-44BB-9143-96DF1689B320}" dt="2026-05-13T11:44:50.050" v="1000" actId="478"/>
          <ac:picMkLst>
            <pc:docMk/>
            <pc:sldMk cId="3736299029" sldId="293"/>
            <ac:picMk id="15" creationId="{ADE2BC18-FDD3-E418-50D3-811386DCA9D5}"/>
          </ac:picMkLst>
        </pc:picChg>
        <pc:picChg chg="add mod modCrop">
          <ac:chgData name="Hechenberger Tim" userId="093c6863-ec22-468a-9ff4-dc91df2ed95d" providerId="ADAL" clId="{17A2DAC3-0522-44BB-9143-96DF1689B320}" dt="2026-05-13T11:49:48.719" v="1057" actId="1076"/>
          <ac:picMkLst>
            <pc:docMk/>
            <pc:sldMk cId="3736299029" sldId="293"/>
            <ac:picMk id="16" creationId="{5A3AE9CD-6D3C-CD8F-03D9-61F01B0DA074}"/>
          </ac:picMkLst>
        </pc:picChg>
      </pc:sldChg>
      <pc:sldChg chg="addSp delSp modSp add del mod modTransition">
        <pc:chgData name="Hechenberger Tim" userId="093c6863-ec22-468a-9ff4-dc91df2ed95d" providerId="ADAL" clId="{17A2DAC3-0522-44BB-9143-96DF1689B320}" dt="2026-05-13T11:48:14.430" v="1051" actId="47"/>
        <pc:sldMkLst>
          <pc:docMk/>
          <pc:sldMk cId="1252581854" sldId="315"/>
        </pc:sldMkLst>
        <pc:picChg chg="add del mod">
          <ac:chgData name="Hechenberger Tim" userId="093c6863-ec22-468a-9ff4-dc91df2ed95d" providerId="ADAL" clId="{17A2DAC3-0522-44BB-9143-96DF1689B320}" dt="2026-05-13T11:34:52.518" v="926" actId="478"/>
          <ac:picMkLst>
            <pc:docMk/>
            <pc:sldMk cId="1252581854" sldId="315"/>
            <ac:picMk id="6" creationId="{D405DEC6-98A1-032F-67F5-1FD6EDA70AC2}"/>
          </ac:picMkLst>
        </pc:picChg>
        <pc:picChg chg="add del">
          <ac:chgData name="Hechenberger Tim" userId="093c6863-ec22-468a-9ff4-dc91df2ed95d" providerId="ADAL" clId="{17A2DAC3-0522-44BB-9143-96DF1689B320}" dt="2026-05-13T11:35:36.680" v="933" actId="478"/>
          <ac:picMkLst>
            <pc:docMk/>
            <pc:sldMk cId="1252581854" sldId="315"/>
            <ac:picMk id="8" creationId="{8DE25F37-7C96-3CB9-21C0-F4B50A35E5D4}"/>
          </ac:picMkLst>
        </pc:picChg>
        <pc:picChg chg="del">
          <ac:chgData name="Hechenberger Tim" userId="093c6863-ec22-468a-9ff4-dc91df2ed95d" providerId="ADAL" clId="{17A2DAC3-0522-44BB-9143-96DF1689B320}" dt="2026-05-13T11:31:39.258" v="911" actId="478"/>
          <ac:picMkLst>
            <pc:docMk/>
            <pc:sldMk cId="1252581854" sldId="315"/>
            <ac:picMk id="9" creationId="{E5F6559F-DE0C-CA5B-EF4C-08862C11E268}"/>
          </ac:picMkLst>
        </pc:picChg>
        <pc:picChg chg="add del mod">
          <ac:chgData name="Hechenberger Tim" userId="093c6863-ec22-468a-9ff4-dc91df2ed95d" providerId="ADAL" clId="{17A2DAC3-0522-44BB-9143-96DF1689B320}" dt="2026-05-13T11:43:42.383" v="993" actId="478"/>
          <ac:picMkLst>
            <pc:docMk/>
            <pc:sldMk cId="1252581854" sldId="315"/>
            <ac:picMk id="11" creationId="{D1EB27A9-89D8-11AB-680D-58A0FB6A8A6D}"/>
          </ac:picMkLst>
        </pc:picChg>
        <pc:picChg chg="add del mod">
          <ac:chgData name="Hechenberger Tim" userId="093c6863-ec22-468a-9ff4-dc91df2ed95d" providerId="ADAL" clId="{17A2DAC3-0522-44BB-9143-96DF1689B320}" dt="2026-05-13T11:44:52.615" v="1002" actId="478"/>
          <ac:picMkLst>
            <pc:docMk/>
            <pc:sldMk cId="1252581854" sldId="315"/>
            <ac:picMk id="13" creationId="{D84138E3-798A-F7F8-AAA9-94202941F52D}"/>
          </ac:picMkLst>
        </pc:picChg>
      </pc:sldChg>
      <pc:sldChg chg="addSp delSp modSp add del mod">
        <pc:chgData name="Hechenberger Tim" userId="093c6863-ec22-468a-9ff4-dc91df2ed95d" providerId="ADAL" clId="{17A2DAC3-0522-44BB-9143-96DF1689B320}" dt="2026-05-13T11:48:13.543" v="1050" actId="47"/>
        <pc:sldMkLst>
          <pc:docMk/>
          <pc:sldMk cId="1739954006" sldId="326"/>
        </pc:sldMkLst>
        <pc:picChg chg="add del mod">
          <ac:chgData name="Hechenberger Tim" userId="093c6863-ec22-468a-9ff4-dc91df2ed95d" providerId="ADAL" clId="{17A2DAC3-0522-44BB-9143-96DF1689B320}" dt="2026-05-13T11:44:51.463" v="1001" actId="478"/>
          <ac:picMkLst>
            <pc:docMk/>
            <pc:sldMk cId="1739954006" sldId="326"/>
            <ac:picMk id="6" creationId="{FBC5A6C3-B62A-7DB5-86C0-C9BE66750959}"/>
          </ac:picMkLst>
        </pc:picChg>
        <pc:picChg chg="del">
          <ac:chgData name="Hechenberger Tim" userId="093c6863-ec22-468a-9ff4-dc91df2ed95d" providerId="ADAL" clId="{17A2DAC3-0522-44BB-9143-96DF1689B320}" dt="2026-05-13T11:43:19.192" v="984" actId="478"/>
          <ac:picMkLst>
            <pc:docMk/>
            <pc:sldMk cId="1739954006" sldId="326"/>
            <ac:picMk id="15" creationId="{99AFF80B-3BC5-6C9C-835E-76164D7A9B91}"/>
          </ac:picMkLst>
        </pc:picChg>
      </pc:sldChg>
      <pc:sldChg chg="modSp add mod ord">
        <pc:chgData name="Hechenberger Tim" userId="093c6863-ec22-468a-9ff4-dc91df2ed95d" providerId="ADAL" clId="{17A2DAC3-0522-44BB-9143-96DF1689B320}" dt="2026-05-13T11:49:45.527" v="1056" actId="1076"/>
        <pc:sldMkLst>
          <pc:docMk/>
          <pc:sldMk cId="3685224800" sldId="328"/>
        </pc:sldMkLst>
        <pc:picChg chg="mod modCrop">
          <ac:chgData name="Hechenberger Tim" userId="093c6863-ec22-468a-9ff4-dc91df2ed95d" providerId="ADAL" clId="{17A2DAC3-0522-44BB-9143-96DF1689B320}" dt="2026-05-13T11:49:45.527" v="1056" actId="1076"/>
          <ac:picMkLst>
            <pc:docMk/>
            <pc:sldMk cId="3685224800" sldId="328"/>
            <ac:picMk id="13" creationId="{2FBE92EC-FBB8-01DD-F981-4178ED90DA3A}"/>
          </ac:picMkLst>
        </pc:picChg>
      </pc:sldChg>
      <pc:sldChg chg="modSp add mod ord">
        <pc:chgData name="Hechenberger Tim" userId="093c6863-ec22-468a-9ff4-dc91df2ed95d" providerId="ADAL" clId="{17A2DAC3-0522-44BB-9143-96DF1689B320}" dt="2026-05-13T11:48:10.868" v="1049" actId="1076"/>
        <pc:sldMkLst>
          <pc:docMk/>
          <pc:sldMk cId="1601613243" sldId="329"/>
        </pc:sldMkLst>
        <pc:picChg chg="mod modCrop">
          <ac:chgData name="Hechenberger Tim" userId="093c6863-ec22-468a-9ff4-dc91df2ed95d" providerId="ADAL" clId="{17A2DAC3-0522-44BB-9143-96DF1689B320}" dt="2026-05-13T11:48:10.868" v="1049" actId="1076"/>
          <ac:picMkLst>
            <pc:docMk/>
            <pc:sldMk cId="1601613243" sldId="329"/>
            <ac:picMk id="13" creationId="{22BE47AE-8869-D293-2C6C-7627886B0A99}"/>
          </ac:picMkLst>
        </pc:picChg>
      </pc:sldChg>
    </pc:docChg>
  </pc:docChgLst>
  <pc:docChgLst>
    <pc:chgData name="Aberger Jonas" userId="ceb1aaf8-5544-4c36-af61-de230cd7d456" providerId="ADAL" clId="{34CA5827-BBF3-422B-9C38-7EA06574312E}"/>
    <pc:docChg chg="undo redo custSel addSld delSld modSld sldOrd modMainMaster">
      <pc:chgData name="Aberger Jonas" userId="ceb1aaf8-5544-4c36-af61-de230cd7d456" providerId="ADAL" clId="{34CA5827-BBF3-422B-9C38-7EA06574312E}" dt="2026-05-13T13:33:23.172" v="7274"/>
      <pc:docMkLst>
        <pc:docMk/>
      </pc:docMkLst>
      <pc:sldChg chg="addSp delSp modSp mod modClrScheme chgLayout">
        <pc:chgData name="Aberger Jonas" userId="ceb1aaf8-5544-4c36-af61-de230cd7d456" providerId="ADAL" clId="{34CA5827-BBF3-422B-9C38-7EA06574312E}" dt="2026-05-12T14:18:15.804" v="989" actId="1076"/>
        <pc:sldMkLst>
          <pc:docMk/>
          <pc:sldMk cId="2921413162" sldId="268"/>
        </pc:sldMkLst>
        <pc:spChg chg="mod ord">
          <ac:chgData name="Aberger Jonas" userId="ceb1aaf8-5544-4c36-af61-de230cd7d456" providerId="ADAL" clId="{34CA5827-BBF3-422B-9C38-7EA06574312E}" dt="2026-05-12T14:17:51.739" v="985" actId="1076"/>
          <ac:spMkLst>
            <pc:docMk/>
            <pc:sldMk cId="2921413162" sldId="268"/>
            <ac:spMk id="2" creationId="{CA6FFF58-172B-F23E-3B00-3E570B6E72B4}"/>
          </ac:spMkLst>
        </pc:spChg>
        <pc:spChg chg="add del mod ord">
          <ac:chgData name="Aberger Jonas" userId="ceb1aaf8-5544-4c36-af61-de230cd7d456" providerId="ADAL" clId="{34CA5827-BBF3-422B-9C38-7EA06574312E}" dt="2026-05-12T14:17:59.663" v="987" actId="478"/>
          <ac:spMkLst>
            <pc:docMk/>
            <pc:sldMk cId="2921413162" sldId="268"/>
            <ac:spMk id="3" creationId="{C682B472-63DE-AF47-A6E8-FC59E2DCDF85}"/>
          </ac:spMkLst>
        </pc:spChg>
        <pc:spChg chg="mod ord">
          <ac:chgData name="Aberger Jonas" userId="ceb1aaf8-5544-4c36-af61-de230cd7d456" providerId="ADAL" clId="{34CA5827-BBF3-422B-9C38-7EA06574312E}" dt="2026-05-12T14:17:40.240" v="984" actId="700"/>
          <ac:spMkLst>
            <pc:docMk/>
            <pc:sldMk cId="2921413162" sldId="268"/>
            <ac:spMk id="4" creationId="{04773740-E78A-19D8-FADD-829B4FF0327E}"/>
          </ac:spMkLst>
        </pc:spChg>
        <pc:graphicFrameChg chg="mod modGraphic">
          <ac:chgData name="Aberger Jonas" userId="ceb1aaf8-5544-4c36-af61-de230cd7d456" providerId="ADAL" clId="{34CA5827-BBF3-422B-9C38-7EA06574312E}" dt="2026-05-12T14:18:15.804" v="989" actId="1076"/>
          <ac:graphicFrameMkLst>
            <pc:docMk/>
            <pc:sldMk cId="2921413162" sldId="268"/>
            <ac:graphicFrameMk id="5" creationId="{7E3451E2-1B3A-50D5-4322-69400EE6FE00}"/>
          </ac:graphicFrameMkLst>
        </pc:graphicFrameChg>
        <pc:picChg chg="del">
          <ac:chgData name="Aberger Jonas" userId="ceb1aaf8-5544-4c36-af61-de230cd7d456" providerId="ADAL" clId="{34CA5827-BBF3-422B-9C38-7EA06574312E}" dt="2026-05-12T13:19:30.817" v="582" actId="478"/>
          <ac:picMkLst>
            <pc:docMk/>
            <pc:sldMk cId="2921413162" sldId="268"/>
            <ac:picMk id="6" creationId="{2784B2B5-D974-C707-7960-F7D137A176B5}"/>
          </ac:picMkLst>
        </pc:picChg>
        <pc:picChg chg="del">
          <ac:chgData name="Aberger Jonas" userId="ceb1aaf8-5544-4c36-af61-de230cd7d456" providerId="ADAL" clId="{34CA5827-BBF3-422B-9C38-7EA06574312E}" dt="2026-05-12T13:19:33.033" v="583" actId="478"/>
          <ac:picMkLst>
            <pc:docMk/>
            <pc:sldMk cId="2921413162" sldId="268"/>
            <ac:picMk id="7" creationId="{DBA424DB-7456-157E-3202-0E7448E020C8}"/>
          </ac:picMkLst>
        </pc:picChg>
        <pc:picChg chg="del">
          <ac:chgData name="Aberger Jonas" userId="ceb1aaf8-5544-4c36-af61-de230cd7d456" providerId="ADAL" clId="{34CA5827-BBF3-422B-9C38-7EA06574312E}" dt="2026-05-12T13:19:26.332" v="577" actId="478"/>
          <ac:picMkLst>
            <pc:docMk/>
            <pc:sldMk cId="2921413162" sldId="268"/>
            <ac:picMk id="8" creationId="{C9767394-CA64-A47E-8D4A-CA57C3DA92B8}"/>
          </ac:picMkLst>
        </pc:picChg>
        <pc:picChg chg="del">
          <ac:chgData name="Aberger Jonas" userId="ceb1aaf8-5544-4c36-af61-de230cd7d456" providerId="ADAL" clId="{34CA5827-BBF3-422B-9C38-7EA06574312E}" dt="2026-05-12T13:19:27.700" v="579" actId="478"/>
          <ac:picMkLst>
            <pc:docMk/>
            <pc:sldMk cId="2921413162" sldId="268"/>
            <ac:picMk id="18" creationId="{5CA8D7BC-20FB-ED71-3488-7BE6143FAD23}"/>
          </ac:picMkLst>
        </pc:picChg>
        <pc:picChg chg="del">
          <ac:chgData name="Aberger Jonas" userId="ceb1aaf8-5544-4c36-af61-de230cd7d456" providerId="ADAL" clId="{34CA5827-BBF3-422B-9C38-7EA06574312E}" dt="2026-05-12T13:19:30.050" v="581" actId="478"/>
          <ac:picMkLst>
            <pc:docMk/>
            <pc:sldMk cId="2921413162" sldId="268"/>
            <ac:picMk id="19" creationId="{A5B4842C-0BCF-2AB9-7415-66A2E93298D6}"/>
          </ac:picMkLst>
        </pc:picChg>
        <pc:picChg chg="del">
          <ac:chgData name="Aberger Jonas" userId="ceb1aaf8-5544-4c36-af61-de230cd7d456" providerId="ADAL" clId="{34CA5827-BBF3-422B-9C38-7EA06574312E}" dt="2026-05-12T13:19:27.116" v="578" actId="478"/>
          <ac:picMkLst>
            <pc:docMk/>
            <pc:sldMk cId="2921413162" sldId="268"/>
            <ac:picMk id="22" creationId="{CBE5000B-451F-A6D4-3BA0-915FA0F0CE3B}"/>
          </ac:picMkLst>
        </pc:picChg>
        <pc:picChg chg="del">
          <ac:chgData name="Aberger Jonas" userId="ceb1aaf8-5544-4c36-af61-de230cd7d456" providerId="ADAL" clId="{34CA5827-BBF3-422B-9C38-7EA06574312E}" dt="2026-05-12T13:19:28.474" v="580" actId="478"/>
          <ac:picMkLst>
            <pc:docMk/>
            <pc:sldMk cId="2921413162" sldId="268"/>
            <ac:picMk id="1026" creationId="{BC450422-6C0B-F22B-554F-CE06F206956A}"/>
          </ac:picMkLst>
        </pc:picChg>
      </pc:sldChg>
      <pc:sldChg chg="addSp delSp modSp mod modClrScheme chgLayout">
        <pc:chgData name="Aberger Jonas" userId="ceb1aaf8-5544-4c36-af61-de230cd7d456" providerId="ADAL" clId="{34CA5827-BBF3-422B-9C38-7EA06574312E}" dt="2026-05-12T14:18:45.256" v="994" actId="20577"/>
        <pc:sldMkLst>
          <pc:docMk/>
          <pc:sldMk cId="4282305213" sldId="274"/>
        </pc:sldMkLst>
        <pc:spChg chg="mod ord">
          <ac:chgData name="Aberger Jonas" userId="ceb1aaf8-5544-4c36-af61-de230cd7d456" providerId="ADAL" clId="{34CA5827-BBF3-422B-9C38-7EA06574312E}" dt="2026-05-12T14:18:45.256" v="994" actId="20577"/>
          <ac:spMkLst>
            <pc:docMk/>
            <pc:sldMk cId="4282305213" sldId="274"/>
            <ac:spMk id="2" creationId="{7F2B0927-5DE8-7CA6-2AF8-AF9617AC819E}"/>
          </ac:spMkLst>
        </pc:spChg>
        <pc:spChg chg="add del mod ord">
          <ac:chgData name="Aberger Jonas" userId="ceb1aaf8-5544-4c36-af61-de230cd7d456" providerId="ADAL" clId="{34CA5827-BBF3-422B-9C38-7EA06574312E}" dt="2026-05-12T14:18:34.702" v="992" actId="478"/>
          <ac:spMkLst>
            <pc:docMk/>
            <pc:sldMk cId="4282305213" sldId="274"/>
            <ac:spMk id="3" creationId="{274D8CEC-F9D9-6DAF-4791-46D150F8DA41}"/>
          </ac:spMkLst>
        </pc:spChg>
        <pc:spChg chg="mod ord">
          <ac:chgData name="Aberger Jonas" userId="ceb1aaf8-5544-4c36-af61-de230cd7d456" providerId="ADAL" clId="{34CA5827-BBF3-422B-9C38-7EA06574312E}" dt="2026-05-12T14:18:32.441" v="990" actId="700"/>
          <ac:spMkLst>
            <pc:docMk/>
            <pc:sldMk cId="4282305213" sldId="274"/>
            <ac:spMk id="4" creationId="{65AD52F9-899E-17FE-5A9D-3183B7113692}"/>
          </ac:spMkLst>
        </pc:spChg>
      </pc:sldChg>
      <pc:sldChg chg="addSp delSp modSp add del mod delAnim modAnim">
        <pc:chgData name="Aberger Jonas" userId="ceb1aaf8-5544-4c36-af61-de230cd7d456" providerId="ADAL" clId="{34CA5827-BBF3-422B-9C38-7EA06574312E}" dt="2026-05-12T16:16:04.300" v="1140" actId="47"/>
        <pc:sldMkLst>
          <pc:docMk/>
          <pc:sldMk cId="599795111" sldId="275"/>
        </pc:sldMkLst>
        <pc:spChg chg="mod">
          <ac:chgData name="Aberger Jonas" userId="ceb1aaf8-5544-4c36-af61-de230cd7d456" providerId="ADAL" clId="{34CA5827-BBF3-422B-9C38-7EA06574312E}" dt="2026-05-12T16:15:53.544" v="1139" actId="1076"/>
          <ac:spMkLst>
            <pc:docMk/>
            <pc:sldMk cId="599795111" sldId="275"/>
            <ac:spMk id="2" creationId="{90293C9E-7E6A-8703-E40B-E92A87065514}"/>
          </ac:spMkLst>
        </pc:spChg>
        <pc:spChg chg="del">
          <ac:chgData name="Aberger Jonas" userId="ceb1aaf8-5544-4c36-af61-de230cd7d456" providerId="ADAL" clId="{34CA5827-BBF3-422B-9C38-7EA06574312E}" dt="2026-05-12T13:22:16.598" v="597" actId="478"/>
          <ac:spMkLst>
            <pc:docMk/>
            <pc:sldMk cId="599795111" sldId="275"/>
            <ac:spMk id="3" creationId="{7E577B6F-BB74-DF9D-8DEF-AD28C27E7642}"/>
          </ac:spMkLst>
        </pc:spChg>
        <pc:spChg chg="add mod">
          <ac:chgData name="Aberger Jonas" userId="ceb1aaf8-5544-4c36-af61-de230cd7d456" providerId="ADAL" clId="{34CA5827-BBF3-422B-9C38-7EA06574312E}" dt="2026-05-12T16:15:34.263" v="1137" actId="14100"/>
          <ac:spMkLst>
            <pc:docMk/>
            <pc:sldMk cId="599795111" sldId="275"/>
            <ac:spMk id="6" creationId="{BA17C853-CC8C-05FF-902F-4BBF5832EE5C}"/>
          </ac:spMkLst>
        </pc:spChg>
        <pc:spChg chg="add del mod">
          <ac:chgData name="Aberger Jonas" userId="ceb1aaf8-5544-4c36-af61-de230cd7d456" providerId="ADAL" clId="{34CA5827-BBF3-422B-9C38-7EA06574312E}" dt="2026-05-12T13:22:17.773" v="598" actId="478"/>
          <ac:spMkLst>
            <pc:docMk/>
            <pc:sldMk cId="599795111" sldId="275"/>
            <ac:spMk id="13" creationId="{9B707051-6694-CBCF-CC82-A46E1FB9A7FD}"/>
          </ac:spMkLst>
        </pc:spChg>
        <pc:spChg chg="del">
          <ac:chgData name="Aberger Jonas" userId="ceb1aaf8-5544-4c36-af61-de230cd7d456" providerId="ADAL" clId="{34CA5827-BBF3-422B-9C38-7EA06574312E}" dt="2026-05-12T13:22:15.625" v="596" actId="478"/>
          <ac:spMkLst>
            <pc:docMk/>
            <pc:sldMk cId="599795111" sldId="275"/>
            <ac:spMk id="21" creationId="{18570E56-D1CA-FEFD-2DBB-BDB164493EC7}"/>
          </ac:spMkLst>
        </pc:spChg>
        <pc:grpChg chg="del">
          <ac:chgData name="Aberger Jonas" userId="ceb1aaf8-5544-4c36-af61-de230cd7d456" providerId="ADAL" clId="{34CA5827-BBF3-422B-9C38-7EA06574312E}" dt="2026-05-12T13:22:18.790" v="599" actId="478"/>
          <ac:grpSpMkLst>
            <pc:docMk/>
            <pc:sldMk cId="599795111" sldId="275"/>
            <ac:grpSpMk id="9" creationId="{801FF5F7-6B14-CFBB-D660-A2247CC30099}"/>
          </ac:grpSpMkLst>
        </pc:grpChg>
        <pc:grpChg chg="del">
          <ac:chgData name="Aberger Jonas" userId="ceb1aaf8-5544-4c36-af61-de230cd7d456" providerId="ADAL" clId="{34CA5827-BBF3-422B-9C38-7EA06574312E}" dt="2026-05-12T13:22:19.433" v="600" actId="478"/>
          <ac:grpSpMkLst>
            <pc:docMk/>
            <pc:sldMk cId="599795111" sldId="275"/>
            <ac:grpSpMk id="10" creationId="{3724C0B4-5A5A-1E6D-9643-F4848CF53225}"/>
          </ac:grpSpMkLst>
        </pc:grpChg>
        <pc:grpChg chg="del">
          <ac:chgData name="Aberger Jonas" userId="ceb1aaf8-5544-4c36-af61-de230cd7d456" providerId="ADAL" clId="{34CA5827-BBF3-422B-9C38-7EA06574312E}" dt="2026-05-12T13:22:20.567" v="601" actId="478"/>
          <ac:grpSpMkLst>
            <pc:docMk/>
            <pc:sldMk cId="599795111" sldId="275"/>
            <ac:grpSpMk id="11" creationId="{C31C28F8-31C8-033D-163F-57CEA472E160}"/>
          </ac:grpSpMkLst>
        </pc:grpChg>
        <pc:cxnChg chg="add mod">
          <ac:chgData name="Aberger Jonas" userId="ceb1aaf8-5544-4c36-af61-de230cd7d456" providerId="ADAL" clId="{34CA5827-BBF3-422B-9C38-7EA06574312E}" dt="2026-05-12T15:38:47.249" v="1028" actId="208"/>
          <ac:cxnSpMkLst>
            <pc:docMk/>
            <pc:sldMk cId="599795111" sldId="275"/>
            <ac:cxnSpMk id="5" creationId="{B6A797DF-70A6-8655-5809-6C3BD619EC07}"/>
          </ac:cxnSpMkLst>
        </pc:cxnChg>
      </pc:sldChg>
      <pc:sldChg chg="modSp new mod">
        <pc:chgData name="Aberger Jonas" userId="ceb1aaf8-5544-4c36-af61-de230cd7d456" providerId="ADAL" clId="{34CA5827-BBF3-422B-9C38-7EA06574312E}" dt="2026-05-13T12:58:05.021" v="7120" actId="1035"/>
        <pc:sldMkLst>
          <pc:docMk/>
          <pc:sldMk cId="3966312168" sldId="276"/>
        </pc:sldMkLst>
        <pc:spChg chg="mod">
          <ac:chgData name="Aberger Jonas" userId="ceb1aaf8-5544-4c36-af61-de230cd7d456" providerId="ADAL" clId="{34CA5827-BBF3-422B-9C38-7EA06574312E}" dt="2026-05-13T12:58:05.021" v="7120" actId="1035"/>
          <ac:spMkLst>
            <pc:docMk/>
            <pc:sldMk cId="3966312168" sldId="276"/>
            <ac:spMk id="2" creationId="{A77682C4-7215-D2F6-FC51-3C7DE322FABE}"/>
          </ac:spMkLst>
        </pc:spChg>
      </pc:sldChg>
      <pc:sldChg chg="addSp delSp modSp new mod">
        <pc:chgData name="Aberger Jonas" userId="ceb1aaf8-5544-4c36-af61-de230cd7d456" providerId="ADAL" clId="{34CA5827-BBF3-422B-9C38-7EA06574312E}" dt="2026-05-13T08:24:51.529" v="4340" actId="20577"/>
        <pc:sldMkLst>
          <pc:docMk/>
          <pc:sldMk cId="1375868071" sldId="277"/>
        </pc:sldMkLst>
        <pc:spChg chg="mod">
          <ac:chgData name="Aberger Jonas" userId="ceb1aaf8-5544-4c36-af61-de230cd7d456" providerId="ADAL" clId="{34CA5827-BBF3-422B-9C38-7EA06574312E}" dt="2026-05-12T17:57:05.662" v="3284" actId="20577"/>
          <ac:spMkLst>
            <pc:docMk/>
            <pc:sldMk cId="1375868071" sldId="277"/>
            <ac:spMk id="2" creationId="{27CE3E41-4651-D1C8-E379-CA2A0A38661B}"/>
          </ac:spMkLst>
        </pc:spChg>
        <pc:spChg chg="del">
          <ac:chgData name="Aberger Jonas" userId="ceb1aaf8-5544-4c36-af61-de230cd7d456" providerId="ADAL" clId="{34CA5827-BBF3-422B-9C38-7EA06574312E}" dt="2026-05-12T16:40:40.793" v="1914" actId="478"/>
          <ac:spMkLst>
            <pc:docMk/>
            <pc:sldMk cId="1375868071" sldId="277"/>
            <ac:spMk id="3" creationId="{96F08FBF-2BA6-D8AF-22EA-9DEA3EC604A9}"/>
          </ac:spMkLst>
        </pc:spChg>
        <pc:spChg chg="add mod">
          <ac:chgData name="Aberger Jonas" userId="ceb1aaf8-5544-4c36-af61-de230cd7d456" providerId="ADAL" clId="{34CA5827-BBF3-422B-9C38-7EA06574312E}" dt="2026-05-12T16:45:53.930" v="1959" actId="164"/>
          <ac:spMkLst>
            <pc:docMk/>
            <pc:sldMk cId="1375868071" sldId="277"/>
            <ac:spMk id="7" creationId="{2D0E6170-9F33-9D34-C05F-01EEBE17781B}"/>
          </ac:spMkLst>
        </pc:spChg>
        <pc:spChg chg="add mod">
          <ac:chgData name="Aberger Jonas" userId="ceb1aaf8-5544-4c36-af61-de230cd7d456" providerId="ADAL" clId="{34CA5827-BBF3-422B-9C38-7EA06574312E}" dt="2026-05-12T16:47:25.382" v="1971"/>
          <ac:spMkLst>
            <pc:docMk/>
            <pc:sldMk cId="1375868071" sldId="277"/>
            <ac:spMk id="8" creationId="{51D694D4-0D40-A712-C825-3D4589BCF7F3}"/>
          </ac:spMkLst>
        </pc:spChg>
        <pc:spChg chg="add mod">
          <ac:chgData name="Aberger Jonas" userId="ceb1aaf8-5544-4c36-af61-de230cd7d456" providerId="ADAL" clId="{34CA5827-BBF3-422B-9C38-7EA06574312E}" dt="2026-05-12T17:25:05.753" v="2588"/>
          <ac:spMkLst>
            <pc:docMk/>
            <pc:sldMk cId="1375868071" sldId="277"/>
            <ac:spMk id="14" creationId="{0A882021-C0EF-676C-AF5F-32B2DDDE72ED}"/>
          </ac:spMkLst>
        </pc:spChg>
        <pc:spChg chg="add del mod">
          <ac:chgData name="Aberger Jonas" userId="ceb1aaf8-5544-4c36-af61-de230cd7d456" providerId="ADAL" clId="{34CA5827-BBF3-422B-9C38-7EA06574312E}" dt="2026-05-12T17:03:43.988" v="2084" actId="478"/>
          <ac:spMkLst>
            <pc:docMk/>
            <pc:sldMk cId="1375868071" sldId="277"/>
            <ac:spMk id="15" creationId="{70E3C082-3E44-4D2C-2378-9382DF406AF9}"/>
          </ac:spMkLst>
        </pc:spChg>
        <pc:spChg chg="add del mod">
          <ac:chgData name="Aberger Jonas" userId="ceb1aaf8-5544-4c36-af61-de230cd7d456" providerId="ADAL" clId="{34CA5827-BBF3-422B-9C38-7EA06574312E}" dt="2026-05-12T17:04:10.080" v="2096" actId="478"/>
          <ac:spMkLst>
            <pc:docMk/>
            <pc:sldMk cId="1375868071" sldId="277"/>
            <ac:spMk id="16" creationId="{B4CA7175-8E7C-8424-4996-AA448F1680D6}"/>
          </ac:spMkLst>
        </pc:spChg>
        <pc:spChg chg="add del mod">
          <ac:chgData name="Aberger Jonas" userId="ceb1aaf8-5544-4c36-af61-de230cd7d456" providerId="ADAL" clId="{34CA5827-BBF3-422B-9C38-7EA06574312E}" dt="2026-05-12T17:05:09.255" v="2115" actId="478"/>
          <ac:spMkLst>
            <pc:docMk/>
            <pc:sldMk cId="1375868071" sldId="277"/>
            <ac:spMk id="17" creationId="{032A4555-EE6A-7D78-2C09-16785D11FC52}"/>
          </ac:spMkLst>
        </pc:spChg>
        <pc:spChg chg="add mod">
          <ac:chgData name="Aberger Jonas" userId="ceb1aaf8-5544-4c36-af61-de230cd7d456" providerId="ADAL" clId="{34CA5827-BBF3-422B-9C38-7EA06574312E}" dt="2026-05-12T17:25:05.753" v="2588"/>
          <ac:spMkLst>
            <pc:docMk/>
            <pc:sldMk cId="1375868071" sldId="277"/>
            <ac:spMk id="23" creationId="{E2484578-70D2-8F6A-A2E0-0F98D8AED98B}"/>
          </ac:spMkLst>
        </pc:spChg>
        <pc:spChg chg="add del mod">
          <ac:chgData name="Aberger Jonas" userId="ceb1aaf8-5544-4c36-af61-de230cd7d456" providerId="ADAL" clId="{34CA5827-BBF3-422B-9C38-7EA06574312E}" dt="2026-05-12T16:55:52.969" v="2054" actId="478"/>
          <ac:spMkLst>
            <pc:docMk/>
            <pc:sldMk cId="1375868071" sldId="277"/>
            <ac:spMk id="24" creationId="{55D4FB8F-2962-53D9-A1F9-64110ACD5980}"/>
          </ac:spMkLst>
        </pc:spChg>
        <pc:spChg chg="add mod">
          <ac:chgData name="Aberger Jonas" userId="ceb1aaf8-5544-4c36-af61-de230cd7d456" providerId="ADAL" clId="{34CA5827-BBF3-422B-9C38-7EA06574312E}" dt="2026-05-12T17:28:13.781" v="2691" actId="255"/>
          <ac:spMkLst>
            <pc:docMk/>
            <pc:sldMk cId="1375868071" sldId="277"/>
            <ac:spMk id="25" creationId="{1AD68590-DA3C-55F3-91BB-98661F1BF5C5}"/>
          </ac:spMkLst>
        </pc:spChg>
        <pc:spChg chg="mod">
          <ac:chgData name="Aberger Jonas" userId="ceb1aaf8-5544-4c36-af61-de230cd7d456" providerId="ADAL" clId="{34CA5827-BBF3-422B-9C38-7EA06574312E}" dt="2026-05-12T17:04:04.162" v="2093" actId="207"/>
          <ac:spMkLst>
            <pc:docMk/>
            <pc:sldMk cId="1375868071" sldId="277"/>
            <ac:spMk id="29" creationId="{0BE45754-07E8-AADE-BDED-774BEE0EF858}"/>
          </ac:spMkLst>
        </pc:spChg>
        <pc:spChg chg="mod">
          <ac:chgData name="Aberger Jonas" userId="ceb1aaf8-5544-4c36-af61-de230cd7d456" providerId="ADAL" clId="{34CA5827-BBF3-422B-9C38-7EA06574312E}" dt="2026-05-12T17:03:55.192" v="2092" actId="20577"/>
          <ac:spMkLst>
            <pc:docMk/>
            <pc:sldMk cId="1375868071" sldId="277"/>
            <ac:spMk id="31" creationId="{13DCAA18-4411-2C62-654A-B0445E05897E}"/>
          </ac:spMkLst>
        </pc:spChg>
        <pc:spChg chg="mod">
          <ac:chgData name="Aberger Jonas" userId="ceb1aaf8-5544-4c36-af61-de230cd7d456" providerId="ADAL" clId="{34CA5827-BBF3-422B-9C38-7EA06574312E}" dt="2026-05-13T08:24:51.529" v="4340" actId="20577"/>
          <ac:spMkLst>
            <pc:docMk/>
            <pc:sldMk cId="1375868071" sldId="277"/>
            <ac:spMk id="32" creationId="{894E92C7-A994-D386-E991-BDCAA8C935C0}"/>
          </ac:spMkLst>
        </pc:spChg>
        <pc:spChg chg="mod">
          <ac:chgData name="Aberger Jonas" userId="ceb1aaf8-5544-4c36-af61-de230cd7d456" providerId="ADAL" clId="{34CA5827-BBF3-422B-9C38-7EA06574312E}" dt="2026-05-12T17:04:37.010" v="2109" actId="207"/>
          <ac:spMkLst>
            <pc:docMk/>
            <pc:sldMk cId="1375868071" sldId="277"/>
            <ac:spMk id="34" creationId="{61AAB06B-10C8-281F-37EA-4EFBD3667D3E}"/>
          </ac:spMkLst>
        </pc:spChg>
        <pc:spChg chg="mod">
          <ac:chgData name="Aberger Jonas" userId="ceb1aaf8-5544-4c36-af61-de230cd7d456" providerId="ADAL" clId="{34CA5827-BBF3-422B-9C38-7EA06574312E}" dt="2026-05-12T17:04:28.236" v="2108" actId="1076"/>
          <ac:spMkLst>
            <pc:docMk/>
            <pc:sldMk cId="1375868071" sldId="277"/>
            <ac:spMk id="36" creationId="{5C2EE8C1-BC0D-AB3D-C565-4672A11EBE00}"/>
          </ac:spMkLst>
        </pc:spChg>
        <pc:spChg chg="mod">
          <ac:chgData name="Aberger Jonas" userId="ceb1aaf8-5544-4c36-af61-de230cd7d456" providerId="ADAL" clId="{34CA5827-BBF3-422B-9C38-7EA06574312E}" dt="2026-05-12T17:53:25.195" v="3077" actId="20577"/>
          <ac:spMkLst>
            <pc:docMk/>
            <pc:sldMk cId="1375868071" sldId="277"/>
            <ac:spMk id="37" creationId="{39160885-2628-0741-404F-FD01AEA17B12}"/>
          </ac:spMkLst>
        </pc:spChg>
        <pc:spChg chg="add mod">
          <ac:chgData name="Aberger Jonas" userId="ceb1aaf8-5544-4c36-af61-de230cd7d456" providerId="ADAL" clId="{34CA5827-BBF3-422B-9C38-7EA06574312E}" dt="2026-05-12T17:04:44.397" v="2112" actId="1076"/>
          <ac:spMkLst>
            <pc:docMk/>
            <pc:sldMk cId="1375868071" sldId="277"/>
            <ac:spMk id="38" creationId="{F80C5635-B9DC-2792-BE0B-EF4C0A8FBE60}"/>
          </ac:spMkLst>
        </pc:spChg>
        <pc:spChg chg="mod">
          <ac:chgData name="Aberger Jonas" userId="ceb1aaf8-5544-4c36-af61-de230cd7d456" providerId="ADAL" clId="{34CA5827-BBF3-422B-9C38-7EA06574312E}" dt="2026-05-12T17:55:15.018" v="3245"/>
          <ac:spMkLst>
            <pc:docMk/>
            <pc:sldMk cId="1375868071" sldId="277"/>
            <ac:spMk id="40" creationId="{D74FFB25-B956-3CD0-CDBE-14A6C02C566A}"/>
          </ac:spMkLst>
        </pc:spChg>
        <pc:spChg chg="mod">
          <ac:chgData name="Aberger Jonas" userId="ceb1aaf8-5544-4c36-af61-de230cd7d456" providerId="ADAL" clId="{34CA5827-BBF3-422B-9C38-7EA06574312E}" dt="2026-05-12T17:55:15.018" v="3245"/>
          <ac:spMkLst>
            <pc:docMk/>
            <pc:sldMk cId="1375868071" sldId="277"/>
            <ac:spMk id="42" creationId="{9F69C120-20FE-E6E2-90CD-A4FF0CEBF36D}"/>
          </ac:spMkLst>
        </pc:spChg>
        <pc:spChg chg="mod">
          <ac:chgData name="Aberger Jonas" userId="ceb1aaf8-5544-4c36-af61-de230cd7d456" providerId="ADAL" clId="{34CA5827-BBF3-422B-9C38-7EA06574312E}" dt="2026-05-12T17:57:46.081" v="3288" actId="255"/>
          <ac:spMkLst>
            <pc:docMk/>
            <pc:sldMk cId="1375868071" sldId="277"/>
            <ac:spMk id="43" creationId="{FE31C2EF-47BF-AA13-E422-B5B2FFCA3996}"/>
          </ac:spMkLst>
        </pc:spChg>
        <pc:grpChg chg="add mod">
          <ac:chgData name="Aberger Jonas" userId="ceb1aaf8-5544-4c36-af61-de230cd7d456" providerId="ADAL" clId="{34CA5827-BBF3-422B-9C38-7EA06574312E}" dt="2026-05-12T16:45:46.928" v="1958" actId="164"/>
          <ac:grpSpMkLst>
            <pc:docMk/>
            <pc:sldMk cId="1375868071" sldId="277"/>
            <ac:grpSpMk id="11" creationId="{DCB53CBB-D15E-42BA-C304-03FF1CE8C369}"/>
          </ac:grpSpMkLst>
        </pc:grpChg>
        <pc:grpChg chg="add mod">
          <ac:chgData name="Aberger Jonas" userId="ceb1aaf8-5544-4c36-af61-de230cd7d456" providerId="ADAL" clId="{34CA5827-BBF3-422B-9C38-7EA06574312E}" dt="2026-05-12T16:46:00.128" v="1962" actId="164"/>
          <ac:grpSpMkLst>
            <pc:docMk/>
            <pc:sldMk cId="1375868071" sldId="277"/>
            <ac:grpSpMk id="12" creationId="{4DFB15E6-D8F1-21CE-4AFB-D84A9CF1CCBC}"/>
          </ac:grpSpMkLst>
        </pc:grpChg>
        <pc:grpChg chg="add del mod">
          <ac:chgData name="Aberger Jonas" userId="ceb1aaf8-5544-4c36-af61-de230cd7d456" providerId="ADAL" clId="{34CA5827-BBF3-422B-9C38-7EA06574312E}" dt="2026-05-12T16:47:50.473" v="1978" actId="478"/>
          <ac:grpSpMkLst>
            <pc:docMk/>
            <pc:sldMk cId="1375868071" sldId="277"/>
            <ac:grpSpMk id="13" creationId="{1BA947BA-9AA9-7FB8-5A33-D6B1DC24A751}"/>
          </ac:grpSpMkLst>
        </pc:grpChg>
        <pc:grpChg chg="add mod">
          <ac:chgData name="Aberger Jonas" userId="ceb1aaf8-5544-4c36-af61-de230cd7d456" providerId="ADAL" clId="{34CA5827-BBF3-422B-9C38-7EA06574312E}" dt="2026-05-12T17:03:30.520" v="2080" actId="164"/>
          <ac:grpSpMkLst>
            <pc:docMk/>
            <pc:sldMk cId="1375868071" sldId="277"/>
            <ac:grpSpMk id="26" creationId="{BD9CBD39-F370-ADCC-1B48-7BA541D4F1EE}"/>
          </ac:grpSpMkLst>
        </pc:grpChg>
        <pc:grpChg chg="add mod">
          <ac:chgData name="Aberger Jonas" userId="ceb1aaf8-5544-4c36-af61-de230cd7d456" providerId="ADAL" clId="{34CA5827-BBF3-422B-9C38-7EA06574312E}" dt="2026-05-13T08:24:23.445" v="4318" actId="1036"/>
          <ac:grpSpMkLst>
            <pc:docMk/>
            <pc:sldMk cId="1375868071" sldId="277"/>
            <ac:grpSpMk id="27" creationId="{AD4F6ABB-3F8E-AB2D-CC91-0EAA91B75371}"/>
          </ac:grpSpMkLst>
        </pc:grpChg>
        <pc:grpChg chg="add mod">
          <ac:chgData name="Aberger Jonas" userId="ceb1aaf8-5544-4c36-af61-de230cd7d456" providerId="ADAL" clId="{34CA5827-BBF3-422B-9C38-7EA06574312E}" dt="2026-05-13T08:24:23.445" v="4318" actId="1036"/>
          <ac:grpSpMkLst>
            <pc:docMk/>
            <pc:sldMk cId="1375868071" sldId="277"/>
            <ac:grpSpMk id="28" creationId="{BC054FC4-DE6B-B6EC-EC60-64208E036856}"/>
          </ac:grpSpMkLst>
        </pc:grpChg>
        <pc:grpChg chg="add del mod">
          <ac:chgData name="Aberger Jonas" userId="ceb1aaf8-5544-4c36-af61-de230cd7d456" providerId="ADAL" clId="{34CA5827-BBF3-422B-9C38-7EA06574312E}" dt="2026-05-13T08:22:15.761" v="4267" actId="478"/>
          <ac:grpSpMkLst>
            <pc:docMk/>
            <pc:sldMk cId="1375868071" sldId="277"/>
            <ac:grpSpMk id="33" creationId="{F42B6B31-1D38-16BD-96A4-AE09CF8E4E04}"/>
          </ac:grpSpMkLst>
        </pc:grpChg>
        <pc:grpChg chg="add mod">
          <ac:chgData name="Aberger Jonas" userId="ceb1aaf8-5544-4c36-af61-de230cd7d456" providerId="ADAL" clId="{34CA5827-BBF3-422B-9C38-7EA06574312E}" dt="2026-05-13T08:24:23.445" v="4318" actId="1036"/>
          <ac:grpSpMkLst>
            <pc:docMk/>
            <pc:sldMk cId="1375868071" sldId="277"/>
            <ac:grpSpMk id="39" creationId="{BC4DCF24-60DB-D2BE-7A9E-3646E2AED7B5}"/>
          </ac:grpSpMkLst>
        </pc:grpChg>
        <pc:graphicFrameChg chg="add del modGraphic">
          <ac:chgData name="Aberger Jonas" userId="ceb1aaf8-5544-4c36-af61-de230cd7d456" providerId="ADAL" clId="{34CA5827-BBF3-422B-9C38-7EA06574312E}" dt="2026-05-12T16:41:27.181" v="1916" actId="478"/>
          <ac:graphicFrameMkLst>
            <pc:docMk/>
            <pc:sldMk cId="1375868071" sldId="277"/>
            <ac:graphicFrameMk id="6" creationId="{869B1E20-4CA2-42F9-3FA0-35DE23FE1644}"/>
          </ac:graphicFrameMkLst>
        </pc:graphicFrameChg>
        <pc:cxnChg chg="add mod">
          <ac:chgData name="Aberger Jonas" userId="ceb1aaf8-5544-4c36-af61-de230cd7d456" providerId="ADAL" clId="{34CA5827-BBF3-422B-9C38-7EA06574312E}" dt="2026-05-12T16:38:47.778" v="1912" actId="1037"/>
          <ac:cxnSpMkLst>
            <pc:docMk/>
            <pc:sldMk cId="1375868071" sldId="277"/>
            <ac:cxnSpMk id="5" creationId="{F9F6F930-4C4F-BE57-B9DC-C54ACE0ABC09}"/>
          </ac:cxnSpMkLst>
        </pc:cxnChg>
        <pc:cxnChg chg="add mod">
          <ac:chgData name="Aberger Jonas" userId="ceb1aaf8-5544-4c36-af61-de230cd7d456" providerId="ADAL" clId="{34CA5827-BBF3-422B-9C38-7EA06574312E}" dt="2026-05-12T16:46:00.128" v="1962" actId="164"/>
          <ac:cxnSpMkLst>
            <pc:docMk/>
            <pc:sldMk cId="1375868071" sldId="277"/>
            <ac:cxnSpMk id="10" creationId="{4C2BB9EB-9A39-A9B9-77DF-69E988C0C7A8}"/>
          </ac:cxnSpMkLst>
        </pc:cxnChg>
        <pc:cxnChg chg="add mod">
          <ac:chgData name="Aberger Jonas" userId="ceb1aaf8-5544-4c36-af61-de230cd7d456" providerId="ADAL" clId="{34CA5827-BBF3-422B-9C38-7EA06574312E}" dt="2026-05-12T17:25:05.753" v="2588"/>
          <ac:cxnSpMkLst>
            <pc:docMk/>
            <pc:sldMk cId="1375868071" sldId="277"/>
            <ac:cxnSpMk id="19" creationId="{AD37FCA2-8259-8DD2-0E72-2A453BB57EB7}"/>
          </ac:cxnSpMkLst>
        </pc:cxnChg>
        <pc:cxnChg chg="mod">
          <ac:chgData name="Aberger Jonas" userId="ceb1aaf8-5544-4c36-af61-de230cd7d456" providerId="ADAL" clId="{34CA5827-BBF3-422B-9C38-7EA06574312E}" dt="2026-05-12T17:03:39.411" v="2082"/>
          <ac:cxnSpMkLst>
            <pc:docMk/>
            <pc:sldMk cId="1375868071" sldId="277"/>
            <ac:cxnSpMk id="30" creationId="{AD07B572-19D1-B3C7-3FD6-84125618FFD0}"/>
          </ac:cxnSpMkLst>
        </pc:cxnChg>
        <pc:cxnChg chg="mod">
          <ac:chgData name="Aberger Jonas" userId="ceb1aaf8-5544-4c36-af61-de230cd7d456" providerId="ADAL" clId="{34CA5827-BBF3-422B-9C38-7EA06574312E}" dt="2026-05-12T17:04:06.685" v="2094"/>
          <ac:cxnSpMkLst>
            <pc:docMk/>
            <pc:sldMk cId="1375868071" sldId="277"/>
            <ac:cxnSpMk id="35" creationId="{5149AE19-D09A-D32C-44AD-4D9C655D52C2}"/>
          </ac:cxnSpMkLst>
        </pc:cxnChg>
        <pc:cxnChg chg="mod">
          <ac:chgData name="Aberger Jonas" userId="ceb1aaf8-5544-4c36-af61-de230cd7d456" providerId="ADAL" clId="{34CA5827-BBF3-422B-9C38-7EA06574312E}" dt="2026-05-12T17:55:15.018" v="3245"/>
          <ac:cxnSpMkLst>
            <pc:docMk/>
            <pc:sldMk cId="1375868071" sldId="277"/>
            <ac:cxnSpMk id="41" creationId="{CFDEF344-0C0A-1AD8-EE96-96E8DF148EAD}"/>
          </ac:cxnSpMkLst>
        </pc:cxnChg>
      </pc:sldChg>
      <pc:sldChg chg="modSp new mod">
        <pc:chgData name="Aberger Jonas" userId="ceb1aaf8-5544-4c36-af61-de230cd7d456" providerId="ADAL" clId="{34CA5827-BBF3-422B-9C38-7EA06574312E}" dt="2026-05-12T14:19:10.851" v="1025" actId="20577"/>
        <pc:sldMkLst>
          <pc:docMk/>
          <pc:sldMk cId="3176429942" sldId="278"/>
        </pc:sldMkLst>
        <pc:spChg chg="mod">
          <ac:chgData name="Aberger Jonas" userId="ceb1aaf8-5544-4c36-af61-de230cd7d456" providerId="ADAL" clId="{34CA5827-BBF3-422B-9C38-7EA06574312E}" dt="2026-05-12T14:19:10.851" v="1025" actId="20577"/>
          <ac:spMkLst>
            <pc:docMk/>
            <pc:sldMk cId="3176429942" sldId="278"/>
            <ac:spMk id="2" creationId="{93668E36-22AD-6868-7DC0-E6720C5A535C}"/>
          </ac:spMkLst>
        </pc:spChg>
      </pc:sldChg>
      <pc:sldChg chg="addSp delSp modSp mod">
        <pc:chgData name="Aberger Jonas" userId="ceb1aaf8-5544-4c36-af61-de230cd7d456" providerId="ADAL" clId="{34CA5827-BBF3-422B-9C38-7EA06574312E}" dt="2026-05-13T12:52:28.831" v="7047" actId="14100"/>
        <pc:sldMkLst>
          <pc:docMk/>
          <pc:sldMk cId="1994530982" sldId="279"/>
        </pc:sldMkLst>
        <pc:spChg chg="del">
          <ac:chgData name="Aberger Jonas" userId="ceb1aaf8-5544-4c36-af61-de230cd7d456" providerId="ADAL" clId="{34CA5827-BBF3-422B-9C38-7EA06574312E}" dt="2026-05-12T17:58:09.759" v="3289" actId="478"/>
          <ac:spMkLst>
            <pc:docMk/>
            <pc:sldMk cId="1994530982" sldId="279"/>
            <ac:spMk id="2" creationId="{725D18E2-AD98-AC5D-773B-945522BEA27D}"/>
          </ac:spMkLst>
        </pc:spChg>
        <pc:spChg chg="mod">
          <ac:chgData name="Aberger Jonas" userId="ceb1aaf8-5544-4c36-af61-de230cd7d456" providerId="ADAL" clId="{34CA5827-BBF3-422B-9C38-7EA06574312E}" dt="2026-05-12T16:10:28.722" v="1116" actId="20577"/>
          <ac:spMkLst>
            <pc:docMk/>
            <pc:sldMk cId="1994530982" sldId="279"/>
            <ac:spMk id="3" creationId="{50C191FE-2E17-4450-8D9B-A93CD8F6980D}"/>
          </ac:spMkLst>
        </pc:spChg>
        <pc:spChg chg="add del mod">
          <ac:chgData name="Aberger Jonas" userId="ceb1aaf8-5544-4c36-af61-de230cd7d456" providerId="ADAL" clId="{34CA5827-BBF3-422B-9C38-7EA06574312E}" dt="2026-05-12T17:58:11.433" v="3290" actId="478"/>
          <ac:spMkLst>
            <pc:docMk/>
            <pc:sldMk cId="1994530982" sldId="279"/>
            <ac:spMk id="8" creationId="{0010FE0E-B080-44E5-6949-A56F250C41E2}"/>
          </ac:spMkLst>
        </pc:spChg>
        <pc:picChg chg="add mod">
          <ac:chgData name="Aberger Jonas" userId="ceb1aaf8-5544-4c36-af61-de230cd7d456" providerId="ADAL" clId="{34CA5827-BBF3-422B-9C38-7EA06574312E}" dt="2026-05-13T12:51:06.098" v="7028" actId="1076"/>
          <ac:picMkLst>
            <pc:docMk/>
            <pc:sldMk cId="1994530982" sldId="279"/>
            <ac:picMk id="7" creationId="{FB4E14C4-284A-6344-C531-641E2F70B399}"/>
          </ac:picMkLst>
        </pc:picChg>
        <pc:picChg chg="add mod modCrop">
          <ac:chgData name="Aberger Jonas" userId="ceb1aaf8-5544-4c36-af61-de230cd7d456" providerId="ADAL" clId="{34CA5827-BBF3-422B-9C38-7EA06574312E}" dt="2026-05-13T12:52:28.831" v="7047" actId="14100"/>
          <ac:picMkLst>
            <pc:docMk/>
            <pc:sldMk cId="1994530982" sldId="279"/>
            <ac:picMk id="8" creationId="{D1F5EA79-D392-C285-4334-BD3AFE5EA4EC}"/>
          </ac:picMkLst>
        </pc:picChg>
      </pc:sldChg>
      <pc:sldChg chg="delSp new del mod">
        <pc:chgData name="Aberger Jonas" userId="ceb1aaf8-5544-4c36-af61-de230cd7d456" providerId="ADAL" clId="{34CA5827-BBF3-422B-9C38-7EA06574312E}" dt="2026-05-12T16:04:25.616" v="1032" actId="47"/>
        <pc:sldMkLst>
          <pc:docMk/>
          <pc:sldMk cId="2450237052" sldId="279"/>
        </pc:sldMkLst>
        <pc:spChg chg="del">
          <ac:chgData name="Aberger Jonas" userId="ceb1aaf8-5544-4c36-af61-de230cd7d456" providerId="ADAL" clId="{34CA5827-BBF3-422B-9C38-7EA06574312E}" dt="2026-05-12T16:01:49.639" v="1031" actId="478"/>
          <ac:spMkLst>
            <pc:docMk/>
            <pc:sldMk cId="2450237052" sldId="279"/>
            <ac:spMk id="2" creationId="{BC09B960-13F9-4475-F542-0F00FE426D7C}"/>
          </ac:spMkLst>
        </pc:spChg>
        <pc:spChg chg="del">
          <ac:chgData name="Aberger Jonas" userId="ceb1aaf8-5544-4c36-af61-de230cd7d456" providerId="ADAL" clId="{34CA5827-BBF3-422B-9C38-7EA06574312E}" dt="2026-05-12T16:01:47.500" v="1030" actId="478"/>
          <ac:spMkLst>
            <pc:docMk/>
            <pc:sldMk cId="2450237052" sldId="279"/>
            <ac:spMk id="3" creationId="{535C1777-0089-1555-BEA3-708FE8600062}"/>
          </ac:spMkLst>
        </pc:spChg>
      </pc:sldChg>
      <pc:sldChg chg="modSp new mod">
        <pc:chgData name="Aberger Jonas" userId="ceb1aaf8-5544-4c36-af61-de230cd7d456" providerId="ADAL" clId="{34CA5827-BBF3-422B-9C38-7EA06574312E}" dt="2026-05-12T18:00:07.811" v="3364" actId="20577"/>
        <pc:sldMkLst>
          <pc:docMk/>
          <pc:sldMk cId="739863030" sldId="280"/>
        </pc:sldMkLst>
        <pc:spChg chg="mod">
          <ac:chgData name="Aberger Jonas" userId="ceb1aaf8-5544-4c36-af61-de230cd7d456" providerId="ADAL" clId="{34CA5827-BBF3-422B-9C38-7EA06574312E}" dt="2026-05-12T18:00:07.811" v="3364" actId="20577"/>
          <ac:spMkLst>
            <pc:docMk/>
            <pc:sldMk cId="739863030" sldId="280"/>
            <ac:spMk id="2" creationId="{61CE2C2E-3DA0-F051-234A-568F95D3083C}"/>
          </ac:spMkLst>
        </pc:spChg>
        <pc:spChg chg="mod">
          <ac:chgData name="Aberger Jonas" userId="ceb1aaf8-5544-4c36-af61-de230cd7d456" providerId="ADAL" clId="{34CA5827-BBF3-422B-9C38-7EA06574312E}" dt="2026-05-12T16:08:13.122" v="1096" actId="20577"/>
          <ac:spMkLst>
            <pc:docMk/>
            <pc:sldMk cId="739863030" sldId="280"/>
            <ac:spMk id="3" creationId="{F2B8DB24-79B9-7309-08D4-3ADE6B71CB6F}"/>
          </ac:spMkLst>
        </pc:spChg>
      </pc:sldChg>
      <pc:sldChg chg="addSp delSp modSp new mod modClrScheme chgLayout">
        <pc:chgData name="Aberger Jonas" userId="ceb1aaf8-5544-4c36-af61-de230cd7d456" providerId="ADAL" clId="{34CA5827-BBF3-422B-9C38-7EA06574312E}" dt="2026-05-12T17:59:30.385" v="3350" actId="1076"/>
        <pc:sldMkLst>
          <pc:docMk/>
          <pc:sldMk cId="3026369124" sldId="281"/>
        </pc:sldMkLst>
        <pc:spChg chg="del mod ord">
          <ac:chgData name="Aberger Jonas" userId="ceb1aaf8-5544-4c36-af61-de230cd7d456" providerId="ADAL" clId="{34CA5827-BBF3-422B-9C38-7EA06574312E}" dt="2026-05-12T16:16:10.374" v="1142" actId="700"/>
          <ac:spMkLst>
            <pc:docMk/>
            <pc:sldMk cId="3026369124" sldId="281"/>
            <ac:spMk id="2" creationId="{D059DE7A-0278-DFE4-29BD-0922444A36F3}"/>
          </ac:spMkLst>
        </pc:spChg>
        <pc:spChg chg="del mod ord">
          <ac:chgData name="Aberger Jonas" userId="ceb1aaf8-5544-4c36-af61-de230cd7d456" providerId="ADAL" clId="{34CA5827-BBF3-422B-9C38-7EA06574312E}" dt="2026-05-12T16:16:10.374" v="1142" actId="700"/>
          <ac:spMkLst>
            <pc:docMk/>
            <pc:sldMk cId="3026369124" sldId="281"/>
            <ac:spMk id="3" creationId="{2687B9D1-A10C-09FB-61B3-1061FA30311F}"/>
          </ac:spMkLst>
        </pc:spChg>
        <pc:spChg chg="mod ord">
          <ac:chgData name="Aberger Jonas" userId="ceb1aaf8-5544-4c36-af61-de230cd7d456" providerId="ADAL" clId="{34CA5827-BBF3-422B-9C38-7EA06574312E}" dt="2026-05-12T16:16:10.374" v="1142" actId="700"/>
          <ac:spMkLst>
            <pc:docMk/>
            <pc:sldMk cId="3026369124" sldId="281"/>
            <ac:spMk id="4" creationId="{15A74790-D8A0-6A65-D116-1FDF00B52516}"/>
          </ac:spMkLst>
        </pc:spChg>
        <pc:spChg chg="add del mod ord">
          <ac:chgData name="Aberger Jonas" userId="ceb1aaf8-5544-4c36-af61-de230cd7d456" providerId="ADAL" clId="{34CA5827-BBF3-422B-9C38-7EA06574312E}" dt="2026-05-12T16:16:39.036" v="1156" actId="478"/>
          <ac:spMkLst>
            <pc:docMk/>
            <pc:sldMk cId="3026369124" sldId="281"/>
            <ac:spMk id="5" creationId="{F545818C-0FB2-BC2B-367D-C54A9A8E8AF5}"/>
          </ac:spMkLst>
        </pc:spChg>
        <pc:spChg chg="add del mod ord">
          <ac:chgData name="Aberger Jonas" userId="ceb1aaf8-5544-4c36-af61-de230cd7d456" providerId="ADAL" clId="{34CA5827-BBF3-422B-9C38-7EA06574312E}" dt="2026-05-12T16:16:52.091" v="1166" actId="478"/>
          <ac:spMkLst>
            <pc:docMk/>
            <pc:sldMk cId="3026369124" sldId="281"/>
            <ac:spMk id="6" creationId="{3A5C14FA-FA88-170A-4D09-120D5B9A1E1D}"/>
          </ac:spMkLst>
        </pc:spChg>
        <pc:spChg chg="add del mod">
          <ac:chgData name="Aberger Jonas" userId="ceb1aaf8-5544-4c36-af61-de230cd7d456" providerId="ADAL" clId="{34CA5827-BBF3-422B-9C38-7EA06574312E}" dt="2026-05-12T16:16:41.144" v="1157" actId="478"/>
          <ac:spMkLst>
            <pc:docMk/>
            <pc:sldMk cId="3026369124" sldId="281"/>
            <ac:spMk id="8" creationId="{7A172CE9-13AB-BDFB-8A89-D640AD398C15}"/>
          </ac:spMkLst>
        </pc:spChg>
        <pc:spChg chg="add mod">
          <ac:chgData name="Aberger Jonas" userId="ceb1aaf8-5544-4c36-af61-de230cd7d456" providerId="ADAL" clId="{34CA5827-BBF3-422B-9C38-7EA06574312E}" dt="2026-05-12T17:59:15.431" v="3345" actId="1036"/>
          <ac:spMkLst>
            <pc:docMk/>
            <pc:sldMk cId="3026369124" sldId="281"/>
            <ac:spMk id="9" creationId="{5735F924-3255-6E3A-8EB9-16AC07AE88F3}"/>
          </ac:spMkLst>
        </pc:spChg>
        <pc:spChg chg="add del mod">
          <ac:chgData name="Aberger Jonas" userId="ceb1aaf8-5544-4c36-af61-de230cd7d456" providerId="ADAL" clId="{34CA5827-BBF3-422B-9C38-7EA06574312E}" dt="2026-05-12T17:59:26.095" v="3349" actId="478"/>
          <ac:spMkLst>
            <pc:docMk/>
            <pc:sldMk cId="3026369124" sldId="281"/>
            <ac:spMk id="14" creationId="{2764DCE8-B2BE-8FF4-0AE7-8170C6F5F54A}"/>
          </ac:spMkLst>
        </pc:spChg>
        <pc:picChg chg="mod">
          <ac:chgData name="Aberger Jonas" userId="ceb1aaf8-5544-4c36-af61-de230cd7d456" providerId="ADAL" clId="{34CA5827-BBF3-422B-9C38-7EA06574312E}" dt="2026-05-12T17:59:30.385" v="3350" actId="1076"/>
          <ac:picMkLst>
            <pc:docMk/>
            <pc:sldMk cId="3026369124" sldId="281"/>
            <ac:picMk id="3" creationId="{69257350-D306-20BE-3790-EE7BBEC9AE1A}"/>
          </ac:picMkLst>
        </pc:picChg>
        <pc:cxnChg chg="add del mod">
          <ac:chgData name="Aberger Jonas" userId="ceb1aaf8-5544-4c36-af61-de230cd7d456" providerId="ADAL" clId="{34CA5827-BBF3-422B-9C38-7EA06574312E}" dt="2026-05-12T16:35:53.846" v="1798" actId="11529"/>
          <ac:cxnSpMkLst>
            <pc:docMk/>
            <pc:sldMk cId="3026369124" sldId="281"/>
            <ac:cxnSpMk id="11" creationId="{CF4757EC-0146-2F16-14A1-BA9100063958}"/>
          </ac:cxnSpMkLst>
        </pc:cxnChg>
        <pc:cxnChg chg="add mod">
          <ac:chgData name="Aberger Jonas" userId="ceb1aaf8-5544-4c36-af61-de230cd7d456" providerId="ADAL" clId="{34CA5827-BBF3-422B-9C38-7EA06574312E}" dt="2026-05-12T16:36:45.347" v="1804" actId="1582"/>
          <ac:cxnSpMkLst>
            <pc:docMk/>
            <pc:sldMk cId="3026369124" sldId="281"/>
            <ac:cxnSpMk id="13" creationId="{24847B94-2BB7-F1DA-B751-FBBC16497D30}"/>
          </ac:cxnSpMkLst>
        </pc:cxnChg>
      </pc:sldChg>
      <pc:sldChg chg="del">
        <pc:chgData name="Aberger Jonas" userId="ceb1aaf8-5544-4c36-af61-de230cd7d456" providerId="ADAL" clId="{34CA5827-BBF3-422B-9C38-7EA06574312E}" dt="2026-05-12T13:22:43.553" v="626" actId="47"/>
        <pc:sldMkLst>
          <pc:docMk/>
          <pc:sldMk cId="3426809950" sldId="281"/>
        </pc:sldMkLst>
      </pc:sldChg>
      <pc:sldChg chg="modSp new mod">
        <pc:chgData name="Aberger Jonas" userId="ceb1aaf8-5544-4c36-af61-de230cd7d456" providerId="ADAL" clId="{34CA5827-BBF3-422B-9C38-7EA06574312E}" dt="2026-05-12T17:06:55.445" v="2155" actId="20577"/>
        <pc:sldMkLst>
          <pc:docMk/>
          <pc:sldMk cId="669452502" sldId="282"/>
        </pc:sldMkLst>
        <pc:spChg chg="mod">
          <ac:chgData name="Aberger Jonas" userId="ceb1aaf8-5544-4c36-af61-de230cd7d456" providerId="ADAL" clId="{34CA5827-BBF3-422B-9C38-7EA06574312E}" dt="2026-05-12T17:06:55.445" v="2155" actId="20577"/>
          <ac:spMkLst>
            <pc:docMk/>
            <pc:sldMk cId="669452502" sldId="282"/>
            <ac:spMk id="2" creationId="{860298E3-D7AF-186D-401D-A11699C9688C}"/>
          </ac:spMkLst>
        </pc:spChg>
      </pc:sldChg>
      <pc:sldChg chg="add del">
        <pc:chgData name="Aberger Jonas" userId="ceb1aaf8-5544-4c36-af61-de230cd7d456" providerId="ADAL" clId="{34CA5827-BBF3-422B-9C38-7EA06574312E}" dt="2026-05-12T13:26:10.255" v="676" actId="47"/>
        <pc:sldMkLst>
          <pc:docMk/>
          <pc:sldMk cId="1578250226" sldId="282"/>
        </pc:sldMkLst>
      </pc:sldChg>
      <pc:sldChg chg="new del">
        <pc:chgData name="Aberger Jonas" userId="ceb1aaf8-5544-4c36-af61-de230cd7d456" providerId="ADAL" clId="{34CA5827-BBF3-422B-9C38-7EA06574312E}" dt="2026-05-13T06:49:43.892" v="3365" actId="47"/>
        <pc:sldMkLst>
          <pc:docMk/>
          <pc:sldMk cId="1178377272" sldId="283"/>
        </pc:sldMkLst>
      </pc:sldChg>
      <pc:sldChg chg="add del">
        <pc:chgData name="Aberger Jonas" userId="ceb1aaf8-5544-4c36-af61-de230cd7d456" providerId="ADAL" clId="{34CA5827-BBF3-422B-9C38-7EA06574312E}" dt="2026-05-12T13:26:10.549" v="677" actId="47"/>
        <pc:sldMkLst>
          <pc:docMk/>
          <pc:sldMk cId="3462022186" sldId="283"/>
        </pc:sldMkLst>
      </pc:sldChg>
      <pc:sldChg chg="del">
        <pc:chgData name="Aberger Jonas" userId="ceb1aaf8-5544-4c36-af61-de230cd7d456" providerId="ADAL" clId="{34CA5827-BBF3-422B-9C38-7EA06574312E}" dt="2026-05-12T13:22:42.907" v="625" actId="47"/>
        <pc:sldMkLst>
          <pc:docMk/>
          <pc:sldMk cId="1207009889" sldId="284"/>
        </pc:sldMkLst>
      </pc:sldChg>
      <pc:sldChg chg="del">
        <pc:chgData name="Aberger Jonas" userId="ceb1aaf8-5544-4c36-af61-de230cd7d456" providerId="ADAL" clId="{34CA5827-BBF3-422B-9C38-7EA06574312E}" dt="2026-05-12T13:22:23.864" v="602" actId="47"/>
        <pc:sldMkLst>
          <pc:docMk/>
          <pc:sldMk cId="413491646" sldId="286"/>
        </pc:sldMkLst>
      </pc:sldChg>
      <pc:sldChg chg="del">
        <pc:chgData name="Aberger Jonas" userId="ceb1aaf8-5544-4c36-af61-de230cd7d456" providerId="ADAL" clId="{34CA5827-BBF3-422B-9C38-7EA06574312E}" dt="2026-05-12T13:22:27.360" v="607" actId="47"/>
        <pc:sldMkLst>
          <pc:docMk/>
          <pc:sldMk cId="2925486841" sldId="287"/>
        </pc:sldMkLst>
      </pc:sldChg>
      <pc:sldChg chg="del">
        <pc:chgData name="Aberger Jonas" userId="ceb1aaf8-5544-4c36-af61-de230cd7d456" providerId="ADAL" clId="{34CA5827-BBF3-422B-9C38-7EA06574312E}" dt="2026-05-12T12:58:44.811" v="265" actId="47"/>
        <pc:sldMkLst>
          <pc:docMk/>
          <pc:sldMk cId="1446223506" sldId="288"/>
        </pc:sldMkLst>
      </pc:sldChg>
      <pc:sldChg chg="del">
        <pc:chgData name="Aberger Jonas" userId="ceb1aaf8-5544-4c36-af61-de230cd7d456" providerId="ADAL" clId="{34CA5827-BBF3-422B-9C38-7EA06574312E}" dt="2026-05-12T13:22:28.062" v="608" actId="47"/>
        <pc:sldMkLst>
          <pc:docMk/>
          <pc:sldMk cId="1520349139" sldId="289"/>
        </pc:sldMkLst>
      </pc:sldChg>
      <pc:sldChg chg="modSp mod">
        <pc:chgData name="Aberger Jonas" userId="ceb1aaf8-5544-4c36-af61-de230cd7d456" providerId="ADAL" clId="{34CA5827-BBF3-422B-9C38-7EA06574312E}" dt="2026-05-13T12:54:19.667" v="7048" actId="1036"/>
        <pc:sldMkLst>
          <pc:docMk/>
          <pc:sldMk cId="3868829626" sldId="289"/>
        </pc:sldMkLst>
        <pc:picChg chg="mod">
          <ac:chgData name="Aberger Jonas" userId="ceb1aaf8-5544-4c36-af61-de230cd7d456" providerId="ADAL" clId="{34CA5827-BBF3-422B-9C38-7EA06574312E}" dt="2026-05-13T12:54:19.667" v="7048" actId="1036"/>
          <ac:picMkLst>
            <pc:docMk/>
            <pc:sldMk cId="3868829626" sldId="289"/>
            <ac:picMk id="3" creationId="{1D90CD75-C186-A3B7-3440-2B0F167F7B34}"/>
          </ac:picMkLst>
        </pc:picChg>
      </pc:sldChg>
      <pc:sldChg chg="addSp delSp modSp add mod ord modTransition modAnim">
        <pc:chgData name="Aberger Jonas" userId="ceb1aaf8-5544-4c36-af61-de230cd7d456" providerId="ADAL" clId="{34CA5827-BBF3-422B-9C38-7EA06574312E}" dt="2026-05-13T13:20:58.833" v="7225" actId="255"/>
        <pc:sldMkLst>
          <pc:docMk/>
          <pc:sldMk cId="3391995303" sldId="290"/>
        </pc:sldMkLst>
        <pc:spChg chg="mod">
          <ac:chgData name="Aberger Jonas" userId="ceb1aaf8-5544-4c36-af61-de230cd7d456" providerId="ADAL" clId="{34CA5827-BBF3-422B-9C38-7EA06574312E}" dt="2026-05-13T07:06:44.143" v="3817" actId="20577"/>
          <ac:spMkLst>
            <pc:docMk/>
            <pc:sldMk cId="3391995303" sldId="290"/>
            <ac:spMk id="2" creationId="{B0CD8BF6-ECAD-B1D3-DFB0-5F79A767E09B}"/>
          </ac:spMkLst>
        </pc:spChg>
        <pc:spChg chg="add mod">
          <ac:chgData name="Aberger Jonas" userId="ceb1aaf8-5544-4c36-af61-de230cd7d456" providerId="ADAL" clId="{34CA5827-BBF3-422B-9C38-7EA06574312E}" dt="2026-05-13T13:20:58.833" v="7225" actId="255"/>
          <ac:spMkLst>
            <pc:docMk/>
            <pc:sldMk cId="3391995303" sldId="290"/>
            <ac:spMk id="7" creationId="{8B61C09C-FB7C-32F9-2613-A8C8F3BC769D}"/>
          </ac:spMkLst>
        </pc:spChg>
        <pc:spChg chg="mod">
          <ac:chgData name="Aberger Jonas" userId="ceb1aaf8-5544-4c36-af61-de230cd7d456" providerId="ADAL" clId="{34CA5827-BBF3-422B-9C38-7EA06574312E}" dt="2026-05-13T06:57:45.121" v="3417" actId="6549"/>
          <ac:spMkLst>
            <pc:docMk/>
            <pc:sldMk cId="3391995303" sldId="290"/>
            <ac:spMk id="43" creationId="{1B0246AC-B9EB-D25F-9D87-9DDA0A6ABEC8}"/>
          </ac:spMkLst>
        </pc:spChg>
        <pc:grpChg chg="del">
          <ac:chgData name="Aberger Jonas" userId="ceb1aaf8-5544-4c36-af61-de230cd7d456" providerId="ADAL" clId="{34CA5827-BBF3-422B-9C38-7EA06574312E}" dt="2026-05-13T06:57:42.525" v="3414" actId="478"/>
          <ac:grpSpMkLst>
            <pc:docMk/>
            <pc:sldMk cId="3391995303" sldId="290"/>
            <ac:grpSpMk id="27" creationId="{37709D16-F260-73F7-0B86-64A8FD70DCAF}"/>
          </ac:grpSpMkLst>
        </pc:grpChg>
        <pc:grpChg chg="del">
          <ac:chgData name="Aberger Jonas" userId="ceb1aaf8-5544-4c36-af61-de230cd7d456" providerId="ADAL" clId="{34CA5827-BBF3-422B-9C38-7EA06574312E}" dt="2026-05-13T06:57:43.406" v="3415" actId="478"/>
          <ac:grpSpMkLst>
            <pc:docMk/>
            <pc:sldMk cId="3391995303" sldId="290"/>
            <ac:grpSpMk id="28" creationId="{DBAB29FB-BF9F-93EE-870E-E691E4883B83}"/>
          </ac:grpSpMkLst>
        </pc:grpChg>
        <pc:grpChg chg="del">
          <ac:chgData name="Aberger Jonas" userId="ceb1aaf8-5544-4c36-af61-de230cd7d456" providerId="ADAL" clId="{34CA5827-BBF3-422B-9C38-7EA06574312E}" dt="2026-05-13T06:57:43.915" v="3416" actId="478"/>
          <ac:grpSpMkLst>
            <pc:docMk/>
            <pc:sldMk cId="3391995303" sldId="290"/>
            <ac:grpSpMk id="33" creationId="{8C9EABF7-FEC8-F147-94B5-33B300DAF7FE}"/>
          </ac:grpSpMkLst>
        </pc:grpChg>
        <pc:grpChg chg="del">
          <ac:chgData name="Aberger Jonas" userId="ceb1aaf8-5544-4c36-af61-de230cd7d456" providerId="ADAL" clId="{34CA5827-BBF3-422B-9C38-7EA06574312E}" dt="2026-05-13T06:57:48.174" v="3418" actId="478"/>
          <ac:grpSpMkLst>
            <pc:docMk/>
            <pc:sldMk cId="3391995303" sldId="290"/>
            <ac:grpSpMk id="39" creationId="{DFAB2B37-7428-005C-2AA9-11F9402AAB58}"/>
          </ac:grpSpMkLst>
        </pc:grpChg>
        <pc:picChg chg="add del mod">
          <ac:chgData name="Aberger Jonas" userId="ceb1aaf8-5544-4c36-af61-de230cd7d456" providerId="ADAL" clId="{34CA5827-BBF3-422B-9C38-7EA06574312E}" dt="2026-05-13T06:59:11.503" v="3421" actId="21"/>
          <ac:picMkLst>
            <pc:docMk/>
            <pc:sldMk cId="3391995303" sldId="290"/>
            <ac:picMk id="6" creationId="{49101376-4A33-0495-F3FB-7F13807E0427}"/>
          </ac:picMkLst>
        </pc:picChg>
        <pc:picChg chg="add del mod modCrop">
          <ac:chgData name="Aberger Jonas" userId="ceb1aaf8-5544-4c36-af61-de230cd7d456" providerId="ADAL" clId="{34CA5827-BBF3-422B-9C38-7EA06574312E}" dt="2026-05-13T07:19:02.918" v="4152" actId="478"/>
          <ac:picMkLst>
            <pc:docMk/>
            <pc:sldMk cId="3391995303" sldId="290"/>
            <ac:picMk id="9" creationId="{E005D6C8-045F-3528-8582-586D508F2572}"/>
          </ac:picMkLst>
        </pc:picChg>
        <pc:picChg chg="add mod modCrop">
          <ac:chgData name="Aberger Jonas" userId="ceb1aaf8-5544-4c36-af61-de230cd7d456" providerId="ADAL" clId="{34CA5827-BBF3-422B-9C38-7EA06574312E}" dt="2026-05-13T07:22:21.833" v="4182" actId="1076"/>
          <ac:picMkLst>
            <pc:docMk/>
            <pc:sldMk cId="3391995303" sldId="290"/>
            <ac:picMk id="11" creationId="{46CC2375-AF2C-6D15-1751-1BCF17923B06}"/>
          </ac:picMkLst>
        </pc:picChg>
      </pc:sldChg>
      <pc:sldChg chg="addSp delSp modSp add mod ord modClrScheme modAnim chgLayout">
        <pc:chgData name="Aberger Jonas" userId="ceb1aaf8-5544-4c36-af61-de230cd7d456" providerId="ADAL" clId="{34CA5827-BBF3-422B-9C38-7EA06574312E}" dt="2026-05-13T13:21:39.889" v="7247"/>
        <pc:sldMkLst>
          <pc:docMk/>
          <pc:sldMk cId="2529818992" sldId="291"/>
        </pc:sldMkLst>
        <pc:spChg chg="del">
          <ac:chgData name="Aberger Jonas" userId="ceb1aaf8-5544-4c36-af61-de230cd7d456" providerId="ADAL" clId="{34CA5827-BBF3-422B-9C38-7EA06574312E}" dt="2026-05-13T07:26:00.045" v="4194" actId="478"/>
          <ac:spMkLst>
            <pc:docMk/>
            <pc:sldMk cId="2529818992" sldId="291"/>
            <ac:spMk id="2" creationId="{F093DD74-C8D3-5A85-1E4B-6024F5A6E304}"/>
          </ac:spMkLst>
        </pc:spChg>
        <pc:spChg chg="mod ord">
          <ac:chgData name="Aberger Jonas" userId="ceb1aaf8-5544-4c36-af61-de230cd7d456" providerId="ADAL" clId="{34CA5827-BBF3-422B-9C38-7EA06574312E}" dt="2026-05-13T07:26:13.387" v="4198" actId="700"/>
          <ac:spMkLst>
            <pc:docMk/>
            <pc:sldMk cId="2529818992" sldId="291"/>
            <ac:spMk id="4" creationId="{53306093-77F7-2F58-9BA1-8CE9066BD6A4}"/>
          </ac:spMkLst>
        </pc:spChg>
        <pc:spChg chg="add del mod">
          <ac:chgData name="Aberger Jonas" userId="ceb1aaf8-5544-4c36-af61-de230cd7d456" providerId="ADAL" clId="{34CA5827-BBF3-422B-9C38-7EA06574312E}" dt="2026-05-13T07:26:03.200" v="4196" actId="478"/>
          <ac:spMkLst>
            <pc:docMk/>
            <pc:sldMk cId="2529818992" sldId="291"/>
            <ac:spMk id="6" creationId="{6E400884-E74A-AADD-1616-3060296D1CE1}"/>
          </ac:spMkLst>
        </pc:spChg>
        <pc:spChg chg="del">
          <ac:chgData name="Aberger Jonas" userId="ceb1aaf8-5544-4c36-af61-de230cd7d456" providerId="ADAL" clId="{34CA5827-BBF3-422B-9C38-7EA06574312E}" dt="2026-05-13T07:26:01.694" v="4195" actId="478"/>
          <ac:spMkLst>
            <pc:docMk/>
            <pc:sldMk cId="2529818992" sldId="291"/>
            <ac:spMk id="7" creationId="{B7C026B2-6916-3309-B5AA-F2AA0DB3E7A5}"/>
          </ac:spMkLst>
        </pc:spChg>
        <pc:spChg chg="add del mod ord">
          <ac:chgData name="Aberger Jonas" userId="ceb1aaf8-5544-4c36-af61-de230cd7d456" providerId="ADAL" clId="{34CA5827-BBF3-422B-9C38-7EA06574312E}" dt="2026-05-13T07:26:19.094" v="4200" actId="478"/>
          <ac:spMkLst>
            <pc:docMk/>
            <pc:sldMk cId="2529818992" sldId="291"/>
            <ac:spMk id="8" creationId="{56E418AD-6471-EDE7-2C9E-BE972EB347CC}"/>
          </ac:spMkLst>
        </pc:spChg>
        <pc:spChg chg="add del mod ord">
          <ac:chgData name="Aberger Jonas" userId="ceb1aaf8-5544-4c36-af61-de230cd7d456" providerId="ADAL" clId="{34CA5827-BBF3-422B-9C38-7EA06574312E}" dt="2026-05-13T07:26:17.723" v="4199" actId="478"/>
          <ac:spMkLst>
            <pc:docMk/>
            <pc:sldMk cId="2529818992" sldId="291"/>
            <ac:spMk id="9" creationId="{78D415C4-309F-52D5-FD99-0BAD85BB8AC6}"/>
          </ac:spMkLst>
        </pc:spChg>
        <pc:picChg chg="del">
          <ac:chgData name="Aberger Jonas" userId="ceb1aaf8-5544-4c36-af61-de230cd7d456" providerId="ADAL" clId="{34CA5827-BBF3-422B-9C38-7EA06574312E}" dt="2026-05-13T07:26:04.826" v="4197" actId="478"/>
          <ac:picMkLst>
            <pc:docMk/>
            <pc:sldMk cId="2529818992" sldId="291"/>
            <ac:picMk id="11" creationId="{C9D866B8-7953-F06C-4C5A-1B4329552BB5}"/>
          </ac:picMkLst>
        </pc:picChg>
        <pc:picChg chg="add del mod">
          <ac:chgData name="Aberger Jonas" userId="ceb1aaf8-5544-4c36-af61-de230cd7d456" providerId="ADAL" clId="{34CA5827-BBF3-422B-9C38-7EA06574312E}" dt="2026-05-13T07:29:14.304" v="4214" actId="22"/>
          <ac:picMkLst>
            <pc:docMk/>
            <pc:sldMk cId="2529818992" sldId="291"/>
            <ac:picMk id="12" creationId="{3EFCDFF7-F2A5-3E36-0F60-F31972C23567}"/>
          </ac:picMkLst>
        </pc:picChg>
        <pc:picChg chg="add mod modCrop">
          <ac:chgData name="Aberger Jonas" userId="ceb1aaf8-5544-4c36-af61-de230cd7d456" providerId="ADAL" clId="{34CA5827-BBF3-422B-9C38-7EA06574312E}" dt="2026-05-13T13:21:32.761" v="7246" actId="1038"/>
          <ac:picMkLst>
            <pc:docMk/>
            <pc:sldMk cId="2529818992" sldId="291"/>
            <ac:picMk id="14" creationId="{6578278C-2DB2-2919-F90E-EC0805E4B3FB}"/>
          </ac:picMkLst>
        </pc:picChg>
        <pc:picChg chg="add mod">
          <ac:chgData name="Aberger Jonas" userId="ceb1aaf8-5544-4c36-af61-de230cd7d456" providerId="ADAL" clId="{34CA5827-BBF3-422B-9C38-7EA06574312E}" dt="2026-05-13T13:21:29.893" v="7226" actId="1076"/>
          <ac:picMkLst>
            <pc:docMk/>
            <pc:sldMk cId="2529818992" sldId="291"/>
            <ac:picMk id="16" creationId="{915615F7-CBC9-E35C-5DF4-AC0E41E88646}"/>
          </ac:picMkLst>
        </pc:picChg>
      </pc:sldChg>
      <pc:sldChg chg="delSp modSp add del mod modTransition">
        <pc:chgData name="Aberger Jonas" userId="ceb1aaf8-5544-4c36-af61-de230cd7d456" providerId="ADAL" clId="{34CA5827-BBF3-422B-9C38-7EA06574312E}" dt="2026-05-13T07:25:39.366" v="4192" actId="47"/>
        <pc:sldMkLst>
          <pc:docMk/>
          <pc:sldMk cId="3521008505" sldId="291"/>
        </pc:sldMkLst>
        <pc:spChg chg="mod">
          <ac:chgData name="Aberger Jonas" userId="ceb1aaf8-5544-4c36-af61-de230cd7d456" providerId="ADAL" clId="{34CA5827-BBF3-422B-9C38-7EA06574312E}" dt="2026-05-13T07:24:07.958" v="4188" actId="14100"/>
          <ac:spMkLst>
            <pc:docMk/>
            <pc:sldMk cId="3521008505" sldId="291"/>
            <ac:spMk id="7" creationId="{64C4D0EB-0AF3-9202-6770-FFBB0EB92F4F}"/>
          </ac:spMkLst>
        </pc:spChg>
        <pc:picChg chg="del">
          <ac:chgData name="Aberger Jonas" userId="ceb1aaf8-5544-4c36-af61-de230cd7d456" providerId="ADAL" clId="{34CA5827-BBF3-422B-9C38-7EA06574312E}" dt="2026-05-13T07:23:58.229" v="4184" actId="478"/>
          <ac:picMkLst>
            <pc:docMk/>
            <pc:sldMk cId="3521008505" sldId="291"/>
            <ac:picMk id="11" creationId="{C9FACBF9-CA1C-411F-BFC0-3FEB38AE0F6F}"/>
          </ac:picMkLst>
        </pc:picChg>
      </pc:sldChg>
      <pc:sldChg chg="modSp del mod modShow">
        <pc:chgData name="Aberger Jonas" userId="ceb1aaf8-5544-4c36-af61-de230cd7d456" providerId="ADAL" clId="{34CA5827-BBF3-422B-9C38-7EA06574312E}" dt="2026-05-12T12:58:46.545" v="267" actId="47"/>
        <pc:sldMkLst>
          <pc:docMk/>
          <pc:sldMk cId="528378736" sldId="292"/>
        </pc:sldMkLst>
      </pc:sldChg>
      <pc:sldChg chg="addSp delSp modSp add mod ord addAnim delAnim modAnim">
        <pc:chgData name="Aberger Jonas" userId="ceb1aaf8-5544-4c36-af61-de230cd7d456" providerId="ADAL" clId="{34CA5827-BBF3-422B-9C38-7EA06574312E}" dt="2026-05-13T13:33:23.172" v="7274"/>
        <pc:sldMkLst>
          <pc:docMk/>
          <pc:sldMk cId="3875482969" sldId="292"/>
        </pc:sldMkLst>
        <pc:picChg chg="add mod modCrop">
          <ac:chgData name="Aberger Jonas" userId="ceb1aaf8-5544-4c36-af61-de230cd7d456" providerId="ADAL" clId="{34CA5827-BBF3-422B-9C38-7EA06574312E}" dt="2026-05-13T13:31:33.542" v="7258" actId="14100"/>
          <ac:picMkLst>
            <pc:docMk/>
            <pc:sldMk cId="3875482969" sldId="292"/>
            <ac:picMk id="3" creationId="{648B11FF-0EF1-221C-8952-428E1F4AF46B}"/>
          </ac:picMkLst>
        </pc:picChg>
        <pc:picChg chg="add del mod">
          <ac:chgData name="Aberger Jonas" userId="ceb1aaf8-5544-4c36-af61-de230cd7d456" providerId="ADAL" clId="{34CA5827-BBF3-422B-9C38-7EA06574312E}" dt="2026-05-13T13:30:17.375" v="7251" actId="478"/>
          <ac:picMkLst>
            <pc:docMk/>
            <pc:sldMk cId="3875482969" sldId="292"/>
            <ac:picMk id="7" creationId="{E8BD4130-C556-F3B5-76E6-5CE497CC973D}"/>
          </ac:picMkLst>
        </pc:picChg>
        <pc:picChg chg="add mod">
          <ac:chgData name="Aberger Jonas" userId="ceb1aaf8-5544-4c36-af61-de230cd7d456" providerId="ADAL" clId="{34CA5827-BBF3-422B-9C38-7EA06574312E}" dt="2026-05-13T13:32:46.409" v="7268" actId="1076"/>
          <ac:picMkLst>
            <pc:docMk/>
            <pc:sldMk cId="3875482969" sldId="292"/>
            <ac:picMk id="9" creationId="{04E53BDC-FE01-8F2C-1C4E-F7C014A2A8C4}"/>
          </ac:picMkLst>
        </pc:picChg>
        <pc:picChg chg="add mod">
          <ac:chgData name="Aberger Jonas" userId="ceb1aaf8-5544-4c36-af61-de230cd7d456" providerId="ADAL" clId="{34CA5827-BBF3-422B-9C38-7EA06574312E}" dt="2026-05-13T13:32:40.573" v="7267" actId="1076"/>
          <ac:picMkLst>
            <pc:docMk/>
            <pc:sldMk cId="3875482969" sldId="292"/>
            <ac:picMk id="11" creationId="{DC6F32DD-BC81-E379-773F-282BDB54D585}"/>
          </ac:picMkLst>
        </pc:picChg>
        <pc:picChg chg="del">
          <ac:chgData name="Aberger Jonas" userId="ceb1aaf8-5544-4c36-af61-de230cd7d456" providerId="ADAL" clId="{34CA5827-BBF3-422B-9C38-7EA06574312E}" dt="2026-05-13T08:13:15.064" v="4236" actId="478"/>
          <ac:picMkLst>
            <pc:docMk/>
            <pc:sldMk cId="3875482969" sldId="292"/>
            <ac:picMk id="14" creationId="{F2E8E9C3-1D76-B63C-BED6-6895C394CDC2}"/>
          </ac:picMkLst>
        </pc:picChg>
        <pc:picChg chg="del">
          <ac:chgData name="Aberger Jonas" userId="ceb1aaf8-5544-4c36-af61-de230cd7d456" providerId="ADAL" clId="{34CA5827-BBF3-422B-9C38-7EA06574312E}" dt="2026-05-13T08:13:16.385" v="4237" actId="478"/>
          <ac:picMkLst>
            <pc:docMk/>
            <pc:sldMk cId="3875482969" sldId="292"/>
            <ac:picMk id="16" creationId="{8C8490C6-7536-5288-0BBF-55A6BC3B37B4}"/>
          </ac:picMkLst>
        </pc:picChg>
      </pc:sldChg>
      <pc:sldChg chg="modSp del mod modShow">
        <pc:chgData name="Aberger Jonas" userId="ceb1aaf8-5544-4c36-af61-de230cd7d456" providerId="ADAL" clId="{34CA5827-BBF3-422B-9C38-7EA06574312E}" dt="2026-05-12T12:58:45.732" v="266" actId="47"/>
        <pc:sldMkLst>
          <pc:docMk/>
          <pc:sldMk cId="3921468239" sldId="293"/>
        </pc:sldMkLst>
      </pc:sldChg>
      <pc:sldChg chg="del">
        <pc:chgData name="Aberger Jonas" userId="ceb1aaf8-5544-4c36-af61-de230cd7d456" providerId="ADAL" clId="{34CA5827-BBF3-422B-9C38-7EA06574312E}" dt="2026-05-12T13:22:42.273" v="624" actId="47"/>
        <pc:sldMkLst>
          <pc:docMk/>
          <pc:sldMk cId="143432298" sldId="294"/>
        </pc:sldMkLst>
      </pc:sldChg>
      <pc:sldChg chg="new del">
        <pc:chgData name="Aberger Jonas" userId="ceb1aaf8-5544-4c36-af61-de230cd7d456" providerId="ADAL" clId="{34CA5827-BBF3-422B-9C38-7EA06574312E}" dt="2026-05-13T08:17:44.098" v="4259" actId="47"/>
        <pc:sldMkLst>
          <pc:docMk/>
          <pc:sldMk cId="3182444489" sldId="294"/>
        </pc:sldMkLst>
      </pc:sldChg>
      <pc:sldChg chg="addSp delSp modSp add mod ord modTransition addAnim delAnim modAnim">
        <pc:chgData name="Aberger Jonas" userId="ceb1aaf8-5544-4c36-af61-de230cd7d456" providerId="ADAL" clId="{34CA5827-BBF3-422B-9C38-7EA06574312E}" dt="2026-05-13T13:00:42.029" v="7122"/>
        <pc:sldMkLst>
          <pc:docMk/>
          <pc:sldMk cId="3315736428" sldId="294"/>
        </pc:sldMkLst>
        <pc:spChg chg="mod">
          <ac:chgData name="Aberger Jonas" userId="ceb1aaf8-5544-4c36-af61-de230cd7d456" providerId="ADAL" clId="{34CA5827-BBF3-422B-9C38-7EA06574312E}" dt="2026-05-13T08:47:09.661" v="4664" actId="20577"/>
          <ac:spMkLst>
            <pc:docMk/>
            <pc:sldMk cId="3315736428" sldId="294"/>
            <ac:spMk id="2" creationId="{3E068A93-E0DF-1435-7DD9-9C8247BBF63D}"/>
          </ac:spMkLst>
        </pc:spChg>
        <pc:spChg chg="mod">
          <ac:chgData name="Aberger Jonas" userId="ceb1aaf8-5544-4c36-af61-de230cd7d456" providerId="ADAL" clId="{34CA5827-BBF3-422B-9C38-7EA06574312E}" dt="2026-05-13T09:48:10.714" v="4796" actId="20577"/>
          <ac:spMkLst>
            <pc:docMk/>
            <pc:sldMk cId="3315736428" sldId="294"/>
            <ac:spMk id="7" creationId="{59A77C05-C866-BD8F-B63B-49B937472990}"/>
          </ac:spMkLst>
        </pc:spChg>
        <pc:picChg chg="add del mod modCrop">
          <ac:chgData name="Aberger Jonas" userId="ceb1aaf8-5544-4c36-af61-de230cd7d456" providerId="ADAL" clId="{34CA5827-BBF3-422B-9C38-7EA06574312E}" dt="2026-05-13T09:10:24.158" v="4766" actId="478"/>
          <ac:picMkLst>
            <pc:docMk/>
            <pc:sldMk cId="3315736428" sldId="294"/>
            <ac:picMk id="6" creationId="{5A991875-508E-85E8-0CDE-0B50CD5B14AD}"/>
          </ac:picMkLst>
        </pc:picChg>
        <pc:picChg chg="add mod modCrop">
          <ac:chgData name="Aberger Jonas" userId="ceb1aaf8-5544-4c36-af61-de230cd7d456" providerId="ADAL" clId="{34CA5827-BBF3-422B-9C38-7EA06574312E}" dt="2026-05-13T09:50:12.288" v="4814" actId="208"/>
          <ac:picMkLst>
            <pc:docMk/>
            <pc:sldMk cId="3315736428" sldId="294"/>
            <ac:picMk id="9" creationId="{070CCECE-8CE4-48FA-2501-A4A967633830}"/>
          </ac:picMkLst>
        </pc:picChg>
        <pc:picChg chg="del">
          <ac:chgData name="Aberger Jonas" userId="ceb1aaf8-5544-4c36-af61-de230cd7d456" providerId="ADAL" clId="{34CA5827-BBF3-422B-9C38-7EA06574312E}" dt="2026-05-13T08:39:43.517" v="4484" actId="478"/>
          <ac:picMkLst>
            <pc:docMk/>
            <pc:sldMk cId="3315736428" sldId="294"/>
            <ac:picMk id="11" creationId="{2EE7A70A-95C1-D6CC-3B4D-0B9D0AED32DB}"/>
          </ac:picMkLst>
        </pc:picChg>
      </pc:sldChg>
      <pc:sldChg chg="del">
        <pc:chgData name="Aberger Jonas" userId="ceb1aaf8-5544-4c36-af61-de230cd7d456" providerId="ADAL" clId="{34CA5827-BBF3-422B-9C38-7EA06574312E}" dt="2026-05-12T13:22:25.558" v="604" actId="47"/>
        <pc:sldMkLst>
          <pc:docMk/>
          <pc:sldMk cId="3482118451" sldId="295"/>
        </pc:sldMkLst>
      </pc:sldChg>
      <pc:sldChg chg="modSp add del mod">
        <pc:chgData name="Aberger Jonas" userId="ceb1aaf8-5544-4c36-af61-de230cd7d456" providerId="ADAL" clId="{34CA5827-BBF3-422B-9C38-7EA06574312E}" dt="2026-05-13T10:09:24.724" v="5407" actId="47"/>
        <pc:sldMkLst>
          <pc:docMk/>
          <pc:sldMk cId="1611317112" sldId="296"/>
        </pc:sldMkLst>
        <pc:spChg chg="mod">
          <ac:chgData name="Aberger Jonas" userId="ceb1aaf8-5544-4c36-af61-de230cd7d456" providerId="ADAL" clId="{34CA5827-BBF3-422B-9C38-7EA06574312E}" dt="2026-05-13T09:53:23.453" v="4847" actId="20577"/>
          <ac:spMkLst>
            <pc:docMk/>
            <pc:sldMk cId="1611317112" sldId="296"/>
            <ac:spMk id="7" creationId="{9B308BC6-322C-C49E-8F34-308DF00A3D34}"/>
          </ac:spMkLst>
        </pc:spChg>
      </pc:sldChg>
      <pc:sldChg chg="del">
        <pc:chgData name="Aberger Jonas" userId="ceb1aaf8-5544-4c36-af61-de230cd7d456" providerId="ADAL" clId="{34CA5827-BBF3-422B-9C38-7EA06574312E}" dt="2026-05-12T13:22:26.259" v="605" actId="47"/>
        <pc:sldMkLst>
          <pc:docMk/>
          <pc:sldMk cId="3400586888" sldId="296"/>
        </pc:sldMkLst>
      </pc:sldChg>
      <pc:sldChg chg="del">
        <pc:chgData name="Aberger Jonas" userId="ceb1aaf8-5544-4c36-af61-de230cd7d456" providerId="ADAL" clId="{34CA5827-BBF3-422B-9C38-7EA06574312E}" dt="2026-05-12T13:22:26.824" v="606" actId="47"/>
        <pc:sldMkLst>
          <pc:docMk/>
          <pc:sldMk cId="3404846569" sldId="297"/>
        </pc:sldMkLst>
      </pc:sldChg>
      <pc:sldChg chg="del">
        <pc:chgData name="Aberger Jonas" userId="ceb1aaf8-5544-4c36-af61-de230cd7d456" providerId="ADAL" clId="{34CA5827-BBF3-422B-9C38-7EA06574312E}" dt="2026-05-12T12:58:48.050" v="268" actId="47"/>
        <pc:sldMkLst>
          <pc:docMk/>
          <pc:sldMk cId="3376771771" sldId="298"/>
        </pc:sldMkLst>
      </pc:sldChg>
      <pc:sldChg chg="del">
        <pc:chgData name="Aberger Jonas" userId="ceb1aaf8-5544-4c36-af61-de230cd7d456" providerId="ADAL" clId="{34CA5827-BBF3-422B-9C38-7EA06574312E}" dt="2026-05-12T13:22:28.661" v="609" actId="47"/>
        <pc:sldMkLst>
          <pc:docMk/>
          <pc:sldMk cId="830517901" sldId="299"/>
        </pc:sldMkLst>
      </pc:sldChg>
      <pc:sldChg chg="addSp delSp modSp add mod modTransition">
        <pc:chgData name="Aberger Jonas" userId="ceb1aaf8-5544-4c36-af61-de230cd7d456" providerId="ADAL" clId="{34CA5827-BBF3-422B-9C38-7EA06574312E}" dt="2026-05-13T09:52:31.904" v="4824"/>
        <pc:sldMkLst>
          <pc:docMk/>
          <pc:sldMk cId="3906731258" sldId="299"/>
        </pc:sldMkLst>
        <pc:picChg chg="add mod modCrop">
          <ac:chgData name="Aberger Jonas" userId="ceb1aaf8-5544-4c36-af61-de230cd7d456" providerId="ADAL" clId="{34CA5827-BBF3-422B-9C38-7EA06574312E}" dt="2026-05-13T09:51:55.821" v="4820" actId="1076"/>
          <ac:picMkLst>
            <pc:docMk/>
            <pc:sldMk cId="3906731258" sldId="299"/>
            <ac:picMk id="6" creationId="{2C7C14BE-0F7A-17FC-D8EB-821EDCE6B266}"/>
          </ac:picMkLst>
        </pc:picChg>
        <pc:picChg chg="del">
          <ac:chgData name="Aberger Jonas" userId="ceb1aaf8-5544-4c36-af61-de230cd7d456" providerId="ADAL" clId="{34CA5827-BBF3-422B-9C38-7EA06574312E}" dt="2026-05-13T09:51:41.955" v="4816" actId="478"/>
          <ac:picMkLst>
            <pc:docMk/>
            <pc:sldMk cId="3906731258" sldId="299"/>
            <ac:picMk id="9" creationId="{59D45936-6F3A-16E5-8110-5A69CADC9393}"/>
          </ac:picMkLst>
        </pc:picChg>
      </pc:sldChg>
      <pc:sldChg chg="addSp delSp modSp add mod ord modTransition">
        <pc:chgData name="Aberger Jonas" userId="ceb1aaf8-5544-4c36-af61-de230cd7d456" providerId="ADAL" clId="{34CA5827-BBF3-422B-9C38-7EA06574312E}" dt="2026-05-13T09:58:03.044" v="5031"/>
        <pc:sldMkLst>
          <pc:docMk/>
          <pc:sldMk cId="1982678398" sldId="300"/>
        </pc:sldMkLst>
        <pc:spChg chg="mod">
          <ac:chgData name="Aberger Jonas" userId="ceb1aaf8-5544-4c36-af61-de230cd7d456" providerId="ADAL" clId="{34CA5827-BBF3-422B-9C38-7EA06574312E}" dt="2026-05-13T09:57:47.404" v="5027" actId="20577"/>
          <ac:spMkLst>
            <pc:docMk/>
            <pc:sldMk cId="1982678398" sldId="300"/>
            <ac:spMk id="7" creationId="{413DC3D4-14BC-95C1-630F-F67A4FE0C3FC}"/>
          </ac:spMkLst>
        </pc:spChg>
        <pc:picChg chg="add del mod modCrop">
          <ac:chgData name="Aberger Jonas" userId="ceb1aaf8-5544-4c36-af61-de230cd7d456" providerId="ADAL" clId="{34CA5827-BBF3-422B-9C38-7EA06574312E}" dt="2026-05-13T09:55:49.306" v="4971" actId="478"/>
          <ac:picMkLst>
            <pc:docMk/>
            <pc:sldMk cId="1982678398" sldId="300"/>
            <ac:picMk id="6" creationId="{C2776744-9563-AB8D-3E1E-9D88C7224D2D}"/>
          </ac:picMkLst>
        </pc:picChg>
        <pc:picChg chg="add mod">
          <ac:chgData name="Aberger Jonas" userId="ceb1aaf8-5544-4c36-af61-de230cd7d456" providerId="ADAL" clId="{34CA5827-BBF3-422B-9C38-7EA06574312E}" dt="2026-05-13T09:56:13.582" v="4976" actId="14100"/>
          <ac:picMkLst>
            <pc:docMk/>
            <pc:sldMk cId="1982678398" sldId="300"/>
            <ac:picMk id="9" creationId="{485283E2-1BFF-F99D-6CD4-79D2749854F3}"/>
          </ac:picMkLst>
        </pc:picChg>
        <pc:picChg chg="add del mod modCrop">
          <ac:chgData name="Aberger Jonas" userId="ceb1aaf8-5544-4c36-af61-de230cd7d456" providerId="ADAL" clId="{34CA5827-BBF3-422B-9C38-7EA06574312E}" dt="2026-05-13T09:57:12.958" v="4982" actId="478"/>
          <ac:picMkLst>
            <pc:docMk/>
            <pc:sldMk cId="1982678398" sldId="300"/>
            <ac:picMk id="10" creationId="{313CF5B4-B567-BF52-A3CA-998A424C6184}"/>
          </ac:picMkLst>
        </pc:picChg>
      </pc:sldChg>
      <pc:sldChg chg="addSp delSp modSp add mod modTransition">
        <pc:chgData name="Aberger Jonas" userId="ceb1aaf8-5544-4c36-af61-de230cd7d456" providerId="ADAL" clId="{34CA5827-BBF3-422B-9C38-7EA06574312E}" dt="2026-05-13T10:16:27.984" v="5662" actId="255"/>
        <pc:sldMkLst>
          <pc:docMk/>
          <pc:sldMk cId="233546101" sldId="301"/>
        </pc:sldMkLst>
        <pc:spChg chg="mod">
          <ac:chgData name="Aberger Jonas" userId="ceb1aaf8-5544-4c36-af61-de230cd7d456" providerId="ADAL" clId="{34CA5827-BBF3-422B-9C38-7EA06574312E}" dt="2026-05-13T10:16:27.984" v="5662" actId="255"/>
          <ac:spMkLst>
            <pc:docMk/>
            <pc:sldMk cId="233546101" sldId="301"/>
            <ac:spMk id="7" creationId="{97B3FA28-BDB4-D14C-026E-2AF952B71D75}"/>
          </ac:spMkLst>
        </pc:spChg>
        <pc:picChg chg="add mod modCrop">
          <ac:chgData name="Aberger Jonas" userId="ceb1aaf8-5544-4c36-af61-de230cd7d456" providerId="ADAL" clId="{34CA5827-BBF3-422B-9C38-7EA06574312E}" dt="2026-05-13T10:00:54.989" v="5123" actId="1076"/>
          <ac:picMkLst>
            <pc:docMk/>
            <pc:sldMk cId="233546101" sldId="301"/>
            <ac:picMk id="6" creationId="{CAABACE3-803D-6902-F923-E2E947721C69}"/>
          </ac:picMkLst>
        </pc:picChg>
        <pc:picChg chg="del">
          <ac:chgData name="Aberger Jonas" userId="ceb1aaf8-5544-4c36-af61-de230cd7d456" providerId="ADAL" clId="{34CA5827-BBF3-422B-9C38-7EA06574312E}" dt="2026-05-13T09:59:48.769" v="5110" actId="478"/>
          <ac:picMkLst>
            <pc:docMk/>
            <pc:sldMk cId="233546101" sldId="301"/>
            <ac:picMk id="9" creationId="{47952795-DB40-0461-5896-415FFC5F8586}"/>
          </ac:picMkLst>
        </pc:picChg>
      </pc:sldChg>
      <pc:sldChg chg="del">
        <pc:chgData name="Aberger Jonas" userId="ceb1aaf8-5544-4c36-af61-de230cd7d456" providerId="ADAL" clId="{34CA5827-BBF3-422B-9C38-7EA06574312E}" dt="2026-05-12T13:22:38.994" v="620" actId="47"/>
        <pc:sldMkLst>
          <pc:docMk/>
          <pc:sldMk cId="1647383267" sldId="301"/>
        </pc:sldMkLst>
      </pc:sldChg>
      <pc:sldChg chg="del">
        <pc:chgData name="Aberger Jonas" userId="ceb1aaf8-5544-4c36-af61-de230cd7d456" providerId="ADAL" clId="{34CA5827-BBF3-422B-9C38-7EA06574312E}" dt="2026-05-12T13:22:31.444" v="612" actId="47"/>
        <pc:sldMkLst>
          <pc:docMk/>
          <pc:sldMk cId="1107920274" sldId="302"/>
        </pc:sldMkLst>
      </pc:sldChg>
      <pc:sldChg chg="addSp delSp modSp add mod modTransition">
        <pc:chgData name="Aberger Jonas" userId="ceb1aaf8-5544-4c36-af61-de230cd7d456" providerId="ADAL" clId="{34CA5827-BBF3-422B-9C38-7EA06574312E}" dt="2026-05-13T10:16:37.429" v="5665" actId="20577"/>
        <pc:sldMkLst>
          <pc:docMk/>
          <pc:sldMk cId="1927743878" sldId="302"/>
        </pc:sldMkLst>
        <pc:spChg chg="mod">
          <ac:chgData name="Aberger Jonas" userId="ceb1aaf8-5544-4c36-af61-de230cd7d456" providerId="ADAL" clId="{34CA5827-BBF3-422B-9C38-7EA06574312E}" dt="2026-05-13T10:16:37.429" v="5665" actId="20577"/>
          <ac:spMkLst>
            <pc:docMk/>
            <pc:sldMk cId="1927743878" sldId="302"/>
            <ac:spMk id="7" creationId="{29289926-1AB4-282A-073B-0DD028F11DCB}"/>
          </ac:spMkLst>
        </pc:spChg>
        <pc:picChg chg="del">
          <ac:chgData name="Aberger Jonas" userId="ceb1aaf8-5544-4c36-af61-de230cd7d456" providerId="ADAL" clId="{34CA5827-BBF3-422B-9C38-7EA06574312E}" dt="2026-05-13T10:03:00.220" v="5203" actId="478"/>
          <ac:picMkLst>
            <pc:docMk/>
            <pc:sldMk cId="1927743878" sldId="302"/>
            <ac:picMk id="6" creationId="{8D452B99-A6CC-F27E-B482-C8305CF487F0}"/>
          </ac:picMkLst>
        </pc:picChg>
        <pc:picChg chg="add del mod">
          <ac:chgData name="Aberger Jonas" userId="ceb1aaf8-5544-4c36-af61-de230cd7d456" providerId="ADAL" clId="{34CA5827-BBF3-422B-9C38-7EA06574312E}" dt="2026-05-13T10:03:37.217" v="5206" actId="478"/>
          <ac:picMkLst>
            <pc:docMk/>
            <pc:sldMk cId="1927743878" sldId="302"/>
            <ac:picMk id="8" creationId="{924B6268-92FC-D057-362C-8DD6AFF57D5E}"/>
          </ac:picMkLst>
        </pc:picChg>
        <pc:picChg chg="add del mod modCrop">
          <ac:chgData name="Aberger Jonas" userId="ceb1aaf8-5544-4c36-af61-de230cd7d456" providerId="ADAL" clId="{34CA5827-BBF3-422B-9C38-7EA06574312E}" dt="2026-05-13T10:07:54.200" v="5380" actId="478"/>
          <ac:picMkLst>
            <pc:docMk/>
            <pc:sldMk cId="1927743878" sldId="302"/>
            <ac:picMk id="10" creationId="{A6D8DADB-A75B-BAD4-BB82-63A42C82D97E}"/>
          </ac:picMkLst>
        </pc:picChg>
        <pc:picChg chg="add del mod modCrop">
          <ac:chgData name="Aberger Jonas" userId="ceb1aaf8-5544-4c36-af61-de230cd7d456" providerId="ADAL" clId="{34CA5827-BBF3-422B-9C38-7EA06574312E}" dt="2026-05-13T10:09:59.436" v="5410" actId="478"/>
          <ac:picMkLst>
            <pc:docMk/>
            <pc:sldMk cId="1927743878" sldId="302"/>
            <ac:picMk id="12" creationId="{6B179CA3-FB14-2C55-7102-0D2B88F04F36}"/>
          </ac:picMkLst>
        </pc:picChg>
        <pc:picChg chg="add mod">
          <ac:chgData name="Aberger Jonas" userId="ceb1aaf8-5544-4c36-af61-de230cd7d456" providerId="ADAL" clId="{34CA5827-BBF3-422B-9C38-7EA06574312E}" dt="2026-05-13T10:10:48.101" v="5481" actId="14100"/>
          <ac:picMkLst>
            <pc:docMk/>
            <pc:sldMk cId="1927743878" sldId="302"/>
            <ac:picMk id="14" creationId="{AAD5FD92-2C97-99DB-C905-42C50D8FAA79}"/>
          </ac:picMkLst>
        </pc:picChg>
      </pc:sldChg>
      <pc:sldChg chg="del">
        <pc:chgData name="Aberger Jonas" userId="ceb1aaf8-5544-4c36-af61-de230cd7d456" providerId="ADAL" clId="{34CA5827-BBF3-422B-9C38-7EA06574312E}" dt="2026-05-12T13:22:30.794" v="611" actId="47"/>
        <pc:sldMkLst>
          <pc:docMk/>
          <pc:sldMk cId="2449364684" sldId="304"/>
        </pc:sldMkLst>
      </pc:sldChg>
      <pc:sldChg chg="addSp delSp modSp add mod modTransition">
        <pc:chgData name="Aberger Jonas" userId="ceb1aaf8-5544-4c36-af61-de230cd7d456" providerId="ADAL" clId="{34CA5827-BBF3-422B-9C38-7EA06574312E}" dt="2026-05-13T11:21:26.487" v="6331" actId="255"/>
        <pc:sldMkLst>
          <pc:docMk/>
          <pc:sldMk cId="2630365001" sldId="304"/>
        </pc:sldMkLst>
        <pc:spChg chg="mod">
          <ac:chgData name="Aberger Jonas" userId="ceb1aaf8-5544-4c36-af61-de230cd7d456" providerId="ADAL" clId="{34CA5827-BBF3-422B-9C38-7EA06574312E}" dt="2026-05-13T11:21:26.487" v="6331" actId="255"/>
          <ac:spMkLst>
            <pc:docMk/>
            <pc:sldMk cId="2630365001" sldId="304"/>
            <ac:spMk id="7" creationId="{83DF395F-3AF5-0725-DC5D-C1BB80D0AF6B}"/>
          </ac:spMkLst>
        </pc:spChg>
        <pc:picChg chg="add mod modCrop">
          <ac:chgData name="Aberger Jonas" userId="ceb1aaf8-5544-4c36-af61-de230cd7d456" providerId="ADAL" clId="{34CA5827-BBF3-422B-9C38-7EA06574312E}" dt="2026-05-13T10:12:04.905" v="5559" actId="1076"/>
          <ac:picMkLst>
            <pc:docMk/>
            <pc:sldMk cId="2630365001" sldId="304"/>
            <ac:picMk id="6" creationId="{82002C9C-411A-C1B7-C623-7C5CCAE8B730}"/>
          </ac:picMkLst>
        </pc:picChg>
        <pc:picChg chg="del">
          <ac:chgData name="Aberger Jonas" userId="ceb1aaf8-5544-4c36-af61-de230cd7d456" providerId="ADAL" clId="{34CA5827-BBF3-422B-9C38-7EA06574312E}" dt="2026-05-13T10:10:59.373" v="5483" actId="478"/>
          <ac:picMkLst>
            <pc:docMk/>
            <pc:sldMk cId="2630365001" sldId="304"/>
            <ac:picMk id="14" creationId="{43EC339F-0885-CDA9-D084-D7C0F3A088FF}"/>
          </ac:picMkLst>
        </pc:picChg>
      </pc:sldChg>
      <pc:sldChg chg="addSp delSp modSp add mod modTransition addAnim delAnim modAnim">
        <pc:chgData name="Aberger Jonas" userId="ceb1aaf8-5544-4c36-af61-de230cd7d456" providerId="ADAL" clId="{34CA5827-BBF3-422B-9C38-7EA06574312E}" dt="2026-05-13T11:15:23.983" v="6256"/>
        <pc:sldMkLst>
          <pc:docMk/>
          <pc:sldMk cId="1208865646" sldId="305"/>
        </pc:sldMkLst>
        <pc:spChg chg="del">
          <ac:chgData name="Aberger Jonas" userId="ceb1aaf8-5544-4c36-af61-de230cd7d456" providerId="ADAL" clId="{34CA5827-BBF3-422B-9C38-7EA06574312E}" dt="2026-05-13T10:39:01.941" v="5745" actId="478"/>
          <ac:spMkLst>
            <pc:docMk/>
            <pc:sldMk cId="1208865646" sldId="305"/>
            <ac:spMk id="2" creationId="{61257C46-9A76-1E8C-F5EF-01DD7A1B626F}"/>
          </ac:spMkLst>
        </pc:spChg>
        <pc:spChg chg="mod">
          <ac:chgData name="Aberger Jonas" userId="ceb1aaf8-5544-4c36-af61-de230cd7d456" providerId="ADAL" clId="{34CA5827-BBF3-422B-9C38-7EA06574312E}" dt="2026-05-13T10:53:26.381" v="5932" actId="20577"/>
          <ac:spMkLst>
            <pc:docMk/>
            <pc:sldMk cId="1208865646" sldId="305"/>
            <ac:spMk id="7" creationId="{00335981-B28B-10E6-3706-F0F9CFE1DCB2}"/>
          </ac:spMkLst>
        </pc:spChg>
        <pc:spChg chg="add del mod">
          <ac:chgData name="Aberger Jonas" userId="ceb1aaf8-5544-4c36-af61-de230cd7d456" providerId="ADAL" clId="{34CA5827-BBF3-422B-9C38-7EA06574312E}" dt="2026-05-13T10:39:03.834" v="5746" actId="478"/>
          <ac:spMkLst>
            <pc:docMk/>
            <pc:sldMk cId="1208865646" sldId="305"/>
            <ac:spMk id="13" creationId="{0BCCB5D1-355D-B519-4380-6785376D6110}"/>
          </ac:spMkLst>
        </pc:spChg>
        <pc:picChg chg="add del mod">
          <ac:chgData name="Aberger Jonas" userId="ceb1aaf8-5544-4c36-af61-de230cd7d456" providerId="ADAL" clId="{34CA5827-BBF3-422B-9C38-7EA06574312E}" dt="2026-05-13T10:18:18.237" v="5668" actId="478"/>
          <ac:picMkLst>
            <pc:docMk/>
            <pc:sldMk cId="1208865646" sldId="305"/>
            <ac:picMk id="3" creationId="{810D3C85-5C80-40E4-CDE6-CFACD1F9B7C6}"/>
          </ac:picMkLst>
        </pc:picChg>
        <pc:picChg chg="del">
          <ac:chgData name="Aberger Jonas" userId="ceb1aaf8-5544-4c36-af61-de230cd7d456" providerId="ADAL" clId="{34CA5827-BBF3-422B-9C38-7EA06574312E}" dt="2026-05-13T10:15:14.020" v="5652" actId="478"/>
          <ac:picMkLst>
            <pc:docMk/>
            <pc:sldMk cId="1208865646" sldId="305"/>
            <ac:picMk id="6" creationId="{9CDB26ED-66CE-EA31-A766-D99AA2391BDA}"/>
          </ac:picMkLst>
        </pc:picChg>
        <pc:picChg chg="del">
          <ac:chgData name="Aberger Jonas" userId="ceb1aaf8-5544-4c36-af61-de230cd7d456" providerId="ADAL" clId="{34CA5827-BBF3-422B-9C38-7EA06574312E}" dt="2026-05-13T10:18:06.960" v="5667" actId="478"/>
          <ac:picMkLst>
            <pc:docMk/>
            <pc:sldMk cId="1208865646" sldId="305"/>
            <ac:picMk id="9" creationId="{EBA57224-2588-71B8-FDFA-ED6F6F827E3A}"/>
          </ac:picMkLst>
        </pc:picChg>
        <pc:picChg chg="add mod">
          <ac:chgData name="Aberger Jonas" userId="ceb1aaf8-5544-4c36-af61-de230cd7d456" providerId="ADAL" clId="{34CA5827-BBF3-422B-9C38-7EA06574312E}" dt="2026-05-13T10:37:59.059" v="5739" actId="14100"/>
          <ac:picMkLst>
            <pc:docMk/>
            <pc:sldMk cId="1208865646" sldId="305"/>
            <ac:picMk id="10" creationId="{557311FC-67BD-D4CC-0394-CB01935E7A66}"/>
          </ac:picMkLst>
        </pc:picChg>
        <pc:picChg chg="add del mod">
          <ac:chgData name="Aberger Jonas" userId="ceb1aaf8-5544-4c36-af61-de230cd7d456" providerId="ADAL" clId="{34CA5827-BBF3-422B-9C38-7EA06574312E}" dt="2026-05-13T10:40:13.316" v="5774" actId="478"/>
          <ac:picMkLst>
            <pc:docMk/>
            <pc:sldMk cId="1208865646" sldId="305"/>
            <ac:picMk id="11" creationId="{825F8648-6DDC-0F92-7F81-DADA390C93BC}"/>
          </ac:picMkLst>
        </pc:picChg>
        <pc:picChg chg="add mod modCrop">
          <ac:chgData name="Aberger Jonas" userId="ceb1aaf8-5544-4c36-af61-de230cd7d456" providerId="ADAL" clId="{34CA5827-BBF3-422B-9C38-7EA06574312E}" dt="2026-05-13T10:43:24.735" v="5787" actId="1076"/>
          <ac:picMkLst>
            <pc:docMk/>
            <pc:sldMk cId="1208865646" sldId="305"/>
            <ac:picMk id="15" creationId="{C4651D7E-E604-4650-90FA-90473B843FD1}"/>
          </ac:picMkLst>
        </pc:picChg>
      </pc:sldChg>
      <pc:sldChg chg="del">
        <pc:chgData name="Aberger Jonas" userId="ceb1aaf8-5544-4c36-af61-de230cd7d456" providerId="ADAL" clId="{34CA5827-BBF3-422B-9C38-7EA06574312E}" dt="2026-05-12T13:22:30.134" v="610" actId="47"/>
        <pc:sldMkLst>
          <pc:docMk/>
          <pc:sldMk cId="4262321722" sldId="305"/>
        </pc:sldMkLst>
      </pc:sldChg>
      <pc:sldChg chg="del">
        <pc:chgData name="Aberger Jonas" userId="ceb1aaf8-5544-4c36-af61-de230cd7d456" providerId="ADAL" clId="{34CA5827-BBF3-422B-9C38-7EA06574312E}" dt="2026-05-12T13:22:36.460" v="616" actId="47"/>
        <pc:sldMkLst>
          <pc:docMk/>
          <pc:sldMk cId="1891948115" sldId="306"/>
        </pc:sldMkLst>
      </pc:sldChg>
      <pc:sldChg chg="del">
        <pc:chgData name="Aberger Jonas" userId="ceb1aaf8-5544-4c36-af61-de230cd7d456" providerId="ADAL" clId="{34CA5827-BBF3-422B-9C38-7EA06574312E}" dt="2026-05-12T13:22:37.193" v="617" actId="47"/>
        <pc:sldMkLst>
          <pc:docMk/>
          <pc:sldMk cId="2987260620" sldId="308"/>
        </pc:sldMkLst>
      </pc:sldChg>
      <pc:sldChg chg="addSp delSp modSp add mod modTransition">
        <pc:chgData name="Aberger Jonas" userId="ceb1aaf8-5544-4c36-af61-de230cd7d456" providerId="ADAL" clId="{34CA5827-BBF3-422B-9C38-7EA06574312E}" dt="2026-05-13T11:16:49.424" v="6300" actId="20577"/>
        <pc:sldMkLst>
          <pc:docMk/>
          <pc:sldMk cId="1100607935" sldId="309"/>
        </pc:sldMkLst>
        <pc:spChg chg="mod">
          <ac:chgData name="Aberger Jonas" userId="ceb1aaf8-5544-4c36-af61-de230cd7d456" providerId="ADAL" clId="{34CA5827-BBF3-422B-9C38-7EA06574312E}" dt="2026-05-13T11:16:49.424" v="6300" actId="20577"/>
          <ac:spMkLst>
            <pc:docMk/>
            <pc:sldMk cId="1100607935" sldId="309"/>
            <ac:spMk id="7" creationId="{362E4F97-8958-4382-8D13-CEE7492F154D}"/>
          </ac:spMkLst>
        </pc:spChg>
        <pc:picChg chg="add mod">
          <ac:chgData name="Aberger Jonas" userId="ceb1aaf8-5544-4c36-af61-de230cd7d456" providerId="ADAL" clId="{34CA5827-BBF3-422B-9C38-7EA06574312E}" dt="2026-05-13T10:47:16.384" v="5854" actId="1076"/>
          <ac:picMkLst>
            <pc:docMk/>
            <pc:sldMk cId="1100607935" sldId="309"/>
            <ac:picMk id="3" creationId="{8D7FAB48-BC3C-01A9-2695-7BA5DCB3DBF5}"/>
          </ac:picMkLst>
        </pc:picChg>
        <pc:picChg chg="add del mod">
          <ac:chgData name="Aberger Jonas" userId="ceb1aaf8-5544-4c36-af61-de230cd7d456" providerId="ADAL" clId="{34CA5827-BBF3-422B-9C38-7EA06574312E}" dt="2026-05-13T10:47:54.237" v="5858" actId="478"/>
          <ac:picMkLst>
            <pc:docMk/>
            <pc:sldMk cId="1100607935" sldId="309"/>
            <ac:picMk id="8" creationId="{8AFCD76D-EA49-C4FE-B34B-6B43E2508941}"/>
          </ac:picMkLst>
        </pc:picChg>
        <pc:picChg chg="del">
          <ac:chgData name="Aberger Jonas" userId="ceb1aaf8-5544-4c36-af61-de230cd7d456" providerId="ADAL" clId="{34CA5827-BBF3-422B-9C38-7EA06574312E}" dt="2026-05-13T10:46:55.862" v="5847" actId="478"/>
          <ac:picMkLst>
            <pc:docMk/>
            <pc:sldMk cId="1100607935" sldId="309"/>
            <ac:picMk id="10" creationId="{B0B8EDBC-7DCD-3F9E-B760-5CA5CC756181}"/>
          </ac:picMkLst>
        </pc:picChg>
        <pc:picChg chg="add mod modCrop">
          <ac:chgData name="Aberger Jonas" userId="ceb1aaf8-5544-4c36-af61-de230cd7d456" providerId="ADAL" clId="{34CA5827-BBF3-422B-9C38-7EA06574312E}" dt="2026-05-13T10:48:19.342" v="5868" actId="1076"/>
          <ac:picMkLst>
            <pc:docMk/>
            <pc:sldMk cId="1100607935" sldId="309"/>
            <ac:picMk id="11" creationId="{C0C72916-E264-1028-C96D-4984AE1D61F9}"/>
          </ac:picMkLst>
        </pc:picChg>
        <pc:picChg chg="del">
          <ac:chgData name="Aberger Jonas" userId="ceb1aaf8-5544-4c36-af61-de230cd7d456" providerId="ADAL" clId="{34CA5827-BBF3-422B-9C38-7EA06574312E}" dt="2026-05-13T10:46:57.326" v="5848" actId="478"/>
          <ac:picMkLst>
            <pc:docMk/>
            <pc:sldMk cId="1100607935" sldId="309"/>
            <ac:picMk id="15" creationId="{C383D569-D3D9-2F7F-1FB7-62B16D04C0C7}"/>
          </ac:picMkLst>
        </pc:picChg>
      </pc:sldChg>
      <pc:sldChg chg="del">
        <pc:chgData name="Aberger Jonas" userId="ceb1aaf8-5544-4c36-af61-de230cd7d456" providerId="ADAL" clId="{34CA5827-BBF3-422B-9C38-7EA06574312E}" dt="2026-05-12T13:22:32.243" v="613" actId="47"/>
        <pc:sldMkLst>
          <pc:docMk/>
          <pc:sldMk cId="2309627873" sldId="310"/>
        </pc:sldMkLst>
      </pc:sldChg>
      <pc:sldChg chg="addSp delSp modSp add mod modTransition addAnim delAnim modAnim">
        <pc:chgData name="Aberger Jonas" userId="ceb1aaf8-5544-4c36-af61-de230cd7d456" providerId="ADAL" clId="{34CA5827-BBF3-422B-9C38-7EA06574312E}" dt="2026-05-13T11:30:38.738" v="6346"/>
        <pc:sldMkLst>
          <pc:docMk/>
          <pc:sldMk cId="3045269903" sldId="310"/>
        </pc:sldMkLst>
        <pc:spChg chg="mod">
          <ac:chgData name="Aberger Jonas" userId="ceb1aaf8-5544-4c36-af61-de230cd7d456" providerId="ADAL" clId="{34CA5827-BBF3-422B-9C38-7EA06574312E}" dt="2026-05-13T10:53:50.146" v="5934" actId="20577"/>
          <ac:spMkLst>
            <pc:docMk/>
            <pc:sldMk cId="3045269903" sldId="310"/>
            <ac:spMk id="7" creationId="{ADCAB3B8-0FCB-6E36-D82F-94631E175ADD}"/>
          </ac:spMkLst>
        </pc:spChg>
        <pc:spChg chg="add mod">
          <ac:chgData name="Aberger Jonas" userId="ceb1aaf8-5544-4c36-af61-de230cd7d456" providerId="ADAL" clId="{34CA5827-BBF3-422B-9C38-7EA06574312E}" dt="2026-05-13T10:55:11.288" v="5945" actId="14100"/>
          <ac:spMkLst>
            <pc:docMk/>
            <pc:sldMk cId="3045269903" sldId="310"/>
            <ac:spMk id="10" creationId="{1E603122-2FF9-762E-2438-69EEDBA222B9}"/>
          </ac:spMkLst>
        </pc:spChg>
        <pc:spChg chg="add mod">
          <ac:chgData name="Aberger Jonas" userId="ceb1aaf8-5544-4c36-af61-de230cd7d456" providerId="ADAL" clId="{34CA5827-BBF3-422B-9C38-7EA06574312E}" dt="2026-05-13T11:17:50.367" v="6304" actId="113"/>
          <ac:spMkLst>
            <pc:docMk/>
            <pc:sldMk cId="3045269903" sldId="310"/>
            <ac:spMk id="12" creationId="{9C25A91B-75A5-1585-6D66-6A3E947506AA}"/>
          </ac:spMkLst>
        </pc:spChg>
        <pc:picChg chg="del">
          <ac:chgData name="Aberger Jonas" userId="ceb1aaf8-5544-4c36-af61-de230cd7d456" providerId="ADAL" clId="{34CA5827-BBF3-422B-9C38-7EA06574312E}" dt="2026-05-13T10:51:29.154" v="5909" actId="478"/>
          <ac:picMkLst>
            <pc:docMk/>
            <pc:sldMk cId="3045269903" sldId="310"/>
            <ac:picMk id="3" creationId="{72A56E90-33D3-D0D1-96A9-DAE0AB403178}"/>
          </ac:picMkLst>
        </pc:picChg>
        <pc:picChg chg="add del mod">
          <ac:chgData name="Aberger Jonas" userId="ceb1aaf8-5544-4c36-af61-de230cd7d456" providerId="ADAL" clId="{34CA5827-BBF3-422B-9C38-7EA06574312E}" dt="2026-05-13T10:52:22.375" v="5913" actId="478"/>
          <ac:picMkLst>
            <pc:docMk/>
            <pc:sldMk cId="3045269903" sldId="310"/>
            <ac:picMk id="6" creationId="{990AB1F9-C54E-AD83-7C1A-90748F5D44E8}"/>
          </ac:picMkLst>
        </pc:picChg>
        <pc:picChg chg="add mod">
          <ac:chgData name="Aberger Jonas" userId="ceb1aaf8-5544-4c36-af61-de230cd7d456" providerId="ADAL" clId="{34CA5827-BBF3-422B-9C38-7EA06574312E}" dt="2026-05-13T10:54:01.519" v="5937" actId="1076"/>
          <ac:picMkLst>
            <pc:docMk/>
            <pc:sldMk cId="3045269903" sldId="310"/>
            <ac:picMk id="9" creationId="{948E05C0-D273-5CE1-64B7-22C1F5D52B76}"/>
          </ac:picMkLst>
        </pc:picChg>
        <pc:picChg chg="del">
          <ac:chgData name="Aberger Jonas" userId="ceb1aaf8-5544-4c36-af61-de230cd7d456" providerId="ADAL" clId="{34CA5827-BBF3-422B-9C38-7EA06574312E}" dt="2026-05-13T10:51:28.536" v="5908" actId="478"/>
          <ac:picMkLst>
            <pc:docMk/>
            <pc:sldMk cId="3045269903" sldId="310"/>
            <ac:picMk id="11" creationId="{E11ECB26-7AED-CCF2-B24E-3A4BFCB1FB83}"/>
          </ac:picMkLst>
        </pc:picChg>
      </pc:sldChg>
      <pc:sldChg chg="addSp delSp modSp add mod addAnim delAnim modAnim">
        <pc:chgData name="Aberger Jonas" userId="ceb1aaf8-5544-4c36-af61-de230cd7d456" providerId="ADAL" clId="{34CA5827-BBF3-422B-9C38-7EA06574312E}" dt="2026-05-13T11:30:42.684" v="6347"/>
        <pc:sldMkLst>
          <pc:docMk/>
          <pc:sldMk cId="676385173" sldId="311"/>
        </pc:sldMkLst>
        <pc:spChg chg="mod">
          <ac:chgData name="Aberger Jonas" userId="ceb1aaf8-5544-4c36-af61-de230cd7d456" providerId="ADAL" clId="{34CA5827-BBF3-422B-9C38-7EA06574312E}" dt="2026-05-13T11:10:08.314" v="6126" actId="20577"/>
          <ac:spMkLst>
            <pc:docMk/>
            <pc:sldMk cId="676385173" sldId="311"/>
            <ac:spMk id="7" creationId="{F9126B66-5C0D-9681-1387-C99A371D972A}"/>
          </ac:spMkLst>
        </pc:spChg>
        <pc:spChg chg="mod">
          <ac:chgData name="Aberger Jonas" userId="ceb1aaf8-5544-4c36-af61-de230cd7d456" providerId="ADAL" clId="{34CA5827-BBF3-422B-9C38-7EA06574312E}" dt="2026-05-13T11:01:40.833" v="6116" actId="1076"/>
          <ac:spMkLst>
            <pc:docMk/>
            <pc:sldMk cId="676385173" sldId="311"/>
            <ac:spMk id="10" creationId="{747B9707-F1F7-B180-20C4-8C3FDDB8BD10}"/>
          </ac:spMkLst>
        </pc:spChg>
        <pc:spChg chg="del">
          <ac:chgData name="Aberger Jonas" userId="ceb1aaf8-5544-4c36-af61-de230cd7d456" providerId="ADAL" clId="{34CA5827-BBF3-422B-9C38-7EA06574312E}" dt="2026-05-13T11:09:13.664" v="6117" actId="478"/>
          <ac:spMkLst>
            <pc:docMk/>
            <pc:sldMk cId="676385173" sldId="311"/>
            <ac:spMk id="12" creationId="{24706F0F-CD1D-6611-BF91-EE4BE1221C1E}"/>
          </ac:spMkLst>
        </pc:spChg>
        <pc:picChg chg="add mod">
          <ac:chgData name="Aberger Jonas" userId="ceb1aaf8-5544-4c36-af61-de230cd7d456" providerId="ADAL" clId="{34CA5827-BBF3-422B-9C38-7EA06574312E}" dt="2026-05-13T11:09:52.314" v="6124" actId="1076"/>
          <ac:picMkLst>
            <pc:docMk/>
            <pc:sldMk cId="676385173" sldId="311"/>
            <ac:picMk id="3" creationId="{B34F9397-28A1-1B8F-04D8-5EE367F768B8}"/>
          </ac:picMkLst>
        </pc:picChg>
      </pc:sldChg>
      <pc:sldChg chg="del">
        <pc:chgData name="Aberger Jonas" userId="ceb1aaf8-5544-4c36-af61-de230cd7d456" providerId="ADAL" clId="{34CA5827-BBF3-422B-9C38-7EA06574312E}" dt="2026-05-12T13:22:40.823" v="622" actId="47"/>
        <pc:sldMkLst>
          <pc:docMk/>
          <pc:sldMk cId="2779394515" sldId="311"/>
        </pc:sldMkLst>
      </pc:sldChg>
      <pc:sldChg chg="addSp delSp modSp add mod addAnim delAnim modAnim">
        <pc:chgData name="Aberger Jonas" userId="ceb1aaf8-5544-4c36-af61-de230cd7d456" providerId="ADAL" clId="{34CA5827-BBF3-422B-9C38-7EA06574312E}" dt="2026-05-13T11:30:46.008" v="6348"/>
        <pc:sldMkLst>
          <pc:docMk/>
          <pc:sldMk cId="542825167" sldId="312"/>
        </pc:sldMkLst>
        <pc:spChg chg="mod">
          <ac:chgData name="Aberger Jonas" userId="ceb1aaf8-5544-4c36-af61-de230cd7d456" providerId="ADAL" clId="{34CA5827-BBF3-422B-9C38-7EA06574312E}" dt="2026-05-13T11:10:43.048" v="6144" actId="20577"/>
          <ac:spMkLst>
            <pc:docMk/>
            <pc:sldMk cId="542825167" sldId="312"/>
            <ac:spMk id="7" creationId="{E5B5BB63-090D-A138-B72B-3FE067E58848}"/>
          </ac:spMkLst>
        </pc:spChg>
        <pc:spChg chg="mod">
          <ac:chgData name="Aberger Jonas" userId="ceb1aaf8-5544-4c36-af61-de230cd7d456" providerId="ADAL" clId="{34CA5827-BBF3-422B-9C38-7EA06574312E}" dt="2026-05-13T11:11:06.231" v="6182" actId="14100"/>
          <ac:spMkLst>
            <pc:docMk/>
            <pc:sldMk cId="542825167" sldId="312"/>
            <ac:spMk id="10" creationId="{471100F4-A29B-226A-B720-32FC98DA34BE}"/>
          </ac:spMkLst>
        </pc:spChg>
        <pc:picChg chg="del">
          <ac:chgData name="Aberger Jonas" userId="ceb1aaf8-5544-4c36-af61-de230cd7d456" providerId="ADAL" clId="{34CA5827-BBF3-422B-9C38-7EA06574312E}" dt="2026-05-13T11:10:48.591" v="6145" actId="478"/>
          <ac:picMkLst>
            <pc:docMk/>
            <pc:sldMk cId="542825167" sldId="312"/>
            <ac:picMk id="3" creationId="{A9D5F199-27B3-6EED-6430-2F0B25A2D488}"/>
          </ac:picMkLst>
        </pc:picChg>
        <pc:picChg chg="add mod">
          <ac:chgData name="Aberger Jonas" userId="ceb1aaf8-5544-4c36-af61-de230cd7d456" providerId="ADAL" clId="{34CA5827-BBF3-422B-9C38-7EA06574312E}" dt="2026-05-13T11:12:52.023" v="6187" actId="1076"/>
          <ac:picMkLst>
            <pc:docMk/>
            <pc:sldMk cId="542825167" sldId="312"/>
            <ac:picMk id="6" creationId="{BE99EB3F-4C7A-F82E-2D74-60B2646286C5}"/>
          </ac:picMkLst>
        </pc:picChg>
      </pc:sldChg>
      <pc:sldChg chg="del">
        <pc:chgData name="Aberger Jonas" userId="ceb1aaf8-5544-4c36-af61-de230cd7d456" providerId="ADAL" clId="{34CA5827-BBF3-422B-9C38-7EA06574312E}" dt="2026-05-12T13:22:39.626" v="621" actId="47"/>
        <pc:sldMkLst>
          <pc:docMk/>
          <pc:sldMk cId="4246919490" sldId="312"/>
        </pc:sldMkLst>
      </pc:sldChg>
      <pc:sldChg chg="addSp delSp modSp add mod addAnim delAnim modAnim">
        <pc:chgData name="Aberger Jonas" userId="ceb1aaf8-5544-4c36-af61-de230cd7d456" providerId="ADAL" clId="{34CA5827-BBF3-422B-9C38-7EA06574312E}" dt="2026-05-13T11:30:49.907" v="6349"/>
        <pc:sldMkLst>
          <pc:docMk/>
          <pc:sldMk cId="402329928" sldId="313"/>
        </pc:sldMkLst>
        <pc:spChg chg="add mod">
          <ac:chgData name="Aberger Jonas" userId="ceb1aaf8-5544-4c36-af61-de230cd7d456" providerId="ADAL" clId="{34CA5827-BBF3-422B-9C38-7EA06574312E}" dt="2026-05-13T11:27:43.940" v="6345" actId="255"/>
          <ac:spMkLst>
            <pc:docMk/>
            <pc:sldMk cId="402329928" sldId="313"/>
            <ac:spMk id="2" creationId="{16410214-2270-D189-35C7-2FAA2EE80E29}"/>
          </ac:spMkLst>
        </pc:spChg>
        <pc:spChg chg="mod">
          <ac:chgData name="Aberger Jonas" userId="ceb1aaf8-5544-4c36-af61-de230cd7d456" providerId="ADAL" clId="{34CA5827-BBF3-422B-9C38-7EA06574312E}" dt="2026-05-13T11:13:20.937" v="6201" actId="113"/>
          <ac:spMkLst>
            <pc:docMk/>
            <pc:sldMk cId="402329928" sldId="313"/>
            <ac:spMk id="7" creationId="{F6D753B1-049D-F9DB-CA8B-C82995A49FA7}"/>
          </ac:spMkLst>
        </pc:spChg>
        <pc:spChg chg="mod">
          <ac:chgData name="Aberger Jonas" userId="ceb1aaf8-5544-4c36-af61-de230cd7d456" providerId="ADAL" clId="{34CA5827-BBF3-422B-9C38-7EA06574312E}" dt="2026-05-13T11:13:40.128" v="6237" actId="14100"/>
          <ac:spMkLst>
            <pc:docMk/>
            <pc:sldMk cId="402329928" sldId="313"/>
            <ac:spMk id="10" creationId="{7848E9ED-52A1-7468-A515-808D43E99CD8}"/>
          </ac:spMkLst>
        </pc:spChg>
        <pc:picChg chg="del">
          <ac:chgData name="Aberger Jonas" userId="ceb1aaf8-5544-4c36-af61-de230cd7d456" providerId="ADAL" clId="{34CA5827-BBF3-422B-9C38-7EA06574312E}" dt="2026-05-13T11:13:27.790" v="6202" actId="478"/>
          <ac:picMkLst>
            <pc:docMk/>
            <pc:sldMk cId="402329928" sldId="313"/>
            <ac:picMk id="6" creationId="{BC31BA7C-B4D6-DD84-A71E-C6376B06D987}"/>
          </ac:picMkLst>
        </pc:picChg>
      </pc:sldChg>
      <pc:sldChg chg="del">
        <pc:chgData name="Aberger Jonas" userId="ceb1aaf8-5544-4c36-af61-de230cd7d456" providerId="ADAL" clId="{34CA5827-BBF3-422B-9C38-7EA06574312E}" dt="2026-05-12T13:22:41.595" v="623" actId="47"/>
        <pc:sldMkLst>
          <pc:docMk/>
          <pc:sldMk cId="2683494062" sldId="313"/>
        </pc:sldMkLst>
      </pc:sldChg>
      <pc:sldChg chg="del">
        <pc:chgData name="Aberger Jonas" userId="ceb1aaf8-5544-4c36-af61-de230cd7d456" providerId="ADAL" clId="{34CA5827-BBF3-422B-9C38-7EA06574312E}" dt="2026-05-12T13:22:37.809" v="618" actId="47"/>
        <pc:sldMkLst>
          <pc:docMk/>
          <pc:sldMk cId="3045538189" sldId="314"/>
        </pc:sldMkLst>
      </pc:sldChg>
      <pc:sldChg chg="del">
        <pc:chgData name="Aberger Jonas" userId="ceb1aaf8-5544-4c36-af61-de230cd7d456" providerId="ADAL" clId="{34CA5827-BBF3-422B-9C38-7EA06574312E}" dt="2026-05-12T13:22:38.446" v="619" actId="47"/>
        <pc:sldMkLst>
          <pc:docMk/>
          <pc:sldMk cId="4160802402" sldId="315"/>
        </pc:sldMkLst>
      </pc:sldChg>
      <pc:sldChg chg="del">
        <pc:chgData name="Aberger Jonas" userId="ceb1aaf8-5544-4c36-af61-de230cd7d456" providerId="ADAL" clId="{34CA5827-BBF3-422B-9C38-7EA06574312E}" dt="2026-05-12T13:22:24.763" v="603" actId="47"/>
        <pc:sldMkLst>
          <pc:docMk/>
          <pc:sldMk cId="4243944730" sldId="316"/>
        </pc:sldMkLst>
      </pc:sldChg>
      <pc:sldChg chg="modSp mod">
        <pc:chgData name="Aberger Jonas" userId="ceb1aaf8-5544-4c36-af61-de230cd7d456" providerId="ADAL" clId="{34CA5827-BBF3-422B-9C38-7EA06574312E}" dt="2026-05-13T12:04:26.472" v="6374" actId="1035"/>
        <pc:sldMkLst>
          <pc:docMk/>
          <pc:sldMk cId="4074229770" sldId="327"/>
        </pc:sldMkLst>
        <pc:spChg chg="mod">
          <ac:chgData name="Aberger Jonas" userId="ceb1aaf8-5544-4c36-af61-de230cd7d456" providerId="ADAL" clId="{34CA5827-BBF3-422B-9C38-7EA06574312E}" dt="2026-05-13T12:04:26.472" v="6374" actId="1035"/>
          <ac:spMkLst>
            <pc:docMk/>
            <pc:sldMk cId="4074229770" sldId="327"/>
            <ac:spMk id="16" creationId="{DD3495A6-8E28-AB4E-382B-0756D39A4A3C}"/>
          </ac:spMkLst>
        </pc:spChg>
      </pc:sldChg>
      <pc:sldChg chg="delSp modSp add del mod ord">
        <pc:chgData name="Aberger Jonas" userId="ceb1aaf8-5544-4c36-af61-de230cd7d456" providerId="ADAL" clId="{34CA5827-BBF3-422B-9C38-7EA06574312E}" dt="2026-05-13T12:18:07.487" v="6394" actId="47"/>
        <pc:sldMkLst>
          <pc:docMk/>
          <pc:sldMk cId="124131457" sldId="331"/>
        </pc:sldMkLst>
        <pc:spChg chg="mod">
          <ac:chgData name="Aberger Jonas" userId="ceb1aaf8-5544-4c36-af61-de230cd7d456" providerId="ADAL" clId="{34CA5827-BBF3-422B-9C38-7EA06574312E}" dt="2026-05-13T12:14:27.537" v="6389" actId="20577"/>
          <ac:spMkLst>
            <pc:docMk/>
            <pc:sldMk cId="124131457" sldId="331"/>
            <ac:spMk id="2" creationId="{C47E55C7-00FB-57C3-5CA1-6325D32616A5}"/>
          </ac:spMkLst>
        </pc:spChg>
        <pc:spChg chg="del mod">
          <ac:chgData name="Aberger Jonas" userId="ceb1aaf8-5544-4c36-af61-de230cd7d456" providerId="ADAL" clId="{34CA5827-BBF3-422B-9C38-7EA06574312E}" dt="2026-05-13T12:17:56.835" v="6393"/>
          <ac:spMkLst>
            <pc:docMk/>
            <pc:sldMk cId="124131457" sldId="331"/>
            <ac:spMk id="7" creationId="{922C750A-E584-9C99-FE4E-CBA7F453B929}"/>
          </ac:spMkLst>
        </pc:spChg>
        <pc:picChg chg="del">
          <ac:chgData name="Aberger Jonas" userId="ceb1aaf8-5544-4c36-af61-de230cd7d456" providerId="ADAL" clId="{34CA5827-BBF3-422B-9C38-7EA06574312E}" dt="2026-05-13T12:14:29.564" v="6390" actId="478"/>
          <ac:picMkLst>
            <pc:docMk/>
            <pc:sldMk cId="124131457" sldId="331"/>
            <ac:picMk id="11" creationId="{9BD863EA-E149-0A06-ACE9-B00D918FE03C}"/>
          </ac:picMkLst>
        </pc:picChg>
      </pc:sldChg>
      <pc:sldChg chg="addSp modSp new mod modTransition addAnim delAnim modAnim">
        <pc:chgData name="Aberger Jonas" userId="ceb1aaf8-5544-4c36-af61-de230cd7d456" providerId="ADAL" clId="{34CA5827-BBF3-422B-9C38-7EA06574312E}" dt="2026-05-13T13:00:24.864" v="7121"/>
        <pc:sldMkLst>
          <pc:docMk/>
          <pc:sldMk cId="3361334040" sldId="331"/>
        </pc:sldMkLst>
        <pc:spChg chg="mod">
          <ac:chgData name="Aberger Jonas" userId="ceb1aaf8-5544-4c36-af61-de230cd7d456" providerId="ADAL" clId="{34CA5827-BBF3-422B-9C38-7EA06574312E}" dt="2026-05-13T12:32:56.039" v="6839" actId="1076"/>
          <ac:spMkLst>
            <pc:docMk/>
            <pc:sldMk cId="3361334040" sldId="331"/>
            <ac:spMk id="2" creationId="{12AAF8B4-7B21-53EE-49D3-DFA11F32C993}"/>
          </ac:spMkLst>
        </pc:spChg>
        <pc:spChg chg="mod">
          <ac:chgData name="Aberger Jonas" userId="ceb1aaf8-5544-4c36-af61-de230cd7d456" providerId="ADAL" clId="{34CA5827-BBF3-422B-9C38-7EA06574312E}" dt="2026-05-13T12:41:41.225" v="6888" actId="20577"/>
          <ac:spMkLst>
            <pc:docMk/>
            <pc:sldMk cId="3361334040" sldId="331"/>
            <ac:spMk id="3" creationId="{758536A3-50C2-0951-7D3A-6CCF9F85A990}"/>
          </ac:spMkLst>
        </pc:spChg>
        <pc:picChg chg="add mod modCrop">
          <ac:chgData name="Aberger Jonas" userId="ceb1aaf8-5544-4c36-af61-de230cd7d456" providerId="ADAL" clId="{34CA5827-BBF3-422B-9C38-7EA06574312E}" dt="2026-05-13T12:42:23.460" v="6894" actId="1582"/>
          <ac:picMkLst>
            <pc:docMk/>
            <pc:sldMk cId="3361334040" sldId="331"/>
            <ac:picMk id="7" creationId="{68ADDB6E-2052-4998-7D7B-66008587D8A9}"/>
          </ac:picMkLst>
        </pc:picChg>
        <pc:picChg chg="add mod modCrop">
          <ac:chgData name="Aberger Jonas" userId="ceb1aaf8-5544-4c36-af61-de230cd7d456" providerId="ADAL" clId="{34CA5827-BBF3-422B-9C38-7EA06574312E}" dt="2026-05-13T12:42:19.891" v="6893" actId="1582"/>
          <ac:picMkLst>
            <pc:docMk/>
            <pc:sldMk cId="3361334040" sldId="331"/>
            <ac:picMk id="9" creationId="{342C8ADD-B790-F317-DD30-21E8EEDAE3E2}"/>
          </ac:picMkLst>
        </pc:picChg>
      </pc:sldChg>
      <pc:sldChg chg="addSp modSp mod modAnim">
        <pc:chgData name="Aberger Jonas" userId="ceb1aaf8-5544-4c36-af61-de230cd7d456" providerId="ADAL" clId="{34CA5827-BBF3-422B-9C38-7EA06574312E}" dt="2026-05-13T13:15:23.176" v="7202"/>
        <pc:sldMkLst>
          <pc:docMk/>
          <pc:sldMk cId="497806538" sldId="332"/>
        </pc:sldMkLst>
        <pc:spChg chg="mod">
          <ac:chgData name="Aberger Jonas" userId="ceb1aaf8-5544-4c36-af61-de230cd7d456" providerId="ADAL" clId="{34CA5827-BBF3-422B-9C38-7EA06574312E}" dt="2026-05-13T13:11:41.535" v="7182" actId="14100"/>
          <ac:spMkLst>
            <pc:docMk/>
            <pc:sldMk cId="497806538" sldId="332"/>
            <ac:spMk id="2" creationId="{DF0BAD98-4FE7-37EC-88D9-307BA3F93A34}"/>
          </ac:spMkLst>
        </pc:spChg>
        <pc:spChg chg="mod">
          <ac:chgData name="Aberger Jonas" userId="ceb1aaf8-5544-4c36-af61-de230cd7d456" providerId="ADAL" clId="{34CA5827-BBF3-422B-9C38-7EA06574312E}" dt="2026-05-13T13:11:53.040" v="7189" actId="20577"/>
          <ac:spMkLst>
            <pc:docMk/>
            <pc:sldMk cId="497806538" sldId="332"/>
            <ac:spMk id="3" creationId="{517E8E87-3CBD-412C-59A1-0DE245BEA815}"/>
          </ac:spMkLst>
        </pc:spChg>
        <pc:cxnChg chg="add mod">
          <ac:chgData name="Aberger Jonas" userId="ceb1aaf8-5544-4c36-af61-de230cd7d456" providerId="ADAL" clId="{34CA5827-BBF3-422B-9C38-7EA06574312E}" dt="2026-05-13T13:14:32.181" v="7199" actId="1076"/>
          <ac:cxnSpMkLst>
            <pc:docMk/>
            <pc:sldMk cId="497806538" sldId="332"/>
            <ac:cxnSpMk id="9" creationId="{E214C8D9-153E-ED04-E75D-0862C79EAE8C}"/>
          </ac:cxnSpMkLst>
        </pc:cxnChg>
      </pc:sldChg>
      <pc:sldMasterChg chg="addSldLayout modSldLayout">
        <pc:chgData name="Aberger Jonas" userId="ceb1aaf8-5544-4c36-af61-de230cd7d456" providerId="ADAL" clId="{34CA5827-BBF3-422B-9C38-7EA06574312E}" dt="2026-05-13T13:18:49.246" v="7222"/>
        <pc:sldMasterMkLst>
          <pc:docMk/>
          <pc:sldMasterMk cId="1898756402" sldId="2147483648"/>
        </pc:sldMasterMkLst>
        <pc:sldLayoutChg chg="modSp mod">
          <pc:chgData name="Aberger Jonas" userId="ceb1aaf8-5544-4c36-af61-de230cd7d456" providerId="ADAL" clId="{34CA5827-BBF3-422B-9C38-7EA06574312E}" dt="2026-05-13T12:56:42.495" v="7109" actId="14100"/>
          <pc:sldLayoutMkLst>
            <pc:docMk/>
            <pc:sldMasterMk cId="1898756402" sldId="2147483648"/>
            <pc:sldLayoutMk cId="1858754544" sldId="2147483649"/>
          </pc:sldLayoutMkLst>
          <pc:spChg chg="mod">
            <ac:chgData name="Aberger Jonas" userId="ceb1aaf8-5544-4c36-af61-de230cd7d456" providerId="ADAL" clId="{34CA5827-BBF3-422B-9C38-7EA06574312E}" dt="2026-05-13T12:56:42.495" v="7109" actId="14100"/>
            <ac:spMkLst>
              <pc:docMk/>
              <pc:sldMasterMk cId="1898756402" sldId="2147483648"/>
              <pc:sldLayoutMk cId="1858754544" sldId="2147483649"/>
              <ac:spMk id="2" creationId="{8026C7B1-A0B3-21F9-B07F-F89319A2CB55}"/>
            </ac:spMkLst>
          </pc:spChg>
          <pc:spChg chg="mod">
            <ac:chgData name="Aberger Jonas" userId="ceb1aaf8-5544-4c36-af61-de230cd7d456" providerId="ADAL" clId="{34CA5827-BBF3-422B-9C38-7EA06574312E}" dt="2026-05-12T13:47:18.487" v="685" actId="207"/>
            <ac:spMkLst>
              <pc:docMk/>
              <pc:sldMasterMk cId="1898756402" sldId="2147483648"/>
              <pc:sldLayoutMk cId="1858754544" sldId="2147483649"/>
              <ac:spMk id="7" creationId="{05596B1F-BC0E-89E3-9228-E8EE4988CF43}"/>
            </ac:spMkLst>
          </pc:spChg>
          <pc:spChg chg="mod">
            <ac:chgData name="Aberger Jonas" userId="ceb1aaf8-5544-4c36-af61-de230cd7d456" providerId="ADAL" clId="{34CA5827-BBF3-422B-9C38-7EA06574312E}" dt="2026-05-12T13:47:24.893" v="686" actId="207"/>
            <ac:spMkLst>
              <pc:docMk/>
              <pc:sldMasterMk cId="1898756402" sldId="2147483648"/>
              <pc:sldLayoutMk cId="1858754544" sldId="2147483649"/>
              <ac:spMk id="8" creationId="{4787F59C-00BC-D0DE-6C16-7B5FA993D7AD}"/>
            </ac:spMkLst>
          </pc:spChg>
          <pc:spChg chg="mod">
            <ac:chgData name="Aberger Jonas" userId="ceb1aaf8-5544-4c36-af61-de230cd7d456" providerId="ADAL" clId="{34CA5827-BBF3-422B-9C38-7EA06574312E}" dt="2026-05-12T13:17:49.668" v="549" actId="1076"/>
            <ac:spMkLst>
              <pc:docMk/>
              <pc:sldMasterMk cId="1898756402" sldId="2147483648"/>
              <pc:sldLayoutMk cId="1858754544" sldId="2147483649"/>
              <ac:spMk id="9" creationId="{CFC41B57-251F-844A-2370-5C8A351905DA}"/>
            </ac:spMkLst>
          </pc:spChg>
          <pc:spChg chg="mod">
            <ac:chgData name="Aberger Jonas" userId="ceb1aaf8-5544-4c36-af61-de230cd7d456" providerId="ADAL" clId="{34CA5827-BBF3-422B-9C38-7EA06574312E}" dt="2026-05-12T13:16:59.501" v="547" actId="14100"/>
            <ac:spMkLst>
              <pc:docMk/>
              <pc:sldMasterMk cId="1898756402" sldId="2147483648"/>
              <pc:sldLayoutMk cId="1858754544" sldId="2147483649"/>
              <ac:spMk id="15" creationId="{0E2328AF-118E-200F-9FD8-58B6BA7EE5E1}"/>
            </ac:spMkLst>
          </pc:spChg>
          <pc:picChg chg="mod">
            <ac:chgData name="Aberger Jonas" userId="ceb1aaf8-5544-4c36-af61-de230cd7d456" providerId="ADAL" clId="{34CA5827-BBF3-422B-9C38-7EA06574312E}" dt="2026-05-12T13:16:20.717" v="471" actId="1076"/>
            <ac:picMkLst>
              <pc:docMk/>
              <pc:sldMasterMk cId="1898756402" sldId="2147483648"/>
              <pc:sldLayoutMk cId="1858754544" sldId="2147483649"/>
              <ac:picMk id="1026" creationId="{30F6F365-6285-D39F-7642-63027621BCEA}"/>
            </ac:picMkLst>
          </pc:picChg>
        </pc:sldLayoutChg>
        <pc:sldLayoutChg chg="addSp delSp modSp mod">
          <pc:chgData name="Aberger Jonas" userId="ceb1aaf8-5544-4c36-af61-de230cd7d456" providerId="ADAL" clId="{34CA5827-BBF3-422B-9C38-7EA06574312E}" dt="2026-05-13T13:18:34.211" v="7218" actId="20577"/>
          <pc:sldLayoutMkLst>
            <pc:docMk/>
            <pc:sldMasterMk cId="1898756402" sldId="2147483648"/>
            <pc:sldLayoutMk cId="2909859165" sldId="2147483650"/>
          </pc:sldLayoutMkLst>
          <pc:spChg chg="add del mod">
            <ac:chgData name="Aberger Jonas" userId="ceb1aaf8-5544-4c36-af61-de230cd7d456" providerId="ADAL" clId="{34CA5827-BBF3-422B-9C38-7EA06574312E}" dt="2026-05-12T14:15:56.205" v="969" actId="478"/>
            <ac:spMkLst>
              <pc:docMk/>
              <pc:sldMasterMk cId="1898756402" sldId="2147483648"/>
              <pc:sldLayoutMk cId="2909859165" sldId="2147483650"/>
              <ac:spMk id="5" creationId="{41F83C0A-6A86-11F7-37A8-33FDCEEC9CB5}"/>
            </ac:spMkLst>
          </pc:spChg>
          <pc:spChg chg="del mod">
            <ac:chgData name="Aberger Jonas" userId="ceb1aaf8-5544-4c36-af61-de230cd7d456" providerId="ADAL" clId="{34CA5827-BBF3-422B-9C38-7EA06574312E}" dt="2026-05-12T13:18:37.205" v="560"/>
            <ac:spMkLst>
              <pc:docMk/>
              <pc:sldMasterMk cId="1898756402" sldId="2147483648"/>
              <pc:sldLayoutMk cId="2909859165" sldId="2147483650"/>
              <ac:spMk id="5" creationId="{D0286368-5CBF-6145-9E83-871C1A9308B9}"/>
            </ac:spMkLst>
          </pc:spChg>
          <pc:spChg chg="add del mod">
            <ac:chgData name="Aberger Jonas" userId="ceb1aaf8-5544-4c36-af61-de230cd7d456" providerId="ADAL" clId="{34CA5827-BBF3-422B-9C38-7EA06574312E}" dt="2026-05-12T14:15:55.118" v="968" actId="478"/>
            <ac:spMkLst>
              <pc:docMk/>
              <pc:sldMasterMk cId="1898756402" sldId="2147483648"/>
              <pc:sldLayoutMk cId="2909859165" sldId="2147483650"/>
              <ac:spMk id="6" creationId="{0AD54379-4E05-9B9F-B879-F3864E7966E1}"/>
            </ac:spMkLst>
          </pc:spChg>
          <pc:spChg chg="mod">
            <ac:chgData name="Aberger Jonas" userId="ceb1aaf8-5544-4c36-af61-de230cd7d456" providerId="ADAL" clId="{34CA5827-BBF3-422B-9C38-7EA06574312E}" dt="2026-05-12T13:55:59.036" v="794" actId="1076"/>
            <ac:spMkLst>
              <pc:docMk/>
              <pc:sldMasterMk cId="1898756402" sldId="2147483648"/>
              <pc:sldLayoutMk cId="2909859165" sldId="2147483650"/>
              <ac:spMk id="8" creationId="{A07BB628-BE6D-4148-D803-2889E0B6ABD7}"/>
            </ac:spMkLst>
          </pc:spChg>
          <pc:spChg chg="mod">
            <ac:chgData name="Aberger Jonas" userId="ceb1aaf8-5544-4c36-af61-de230cd7d456" providerId="ADAL" clId="{34CA5827-BBF3-422B-9C38-7EA06574312E}" dt="2026-05-12T13:49:01.451" v="689" actId="207"/>
            <ac:spMkLst>
              <pc:docMk/>
              <pc:sldMasterMk cId="1898756402" sldId="2147483648"/>
              <pc:sldLayoutMk cId="2909859165" sldId="2147483650"/>
              <ac:spMk id="9" creationId="{ECC32D6E-9400-D4CE-DF22-2154A428E69B}"/>
            </ac:spMkLst>
          </pc:spChg>
          <pc:spChg chg="add del mod">
            <ac:chgData name="Aberger Jonas" userId="ceb1aaf8-5544-4c36-af61-de230cd7d456" providerId="ADAL" clId="{34CA5827-BBF3-422B-9C38-7EA06574312E}" dt="2026-05-12T13:26:09.483" v="663" actId="11529"/>
            <ac:spMkLst>
              <pc:docMk/>
              <pc:sldMasterMk cId="1898756402" sldId="2147483648"/>
              <pc:sldLayoutMk cId="2909859165" sldId="2147483650"/>
              <ac:spMk id="10" creationId="{3534E565-366E-7699-4048-4C99401C6A50}"/>
            </ac:spMkLst>
          </pc:spChg>
          <pc:spChg chg="add del mod">
            <ac:chgData name="Aberger Jonas" userId="ceb1aaf8-5544-4c36-af61-de230cd7d456" providerId="ADAL" clId="{34CA5827-BBF3-422B-9C38-7EA06574312E}" dt="2026-05-12T14:16:02.559" v="974" actId="478"/>
            <ac:spMkLst>
              <pc:docMk/>
              <pc:sldMasterMk cId="1898756402" sldId="2147483648"/>
              <pc:sldLayoutMk cId="2909859165" sldId="2147483650"/>
              <ac:spMk id="10" creationId="{AF88BAF3-9162-E2C9-1E53-DC3CDDD41492}"/>
            </ac:spMkLst>
          </pc:spChg>
          <pc:spChg chg="add del mod">
            <ac:chgData name="Aberger Jonas" userId="ceb1aaf8-5544-4c36-af61-de230cd7d456" providerId="ADAL" clId="{34CA5827-BBF3-422B-9C38-7EA06574312E}" dt="2026-05-12T14:16:01.401" v="973" actId="478"/>
            <ac:spMkLst>
              <pc:docMk/>
              <pc:sldMasterMk cId="1898756402" sldId="2147483648"/>
              <pc:sldLayoutMk cId="2909859165" sldId="2147483650"/>
              <ac:spMk id="12" creationId="{8CF1885C-65A6-A1CB-F4F4-96B3DDD4CD75}"/>
            </ac:spMkLst>
          </pc:spChg>
          <pc:spChg chg="add del mod">
            <ac:chgData name="Aberger Jonas" userId="ceb1aaf8-5544-4c36-af61-de230cd7d456" providerId="ADAL" clId="{34CA5827-BBF3-422B-9C38-7EA06574312E}" dt="2026-05-12T14:15:59.149" v="972" actId="478"/>
            <ac:spMkLst>
              <pc:docMk/>
              <pc:sldMasterMk cId="1898756402" sldId="2147483648"/>
              <pc:sldLayoutMk cId="2909859165" sldId="2147483650"/>
              <ac:spMk id="13" creationId="{A7AB4FF4-3FA8-4CA6-DEA6-4994122DD8B1}"/>
            </ac:spMkLst>
          </pc:spChg>
          <pc:spChg chg="add del mod">
            <ac:chgData name="Aberger Jonas" userId="ceb1aaf8-5544-4c36-af61-de230cd7d456" providerId="ADAL" clId="{34CA5827-BBF3-422B-9C38-7EA06574312E}" dt="2026-05-12T14:16:43.463" v="976" actId="478"/>
            <ac:spMkLst>
              <pc:docMk/>
              <pc:sldMasterMk cId="1898756402" sldId="2147483648"/>
              <pc:sldLayoutMk cId="2909859165" sldId="2147483650"/>
              <ac:spMk id="14" creationId="{0FB124BB-6D6C-E1AD-8026-8C6CCE547F13}"/>
            </ac:spMkLst>
          </pc:spChg>
          <pc:spChg chg="add mod">
            <ac:chgData name="Aberger Jonas" userId="ceb1aaf8-5544-4c36-af61-de230cd7d456" providerId="ADAL" clId="{34CA5827-BBF3-422B-9C38-7EA06574312E}" dt="2026-05-12T14:16:35.353" v="975"/>
            <ac:spMkLst>
              <pc:docMk/>
              <pc:sldMasterMk cId="1898756402" sldId="2147483648"/>
              <pc:sldLayoutMk cId="2909859165" sldId="2147483650"/>
              <ac:spMk id="15" creationId="{574396D8-AED3-AD2E-C646-FF7CC6F3C58E}"/>
            </ac:spMkLst>
          </pc:spChg>
          <pc:spChg chg="add mod">
            <ac:chgData name="Aberger Jonas" userId="ceb1aaf8-5544-4c36-af61-de230cd7d456" providerId="ADAL" clId="{34CA5827-BBF3-422B-9C38-7EA06574312E}" dt="2026-05-12T14:16:35.353" v="975"/>
            <ac:spMkLst>
              <pc:docMk/>
              <pc:sldMasterMk cId="1898756402" sldId="2147483648"/>
              <pc:sldLayoutMk cId="2909859165" sldId="2147483650"/>
              <ac:spMk id="16" creationId="{4BAA92A9-00AB-A3F0-A266-BE6141A8C9B4}"/>
            </ac:spMkLst>
          </pc:spChg>
          <pc:spChg chg="add mod">
            <ac:chgData name="Aberger Jonas" userId="ceb1aaf8-5544-4c36-af61-de230cd7d456" providerId="ADAL" clId="{34CA5827-BBF3-422B-9C38-7EA06574312E}" dt="2026-05-12T14:16:35.353" v="975"/>
            <ac:spMkLst>
              <pc:docMk/>
              <pc:sldMasterMk cId="1898756402" sldId="2147483648"/>
              <pc:sldLayoutMk cId="2909859165" sldId="2147483650"/>
              <ac:spMk id="17" creationId="{71DB54F6-0DEF-1294-A1C1-E6081C63661E}"/>
            </ac:spMkLst>
          </pc:spChg>
          <pc:spChg chg="add mod">
            <ac:chgData name="Aberger Jonas" userId="ceb1aaf8-5544-4c36-af61-de230cd7d456" providerId="ADAL" clId="{34CA5827-BBF3-422B-9C38-7EA06574312E}" dt="2026-05-12T14:16:35.353" v="975"/>
            <ac:spMkLst>
              <pc:docMk/>
              <pc:sldMasterMk cId="1898756402" sldId="2147483648"/>
              <pc:sldLayoutMk cId="2909859165" sldId="2147483650"/>
              <ac:spMk id="18" creationId="{68E52EF4-0F1E-4E4C-3590-6365D291477D}"/>
            </ac:spMkLst>
          </pc:spChg>
          <pc:spChg chg="mod">
            <ac:chgData name="Aberger Jonas" userId="ceb1aaf8-5544-4c36-af61-de230cd7d456" providerId="ADAL" clId="{34CA5827-BBF3-422B-9C38-7EA06574312E}" dt="2026-05-13T13:18:34.211" v="7218" actId="20577"/>
            <ac:spMkLst>
              <pc:docMk/>
              <pc:sldMasterMk cId="1898756402" sldId="2147483648"/>
              <pc:sldLayoutMk cId="2909859165" sldId="2147483650"/>
              <ac:spMk id="19" creationId="{D2F68423-5F3F-93C8-91D4-3F9A2BCA7713}"/>
            </ac:spMkLst>
          </pc:spChg>
          <pc:spChg chg="add mod">
            <ac:chgData name="Aberger Jonas" userId="ceb1aaf8-5544-4c36-af61-de230cd7d456" providerId="ADAL" clId="{34CA5827-BBF3-422B-9C38-7EA06574312E}" dt="2026-05-12T14:16:35.353" v="975"/>
            <ac:spMkLst>
              <pc:docMk/>
              <pc:sldMasterMk cId="1898756402" sldId="2147483648"/>
              <pc:sldLayoutMk cId="2909859165" sldId="2147483650"/>
              <ac:spMk id="20" creationId="{4B84B378-2C8A-5929-1D5D-284D055A6D3D}"/>
            </ac:spMkLst>
          </pc:spChg>
          <pc:spChg chg="add mod">
            <ac:chgData name="Aberger Jonas" userId="ceb1aaf8-5544-4c36-af61-de230cd7d456" providerId="ADAL" clId="{34CA5827-BBF3-422B-9C38-7EA06574312E}" dt="2026-05-12T14:16:35.353" v="975"/>
            <ac:spMkLst>
              <pc:docMk/>
              <pc:sldMasterMk cId="1898756402" sldId="2147483648"/>
              <pc:sldLayoutMk cId="2909859165" sldId="2147483650"/>
              <ac:spMk id="21" creationId="{3C5FC79B-D7E3-DED0-954B-055D6DA6C6B4}"/>
            </ac:spMkLst>
          </pc:spChg>
          <pc:spChg chg="add mod">
            <ac:chgData name="Aberger Jonas" userId="ceb1aaf8-5544-4c36-af61-de230cd7d456" providerId="ADAL" clId="{34CA5827-BBF3-422B-9C38-7EA06574312E}" dt="2026-05-12T14:16:35.353" v="975"/>
            <ac:spMkLst>
              <pc:docMk/>
              <pc:sldMasterMk cId="1898756402" sldId="2147483648"/>
              <pc:sldLayoutMk cId="2909859165" sldId="2147483650"/>
              <ac:spMk id="22" creationId="{182F48BB-50E7-FD19-27BF-3A99669DF3C2}"/>
            </ac:spMkLst>
          </pc:spChg>
          <pc:spChg chg="add mod">
            <ac:chgData name="Aberger Jonas" userId="ceb1aaf8-5544-4c36-af61-de230cd7d456" providerId="ADAL" clId="{34CA5827-BBF3-422B-9C38-7EA06574312E}" dt="2026-05-12T14:16:35.353" v="975"/>
            <ac:spMkLst>
              <pc:docMk/>
              <pc:sldMasterMk cId="1898756402" sldId="2147483648"/>
              <pc:sldLayoutMk cId="2909859165" sldId="2147483650"/>
              <ac:spMk id="23" creationId="{D9544F01-9BEA-F509-DC58-7E82582C7E5C}"/>
            </ac:spMkLst>
          </pc:spChg>
          <pc:spChg chg="add mod">
            <ac:chgData name="Aberger Jonas" userId="ceb1aaf8-5544-4c36-af61-de230cd7d456" providerId="ADAL" clId="{34CA5827-BBF3-422B-9C38-7EA06574312E}" dt="2026-05-12T14:16:35.353" v="975"/>
            <ac:spMkLst>
              <pc:docMk/>
              <pc:sldMasterMk cId="1898756402" sldId="2147483648"/>
              <pc:sldLayoutMk cId="2909859165" sldId="2147483650"/>
              <ac:spMk id="24" creationId="{3C5B50F4-BABD-C81C-F4C8-7FAB5DF48336}"/>
            </ac:spMkLst>
          </pc:spChg>
          <pc:cxnChg chg="add del mod">
            <ac:chgData name="Aberger Jonas" userId="ceb1aaf8-5544-4c36-af61-de230cd7d456" providerId="ADAL" clId="{34CA5827-BBF3-422B-9C38-7EA06574312E}" dt="2026-05-12T14:09:32.461" v="964" actId="21"/>
            <ac:cxnSpMkLst>
              <pc:docMk/>
              <pc:sldMasterMk cId="1898756402" sldId="2147483648"/>
              <pc:sldLayoutMk cId="2909859165" sldId="2147483650"/>
              <ac:cxnSpMk id="15" creationId="{6AE04D33-1D48-F1A8-6CCC-0EFEECA033F4}"/>
            </ac:cxnSpMkLst>
          </pc:cxnChg>
        </pc:sldLayoutChg>
        <pc:sldLayoutChg chg="modSp">
          <pc:chgData name="Aberger Jonas" userId="ceb1aaf8-5544-4c36-af61-de230cd7d456" providerId="ADAL" clId="{34CA5827-BBF3-422B-9C38-7EA06574312E}" dt="2026-05-13T13:18:44.568" v="7220"/>
          <pc:sldLayoutMkLst>
            <pc:docMk/>
            <pc:sldMasterMk cId="1898756402" sldId="2147483648"/>
            <pc:sldLayoutMk cId="713854291" sldId="2147483660"/>
          </pc:sldLayoutMkLst>
          <pc:spChg chg="mod">
            <ac:chgData name="Aberger Jonas" userId="ceb1aaf8-5544-4c36-af61-de230cd7d456" providerId="ADAL" clId="{34CA5827-BBF3-422B-9C38-7EA06574312E}" dt="2026-05-13T13:18:44.568" v="7220"/>
            <ac:spMkLst>
              <pc:docMk/>
              <pc:sldMasterMk cId="1898756402" sldId="2147483648"/>
              <pc:sldLayoutMk cId="713854291" sldId="2147483660"/>
              <ac:spMk id="6" creationId="{E4717CF9-721B-AAFA-97D7-B88EB807E238}"/>
            </ac:spMkLst>
          </pc:spChg>
        </pc:sldLayoutChg>
        <pc:sldLayoutChg chg="modSp">
          <pc:chgData name="Aberger Jonas" userId="ceb1aaf8-5544-4c36-af61-de230cd7d456" providerId="ADAL" clId="{34CA5827-BBF3-422B-9C38-7EA06574312E}" dt="2026-05-13T13:18:47.050" v="7221"/>
          <pc:sldLayoutMkLst>
            <pc:docMk/>
            <pc:sldMasterMk cId="1898756402" sldId="2147483648"/>
            <pc:sldLayoutMk cId="2956191740" sldId="2147483661"/>
          </pc:sldLayoutMkLst>
          <pc:spChg chg="mod">
            <ac:chgData name="Aberger Jonas" userId="ceb1aaf8-5544-4c36-af61-de230cd7d456" providerId="ADAL" clId="{34CA5827-BBF3-422B-9C38-7EA06574312E}" dt="2026-05-13T13:18:47.050" v="7221"/>
            <ac:spMkLst>
              <pc:docMk/>
              <pc:sldMasterMk cId="1898756402" sldId="2147483648"/>
              <pc:sldLayoutMk cId="2956191740" sldId="2147483661"/>
              <ac:spMk id="6" creationId="{02B6F13A-B464-ABA8-1CD3-4A6013E7DBA2}"/>
            </ac:spMkLst>
          </pc:spChg>
        </pc:sldLayoutChg>
        <pc:sldLayoutChg chg="modSp">
          <pc:chgData name="Aberger Jonas" userId="ceb1aaf8-5544-4c36-af61-de230cd7d456" providerId="ADAL" clId="{34CA5827-BBF3-422B-9C38-7EA06574312E}" dt="2026-05-13T13:18:49.246" v="7222"/>
          <pc:sldLayoutMkLst>
            <pc:docMk/>
            <pc:sldMasterMk cId="1898756402" sldId="2147483648"/>
            <pc:sldLayoutMk cId="3658281313" sldId="2147483662"/>
          </pc:sldLayoutMkLst>
          <pc:spChg chg="mod">
            <ac:chgData name="Aberger Jonas" userId="ceb1aaf8-5544-4c36-af61-de230cd7d456" providerId="ADAL" clId="{34CA5827-BBF3-422B-9C38-7EA06574312E}" dt="2026-05-13T13:18:49.246" v="7222"/>
            <ac:spMkLst>
              <pc:docMk/>
              <pc:sldMasterMk cId="1898756402" sldId="2147483648"/>
              <pc:sldLayoutMk cId="3658281313" sldId="2147483662"/>
              <ac:spMk id="6" creationId="{8EE27EA3-CBA2-DF8D-CE53-76330E33F593}"/>
            </ac:spMkLst>
          </pc:spChg>
        </pc:sldLayoutChg>
        <pc:sldLayoutChg chg="delSp modSp add mod modTransition">
          <pc:chgData name="Aberger Jonas" userId="ceb1aaf8-5544-4c36-af61-de230cd7d456" providerId="ADAL" clId="{34CA5827-BBF3-422B-9C38-7EA06574312E}" dt="2026-05-13T13:18:40.751" v="7219"/>
          <pc:sldLayoutMkLst>
            <pc:docMk/>
            <pc:sldMasterMk cId="1898756402" sldId="2147483648"/>
            <pc:sldLayoutMk cId="2161072064" sldId="2147483664"/>
          </pc:sldLayoutMkLst>
          <pc:spChg chg="del">
            <ac:chgData name="Aberger Jonas" userId="ceb1aaf8-5544-4c36-af61-de230cd7d456" providerId="ADAL" clId="{34CA5827-BBF3-422B-9C38-7EA06574312E}" dt="2026-05-12T14:17:16.168" v="978" actId="478"/>
            <ac:spMkLst>
              <pc:docMk/>
              <pc:sldMasterMk cId="1898756402" sldId="2147483648"/>
              <pc:sldLayoutMk cId="2161072064" sldId="2147483664"/>
              <ac:spMk id="15" creationId="{574396D8-AED3-AD2E-C646-FF7CC6F3C58E}"/>
            </ac:spMkLst>
          </pc:spChg>
          <pc:spChg chg="del">
            <ac:chgData name="Aberger Jonas" userId="ceb1aaf8-5544-4c36-af61-de230cd7d456" providerId="ADAL" clId="{34CA5827-BBF3-422B-9C38-7EA06574312E}" dt="2026-05-12T14:17:24.886" v="980" actId="478"/>
            <ac:spMkLst>
              <pc:docMk/>
              <pc:sldMasterMk cId="1898756402" sldId="2147483648"/>
              <pc:sldLayoutMk cId="2161072064" sldId="2147483664"/>
              <ac:spMk id="16" creationId="{4BAA92A9-00AB-A3F0-A266-BE6141A8C9B4}"/>
            </ac:spMkLst>
          </pc:spChg>
          <pc:spChg chg="del">
            <ac:chgData name="Aberger Jonas" userId="ceb1aaf8-5544-4c36-af61-de230cd7d456" providerId="ADAL" clId="{34CA5827-BBF3-422B-9C38-7EA06574312E}" dt="2026-05-12T14:17:26.248" v="981" actId="478"/>
            <ac:spMkLst>
              <pc:docMk/>
              <pc:sldMasterMk cId="1898756402" sldId="2147483648"/>
              <pc:sldLayoutMk cId="2161072064" sldId="2147483664"/>
              <ac:spMk id="17" creationId="{71DB54F6-0DEF-1294-A1C1-E6081C63661E}"/>
            </ac:spMkLst>
          </pc:spChg>
          <pc:spChg chg="del">
            <ac:chgData name="Aberger Jonas" userId="ceb1aaf8-5544-4c36-af61-de230cd7d456" providerId="ADAL" clId="{34CA5827-BBF3-422B-9C38-7EA06574312E}" dt="2026-05-12T14:17:28.168" v="982" actId="478"/>
            <ac:spMkLst>
              <pc:docMk/>
              <pc:sldMasterMk cId="1898756402" sldId="2147483648"/>
              <pc:sldLayoutMk cId="2161072064" sldId="2147483664"/>
              <ac:spMk id="18" creationId="{68E52EF4-0F1E-4E4C-3590-6365D291477D}"/>
            </ac:spMkLst>
          </pc:spChg>
          <pc:spChg chg="mod">
            <ac:chgData name="Aberger Jonas" userId="ceb1aaf8-5544-4c36-af61-de230cd7d456" providerId="ADAL" clId="{34CA5827-BBF3-422B-9C38-7EA06574312E}" dt="2026-05-13T13:18:40.751" v="7219"/>
            <ac:spMkLst>
              <pc:docMk/>
              <pc:sldMasterMk cId="1898756402" sldId="2147483648"/>
              <pc:sldLayoutMk cId="2161072064" sldId="2147483664"/>
              <ac:spMk id="19" creationId="{D2F68423-5F3F-93C8-91D4-3F9A2BCA7713}"/>
            </ac:spMkLst>
          </pc:spChg>
          <pc:spChg chg="del">
            <ac:chgData name="Aberger Jonas" userId="ceb1aaf8-5544-4c36-af61-de230cd7d456" providerId="ADAL" clId="{34CA5827-BBF3-422B-9C38-7EA06574312E}" dt="2026-05-12T14:17:29.525" v="983" actId="478"/>
            <ac:spMkLst>
              <pc:docMk/>
              <pc:sldMasterMk cId="1898756402" sldId="2147483648"/>
              <pc:sldLayoutMk cId="2161072064" sldId="2147483664"/>
              <ac:spMk id="20" creationId="{4B84B378-2C8A-5929-1D5D-284D055A6D3D}"/>
            </ac:spMkLst>
          </pc:spChg>
          <pc:spChg chg="del">
            <ac:chgData name="Aberger Jonas" userId="ceb1aaf8-5544-4c36-af61-de230cd7d456" providerId="ADAL" clId="{34CA5827-BBF3-422B-9C38-7EA06574312E}" dt="2026-05-12T14:17:21.006" v="979" actId="478"/>
            <ac:spMkLst>
              <pc:docMk/>
              <pc:sldMasterMk cId="1898756402" sldId="2147483648"/>
              <pc:sldLayoutMk cId="2161072064" sldId="2147483664"/>
              <ac:spMk id="21" creationId="{3C5FC79B-D7E3-DED0-954B-055D6DA6C6B4}"/>
            </ac:spMkLst>
          </pc:spChg>
          <pc:spChg chg="del">
            <ac:chgData name="Aberger Jonas" userId="ceb1aaf8-5544-4c36-af61-de230cd7d456" providerId="ADAL" clId="{34CA5827-BBF3-422B-9C38-7EA06574312E}" dt="2026-05-12T14:17:21.006" v="979" actId="478"/>
            <ac:spMkLst>
              <pc:docMk/>
              <pc:sldMasterMk cId="1898756402" sldId="2147483648"/>
              <pc:sldLayoutMk cId="2161072064" sldId="2147483664"/>
              <ac:spMk id="22" creationId="{182F48BB-50E7-FD19-27BF-3A99669DF3C2}"/>
            </ac:spMkLst>
          </pc:spChg>
          <pc:spChg chg="del">
            <ac:chgData name="Aberger Jonas" userId="ceb1aaf8-5544-4c36-af61-de230cd7d456" providerId="ADAL" clId="{34CA5827-BBF3-422B-9C38-7EA06574312E}" dt="2026-05-12T14:17:21.006" v="979" actId="478"/>
            <ac:spMkLst>
              <pc:docMk/>
              <pc:sldMasterMk cId="1898756402" sldId="2147483648"/>
              <pc:sldLayoutMk cId="2161072064" sldId="2147483664"/>
              <ac:spMk id="23" creationId="{D9544F01-9BEA-F509-DC58-7E82582C7E5C}"/>
            </ac:spMkLst>
          </pc:spChg>
          <pc:spChg chg="del">
            <ac:chgData name="Aberger Jonas" userId="ceb1aaf8-5544-4c36-af61-de230cd7d456" providerId="ADAL" clId="{34CA5827-BBF3-422B-9C38-7EA06574312E}" dt="2026-05-12T14:17:21.006" v="979" actId="478"/>
            <ac:spMkLst>
              <pc:docMk/>
              <pc:sldMasterMk cId="1898756402" sldId="2147483648"/>
              <pc:sldLayoutMk cId="2161072064" sldId="2147483664"/>
              <ac:spMk id="24" creationId="{3C5B50F4-BABD-C81C-F4C8-7FAB5DF48336}"/>
            </ac:spMkLst>
          </pc:spChg>
        </pc:sldLayoutChg>
      </pc:sldMasterChg>
    </pc:docChg>
  </pc:docChgLst>
  <pc:docChgLst>
    <pc:chgData name="Haslinger Fabian" userId="cdf8a651-5f22-44fb-9814-56de1b5a862a" providerId="ADAL" clId="{953A1AE4-AA2E-4161-B356-747331449584}"/>
    <pc:docChg chg="undo redo custSel addSld delSld modSld sldOrd modMainMaster">
      <pc:chgData name="Haslinger Fabian" userId="cdf8a651-5f22-44fb-9814-56de1b5a862a" providerId="ADAL" clId="{953A1AE4-AA2E-4161-B356-747331449584}" dt="2026-05-13T13:03:18.158" v="3575" actId="1076"/>
      <pc:docMkLst>
        <pc:docMk/>
      </pc:docMkLst>
      <pc:sldChg chg="addSp delSp modSp mod">
        <pc:chgData name="Haslinger Fabian" userId="cdf8a651-5f22-44fb-9814-56de1b5a862a" providerId="ADAL" clId="{953A1AE4-AA2E-4161-B356-747331449584}" dt="2026-05-13T12:52:59.553" v="3570" actId="20577"/>
        <pc:sldMkLst>
          <pc:docMk/>
          <pc:sldMk cId="2921413162" sldId="268"/>
        </pc:sldMkLst>
        <pc:spChg chg="add mod">
          <ac:chgData name="Haslinger Fabian" userId="cdf8a651-5f22-44fb-9814-56de1b5a862a" providerId="ADAL" clId="{953A1AE4-AA2E-4161-B356-747331449584}" dt="2026-05-13T12:52:59.553" v="3570" actId="20577"/>
          <ac:spMkLst>
            <pc:docMk/>
            <pc:sldMk cId="2921413162" sldId="268"/>
            <ac:spMk id="7" creationId="{F2C56BD4-2E51-B80E-974C-2EA90FDD268F}"/>
          </ac:spMkLst>
        </pc:spChg>
        <pc:picChg chg="add mod">
          <ac:chgData name="Haslinger Fabian" userId="cdf8a651-5f22-44fb-9814-56de1b5a862a" providerId="ADAL" clId="{953A1AE4-AA2E-4161-B356-747331449584}" dt="2026-05-13T12:27:23.627" v="3131" actId="1076"/>
          <ac:picMkLst>
            <pc:docMk/>
            <pc:sldMk cId="2921413162" sldId="268"/>
            <ac:picMk id="3" creationId="{E0C5C757-3748-83FA-F97A-27761AB4D739}"/>
          </ac:picMkLst>
        </pc:picChg>
        <pc:picChg chg="add mod">
          <ac:chgData name="Haslinger Fabian" userId="cdf8a651-5f22-44fb-9814-56de1b5a862a" providerId="ADAL" clId="{953A1AE4-AA2E-4161-B356-747331449584}" dt="2026-05-13T12:27:39.946" v="3135" actId="1076"/>
          <ac:picMkLst>
            <pc:docMk/>
            <pc:sldMk cId="2921413162" sldId="268"/>
            <ac:picMk id="6" creationId="{38D01F7C-235D-A1D5-D07D-FF973EF991D2}"/>
          </ac:picMkLst>
        </pc:picChg>
        <pc:picChg chg="add mod">
          <ac:chgData name="Haslinger Fabian" userId="cdf8a651-5f22-44fb-9814-56de1b5a862a" providerId="ADAL" clId="{953A1AE4-AA2E-4161-B356-747331449584}" dt="2026-05-13T12:17:22.999" v="3124" actId="1076"/>
          <ac:picMkLst>
            <pc:docMk/>
            <pc:sldMk cId="2921413162" sldId="268"/>
            <ac:picMk id="4098" creationId="{12AE864A-7CE5-FE93-50CE-B78213A2C745}"/>
          </ac:picMkLst>
        </pc:picChg>
        <pc:picChg chg="add mod">
          <ac:chgData name="Haslinger Fabian" userId="cdf8a651-5f22-44fb-9814-56de1b5a862a" providerId="ADAL" clId="{953A1AE4-AA2E-4161-B356-747331449584}" dt="2026-05-13T12:27:34.049" v="3133" actId="1076"/>
          <ac:picMkLst>
            <pc:docMk/>
            <pc:sldMk cId="2921413162" sldId="268"/>
            <ac:picMk id="4100" creationId="{E154A78F-AF8B-EA3A-33FF-0C3E49F7F85B}"/>
          </ac:picMkLst>
        </pc:picChg>
        <pc:picChg chg="add del">
          <ac:chgData name="Haslinger Fabian" userId="cdf8a651-5f22-44fb-9814-56de1b5a862a" providerId="ADAL" clId="{953A1AE4-AA2E-4161-B356-747331449584}" dt="2026-05-13T12:29:15.053" v="3139" actId="478"/>
          <ac:picMkLst>
            <pc:docMk/>
            <pc:sldMk cId="2921413162" sldId="268"/>
            <ac:picMk id="4102" creationId="{2253BE8E-C475-5CAB-306E-C96A4051B6C5}"/>
          </ac:picMkLst>
        </pc:picChg>
        <pc:picChg chg="add mod">
          <ac:chgData name="Haslinger Fabian" userId="cdf8a651-5f22-44fb-9814-56de1b5a862a" providerId="ADAL" clId="{953A1AE4-AA2E-4161-B356-747331449584}" dt="2026-05-13T12:30:02.296" v="3153" actId="1076"/>
          <ac:picMkLst>
            <pc:docMk/>
            <pc:sldMk cId="2921413162" sldId="268"/>
            <ac:picMk id="4104" creationId="{00907C9D-3DF6-BE1D-05CE-8E4563D09C88}"/>
          </ac:picMkLst>
        </pc:picChg>
      </pc:sldChg>
      <pc:sldChg chg="addSp modSp mod">
        <pc:chgData name="Haslinger Fabian" userId="cdf8a651-5f22-44fb-9814-56de1b5a862a" providerId="ADAL" clId="{953A1AE4-AA2E-4161-B356-747331449584}" dt="2026-05-13T12:48:58.483" v="3443" actId="20577"/>
        <pc:sldMkLst>
          <pc:docMk/>
          <pc:sldMk cId="4282305213" sldId="274"/>
        </pc:sldMkLst>
        <pc:spChg chg="add mod">
          <ac:chgData name="Haslinger Fabian" userId="cdf8a651-5f22-44fb-9814-56de1b5a862a" providerId="ADAL" clId="{953A1AE4-AA2E-4161-B356-747331449584}" dt="2026-05-13T12:48:58.483" v="3443" actId="20577"/>
          <ac:spMkLst>
            <pc:docMk/>
            <pc:sldMk cId="4282305213" sldId="274"/>
            <ac:spMk id="3" creationId="{F8F604DE-DDD8-553C-42AA-6B8B058480A1}"/>
          </ac:spMkLst>
        </pc:spChg>
      </pc:sldChg>
      <pc:sldChg chg="addSp delSp modSp mod modTransition">
        <pc:chgData name="Haslinger Fabian" userId="cdf8a651-5f22-44fb-9814-56de1b5a862a" providerId="ADAL" clId="{953A1AE4-AA2E-4161-B356-747331449584}" dt="2026-05-13T12:52:48.194" v="3564" actId="20577"/>
        <pc:sldMkLst>
          <pc:docMk/>
          <pc:sldMk cId="3966312168" sldId="276"/>
        </pc:sldMkLst>
        <pc:spChg chg="del">
          <ac:chgData name="Haslinger Fabian" userId="cdf8a651-5f22-44fb-9814-56de1b5a862a" providerId="ADAL" clId="{953A1AE4-AA2E-4161-B356-747331449584}" dt="2026-05-13T08:22:26.294" v="156" actId="478"/>
          <ac:spMkLst>
            <pc:docMk/>
            <pc:sldMk cId="3966312168" sldId="276"/>
            <ac:spMk id="3" creationId="{BD8CCBCC-8DE3-73BB-0B05-F82AC04CEEA2}"/>
          </ac:spMkLst>
        </pc:spChg>
        <pc:spChg chg="mod">
          <ac:chgData name="Haslinger Fabian" userId="cdf8a651-5f22-44fb-9814-56de1b5a862a" providerId="ADAL" clId="{953A1AE4-AA2E-4161-B356-747331449584}" dt="2026-05-13T08:25:53.018" v="161" actId="207"/>
          <ac:spMkLst>
            <pc:docMk/>
            <pc:sldMk cId="3966312168" sldId="276"/>
            <ac:spMk id="6" creationId="{F1AA97CA-21F8-713F-BF11-50D0613059B8}"/>
          </ac:spMkLst>
        </pc:spChg>
        <pc:spChg chg="mod">
          <ac:chgData name="Haslinger Fabian" userId="cdf8a651-5f22-44fb-9814-56de1b5a862a" providerId="ADAL" clId="{953A1AE4-AA2E-4161-B356-747331449584}" dt="2026-05-13T08:22:22.010" v="155"/>
          <ac:spMkLst>
            <pc:docMk/>
            <pc:sldMk cId="3966312168" sldId="276"/>
            <ac:spMk id="8" creationId="{8BD666B6-B326-0C03-85F7-C259CCA73577}"/>
          </ac:spMkLst>
        </pc:spChg>
        <pc:spChg chg="mod">
          <ac:chgData name="Haslinger Fabian" userId="cdf8a651-5f22-44fb-9814-56de1b5a862a" providerId="ADAL" clId="{953A1AE4-AA2E-4161-B356-747331449584}" dt="2026-05-13T08:39:29.940" v="557" actId="14100"/>
          <ac:spMkLst>
            <pc:docMk/>
            <pc:sldMk cId="3966312168" sldId="276"/>
            <ac:spMk id="9" creationId="{A39B8E34-3BA3-DF10-464C-FA4EA2926EF2}"/>
          </ac:spMkLst>
        </pc:spChg>
        <pc:spChg chg="mod">
          <ac:chgData name="Haslinger Fabian" userId="cdf8a651-5f22-44fb-9814-56de1b5a862a" providerId="ADAL" clId="{953A1AE4-AA2E-4161-B356-747331449584}" dt="2026-05-13T08:22:22.010" v="155"/>
          <ac:spMkLst>
            <pc:docMk/>
            <pc:sldMk cId="3966312168" sldId="276"/>
            <ac:spMk id="11" creationId="{6CE5AF2B-643C-3FA9-7EC0-A72F1543D817}"/>
          </ac:spMkLst>
        </pc:spChg>
        <pc:spChg chg="mod">
          <ac:chgData name="Haslinger Fabian" userId="cdf8a651-5f22-44fb-9814-56de1b5a862a" providerId="ADAL" clId="{953A1AE4-AA2E-4161-B356-747331449584}" dt="2026-05-13T08:22:22.010" v="155"/>
          <ac:spMkLst>
            <pc:docMk/>
            <pc:sldMk cId="3966312168" sldId="276"/>
            <ac:spMk id="13" creationId="{2A2465AE-E31C-713C-B28B-79ED7CBC1BFD}"/>
          </ac:spMkLst>
        </pc:spChg>
        <pc:spChg chg="mod">
          <ac:chgData name="Haslinger Fabian" userId="cdf8a651-5f22-44fb-9814-56de1b5a862a" providerId="ADAL" clId="{953A1AE4-AA2E-4161-B356-747331449584}" dt="2026-05-13T08:22:22.010" v="155"/>
          <ac:spMkLst>
            <pc:docMk/>
            <pc:sldMk cId="3966312168" sldId="276"/>
            <ac:spMk id="14" creationId="{BDA3F485-94F7-EC60-8A1D-7C23504FED3F}"/>
          </ac:spMkLst>
        </pc:spChg>
        <pc:spChg chg="mod">
          <ac:chgData name="Haslinger Fabian" userId="cdf8a651-5f22-44fb-9814-56de1b5a862a" providerId="ADAL" clId="{953A1AE4-AA2E-4161-B356-747331449584}" dt="2026-05-13T08:22:22.010" v="155"/>
          <ac:spMkLst>
            <pc:docMk/>
            <pc:sldMk cId="3966312168" sldId="276"/>
            <ac:spMk id="16" creationId="{966DD1EE-6288-26BF-DDA9-7788F1C4496D}"/>
          </ac:spMkLst>
        </pc:spChg>
        <pc:spChg chg="mod">
          <ac:chgData name="Haslinger Fabian" userId="cdf8a651-5f22-44fb-9814-56de1b5a862a" providerId="ADAL" clId="{953A1AE4-AA2E-4161-B356-747331449584}" dt="2026-05-13T08:22:22.010" v="155"/>
          <ac:spMkLst>
            <pc:docMk/>
            <pc:sldMk cId="3966312168" sldId="276"/>
            <ac:spMk id="18" creationId="{0EFE2300-7531-5125-5924-09A19FAD8FB4}"/>
          </ac:spMkLst>
        </pc:spChg>
        <pc:spChg chg="mod">
          <ac:chgData name="Haslinger Fabian" userId="cdf8a651-5f22-44fb-9814-56de1b5a862a" providerId="ADAL" clId="{953A1AE4-AA2E-4161-B356-747331449584}" dt="2026-05-13T08:34:43.062" v="309" actId="20577"/>
          <ac:spMkLst>
            <pc:docMk/>
            <pc:sldMk cId="3966312168" sldId="276"/>
            <ac:spMk id="19" creationId="{68D99263-5521-EC1F-3966-B4A545D4DB2E}"/>
          </ac:spMkLst>
        </pc:spChg>
        <pc:spChg chg="add mod">
          <ac:chgData name="Haslinger Fabian" userId="cdf8a651-5f22-44fb-9814-56de1b5a862a" providerId="ADAL" clId="{953A1AE4-AA2E-4161-B356-747331449584}" dt="2026-05-13T08:35:09.474" v="312" actId="1076"/>
          <ac:spMkLst>
            <pc:docMk/>
            <pc:sldMk cId="3966312168" sldId="276"/>
            <ac:spMk id="20" creationId="{C26096A1-DCC8-601A-FD47-4CFA2D8114C4}"/>
          </ac:spMkLst>
        </pc:spChg>
        <pc:spChg chg="add mod">
          <ac:chgData name="Haslinger Fabian" userId="cdf8a651-5f22-44fb-9814-56de1b5a862a" providerId="ADAL" clId="{953A1AE4-AA2E-4161-B356-747331449584}" dt="2026-05-13T08:38:51.108" v="533" actId="20577"/>
          <ac:spMkLst>
            <pc:docMk/>
            <pc:sldMk cId="3966312168" sldId="276"/>
            <ac:spMk id="21" creationId="{803FF290-4CD8-6051-7737-7B5CB31FDBD8}"/>
          </ac:spMkLst>
        </pc:spChg>
        <pc:spChg chg="add mod">
          <ac:chgData name="Haslinger Fabian" userId="cdf8a651-5f22-44fb-9814-56de1b5a862a" providerId="ADAL" clId="{953A1AE4-AA2E-4161-B356-747331449584}" dt="2026-05-13T12:52:48.194" v="3564" actId="20577"/>
          <ac:spMkLst>
            <pc:docMk/>
            <pc:sldMk cId="3966312168" sldId="276"/>
            <ac:spMk id="24" creationId="{1A90F3EE-09A4-E292-B938-4E0427975B1B}"/>
          </ac:spMkLst>
        </pc:spChg>
        <pc:grpChg chg="add mod">
          <ac:chgData name="Haslinger Fabian" userId="cdf8a651-5f22-44fb-9814-56de1b5a862a" providerId="ADAL" clId="{953A1AE4-AA2E-4161-B356-747331449584}" dt="2026-05-13T08:34:56.063" v="310" actId="14100"/>
          <ac:grpSpMkLst>
            <pc:docMk/>
            <pc:sldMk cId="3966312168" sldId="276"/>
            <ac:grpSpMk id="5" creationId="{AA1D5787-0075-4DF0-08E3-C5D77B9A4765}"/>
          </ac:grpSpMkLst>
        </pc:grpChg>
        <pc:grpChg chg="del">
          <ac:chgData name="Haslinger Fabian" userId="cdf8a651-5f22-44fb-9814-56de1b5a862a" providerId="ADAL" clId="{953A1AE4-AA2E-4161-B356-747331449584}" dt="2026-05-13T08:23:13.691" v="157" actId="478"/>
          <ac:grpSpMkLst>
            <pc:docMk/>
            <pc:sldMk cId="3966312168" sldId="276"/>
            <ac:grpSpMk id="10" creationId="{BD37736F-ED17-E4EB-DECD-05C0CD325AB3}"/>
          </ac:grpSpMkLst>
        </pc:grpChg>
        <pc:cxnChg chg="add del mod">
          <ac:chgData name="Haslinger Fabian" userId="cdf8a651-5f22-44fb-9814-56de1b5a862a" providerId="ADAL" clId="{953A1AE4-AA2E-4161-B356-747331449584}" dt="2026-05-13T08:40:12.579" v="560" actId="478"/>
          <ac:cxnSpMkLst>
            <pc:docMk/>
            <pc:sldMk cId="3966312168" sldId="276"/>
            <ac:cxnSpMk id="22" creationId="{53F0CA61-D627-0F45-66BF-965F6B00F98D}"/>
          </ac:cxnSpMkLst>
        </pc:cxnChg>
        <pc:cxnChg chg="add mod">
          <ac:chgData name="Haslinger Fabian" userId="cdf8a651-5f22-44fb-9814-56de1b5a862a" providerId="ADAL" clId="{953A1AE4-AA2E-4161-B356-747331449584}" dt="2026-05-13T08:40:51.245" v="626" actId="1076"/>
          <ac:cxnSpMkLst>
            <pc:docMk/>
            <pc:sldMk cId="3966312168" sldId="276"/>
            <ac:cxnSpMk id="23" creationId="{A63572DF-6A64-3142-09C0-185F256365A2}"/>
          </ac:cxnSpMkLst>
        </pc:cxnChg>
      </pc:sldChg>
      <pc:sldChg chg="addSp modSp mod modTransition">
        <pc:chgData name="Haslinger Fabian" userId="cdf8a651-5f22-44fb-9814-56de1b5a862a" providerId="ADAL" clId="{953A1AE4-AA2E-4161-B356-747331449584}" dt="2026-05-13T12:50:52.762" v="3512" actId="20577"/>
        <pc:sldMkLst>
          <pc:docMk/>
          <pc:sldMk cId="1375868071" sldId="277"/>
        </pc:sldMkLst>
        <pc:spChg chg="add mod">
          <ac:chgData name="Haslinger Fabian" userId="cdf8a651-5f22-44fb-9814-56de1b5a862a" providerId="ADAL" clId="{953A1AE4-AA2E-4161-B356-747331449584}" dt="2026-05-13T12:50:52.762" v="3512" actId="20577"/>
          <ac:spMkLst>
            <pc:docMk/>
            <pc:sldMk cId="1375868071" sldId="277"/>
            <ac:spMk id="3" creationId="{02DD4EA9-7A9C-2EC3-850F-F4023BCC343D}"/>
          </ac:spMkLst>
        </pc:spChg>
        <pc:spChg chg="mod">
          <ac:chgData name="Haslinger Fabian" userId="cdf8a651-5f22-44fb-9814-56de1b5a862a" providerId="ADAL" clId="{953A1AE4-AA2E-4161-B356-747331449584}" dt="2026-05-13T08:26:04.986" v="162" actId="207"/>
          <ac:spMkLst>
            <pc:docMk/>
            <pc:sldMk cId="1375868071" sldId="277"/>
            <ac:spMk id="14" creationId="{0A882021-C0EF-676C-AF5F-32B2DDDE72ED}"/>
          </ac:spMkLst>
        </pc:spChg>
        <pc:spChg chg="mod">
          <ac:chgData name="Haslinger Fabian" userId="cdf8a651-5f22-44fb-9814-56de1b5a862a" providerId="ADAL" clId="{953A1AE4-AA2E-4161-B356-747331449584}" dt="2026-05-13T08:21:07.349" v="150" actId="207"/>
          <ac:spMkLst>
            <pc:docMk/>
            <pc:sldMk cId="1375868071" sldId="277"/>
            <ac:spMk id="29" creationId="{0BE45754-07E8-AADE-BDED-774BEE0EF858}"/>
          </ac:spMkLst>
        </pc:spChg>
      </pc:sldChg>
      <pc:sldChg chg="addSp modSp mod modTransition">
        <pc:chgData name="Haslinger Fabian" userId="cdf8a651-5f22-44fb-9814-56de1b5a862a" providerId="ADAL" clId="{953A1AE4-AA2E-4161-B356-747331449584}" dt="2026-05-13T12:49:29.898" v="3465" actId="20577"/>
        <pc:sldMkLst>
          <pc:docMk/>
          <pc:sldMk cId="3176429942" sldId="278"/>
        </pc:sldMkLst>
        <pc:spChg chg="add mod">
          <ac:chgData name="Haslinger Fabian" userId="cdf8a651-5f22-44fb-9814-56de1b5a862a" providerId="ADAL" clId="{953A1AE4-AA2E-4161-B356-747331449584}" dt="2026-05-13T12:49:29.898" v="3465" actId="20577"/>
          <ac:spMkLst>
            <pc:docMk/>
            <pc:sldMk cId="3176429942" sldId="278"/>
            <ac:spMk id="3" creationId="{7B7B12D0-6B8A-0A69-A611-78AE40FE24B9}"/>
          </ac:spMkLst>
        </pc:spChg>
        <pc:picChg chg="add mod">
          <ac:chgData name="Haslinger Fabian" userId="cdf8a651-5f22-44fb-9814-56de1b5a862a" providerId="ADAL" clId="{953A1AE4-AA2E-4161-B356-747331449584}" dt="2026-05-13T08:16:31.827" v="125"/>
          <ac:picMkLst>
            <pc:docMk/>
            <pc:sldMk cId="3176429942" sldId="278"/>
            <ac:picMk id="2" creationId="{50D72BD5-D293-D696-095C-A3B6DF2F3E77}"/>
          </ac:picMkLst>
        </pc:picChg>
        <pc:picChg chg="mod ord modCrop">
          <ac:chgData name="Haslinger Fabian" userId="cdf8a651-5f22-44fb-9814-56de1b5a862a" providerId="ADAL" clId="{953A1AE4-AA2E-4161-B356-747331449584}" dt="2026-05-13T08:16:21.870" v="124" actId="732"/>
          <ac:picMkLst>
            <pc:docMk/>
            <pc:sldMk cId="3176429942" sldId="278"/>
            <ac:picMk id="9" creationId="{590B42AA-45A4-4879-9D9C-05727C86A4EB}"/>
          </ac:picMkLst>
        </pc:picChg>
      </pc:sldChg>
      <pc:sldChg chg="addSp delSp modSp add mod modTransition">
        <pc:chgData name="Haslinger Fabian" userId="cdf8a651-5f22-44fb-9814-56de1b5a862a" providerId="ADAL" clId="{953A1AE4-AA2E-4161-B356-747331449584}" dt="2026-05-13T12:52:52.473" v="3566" actId="20577"/>
        <pc:sldMkLst>
          <pc:docMk/>
          <pc:sldMk cId="1994530982" sldId="279"/>
        </pc:sldMkLst>
        <pc:spChg chg="add mod">
          <ac:chgData name="Haslinger Fabian" userId="cdf8a651-5f22-44fb-9814-56de1b5a862a" providerId="ADAL" clId="{953A1AE4-AA2E-4161-B356-747331449584}" dt="2026-05-12T16:05:13.650" v="5" actId="20577"/>
          <ac:spMkLst>
            <pc:docMk/>
            <pc:sldMk cId="1994530982" sldId="279"/>
            <ac:spMk id="3" creationId="{50C191FE-2E17-4450-8D9B-A93CD8F6980D}"/>
          </ac:spMkLst>
        </pc:spChg>
        <pc:spChg chg="add mod">
          <ac:chgData name="Haslinger Fabian" userId="cdf8a651-5f22-44fb-9814-56de1b5a862a" providerId="ADAL" clId="{953A1AE4-AA2E-4161-B356-747331449584}" dt="2026-05-13T12:52:52.473" v="3566" actId="20577"/>
          <ac:spMkLst>
            <pc:docMk/>
            <pc:sldMk cId="1994530982" sldId="279"/>
            <ac:spMk id="6" creationId="{97CF5120-0D36-3A19-CBFE-57002191B7B4}"/>
          </ac:spMkLst>
        </pc:spChg>
        <pc:spChg chg="add mod">
          <ac:chgData name="Haslinger Fabian" userId="cdf8a651-5f22-44fb-9814-56de1b5a862a" providerId="ADAL" clId="{953A1AE4-AA2E-4161-B356-747331449584}" dt="2026-05-12T17:58:42.238" v="71" actId="404"/>
          <ac:spMkLst>
            <pc:docMk/>
            <pc:sldMk cId="1994530982" sldId="279"/>
            <ac:spMk id="12" creationId="{48A5AC06-BBC0-E657-F5F0-2BE2EA91FD1C}"/>
          </ac:spMkLst>
        </pc:spChg>
        <pc:picChg chg="add del mod">
          <ac:chgData name="Haslinger Fabian" userId="cdf8a651-5f22-44fb-9814-56de1b5a862a" providerId="ADAL" clId="{953A1AE4-AA2E-4161-B356-747331449584}" dt="2026-05-12T17:57:06.071" v="18" actId="478"/>
          <ac:picMkLst>
            <pc:docMk/>
            <pc:sldMk cId="1994530982" sldId="279"/>
            <ac:picMk id="7" creationId="{E70898CE-FB99-1D8E-260F-719B1746E07F}"/>
          </ac:picMkLst>
        </pc:picChg>
        <pc:picChg chg="add del mod">
          <ac:chgData name="Haslinger Fabian" userId="cdf8a651-5f22-44fb-9814-56de1b5a862a" providerId="ADAL" clId="{953A1AE4-AA2E-4161-B356-747331449584}" dt="2026-05-12T17:57:36.188" v="28" actId="478"/>
          <ac:picMkLst>
            <pc:docMk/>
            <pc:sldMk cId="1994530982" sldId="279"/>
            <ac:picMk id="9" creationId="{B5590003-0ED4-BE0E-DE16-18F9562A3438}"/>
          </ac:picMkLst>
        </pc:picChg>
        <pc:picChg chg="add mod">
          <ac:chgData name="Haslinger Fabian" userId="cdf8a651-5f22-44fb-9814-56de1b5a862a" providerId="ADAL" clId="{953A1AE4-AA2E-4161-B356-747331449584}" dt="2026-05-12T17:57:59.571" v="34" actId="1076"/>
          <ac:picMkLst>
            <pc:docMk/>
            <pc:sldMk cId="1994530982" sldId="279"/>
            <ac:picMk id="11" creationId="{82AADC23-8545-BDCD-28CD-C97E48F6C04C}"/>
          </ac:picMkLst>
        </pc:picChg>
        <pc:picChg chg="add mod">
          <ac:chgData name="Haslinger Fabian" userId="cdf8a651-5f22-44fb-9814-56de1b5a862a" providerId="ADAL" clId="{953A1AE4-AA2E-4161-B356-747331449584}" dt="2026-05-13T08:28:18.077" v="201" actId="1076"/>
          <ac:picMkLst>
            <pc:docMk/>
            <pc:sldMk cId="1994530982" sldId="279"/>
            <ac:picMk id="1026" creationId="{873A6DA2-C8C3-0799-4FD0-C8396A864853}"/>
          </ac:picMkLst>
        </pc:picChg>
        <pc:picChg chg="add mod">
          <ac:chgData name="Haslinger Fabian" userId="cdf8a651-5f22-44fb-9814-56de1b5a862a" providerId="ADAL" clId="{953A1AE4-AA2E-4161-B356-747331449584}" dt="2026-05-13T08:28:15.120" v="200" actId="1076"/>
          <ac:picMkLst>
            <pc:docMk/>
            <pc:sldMk cId="1994530982" sldId="279"/>
            <ac:picMk id="1028" creationId="{CBEA9569-77E9-CDBD-A757-7CEBC7FC7F92}"/>
          </ac:picMkLst>
        </pc:picChg>
        <pc:picChg chg="add mod">
          <ac:chgData name="Haslinger Fabian" userId="cdf8a651-5f22-44fb-9814-56de1b5a862a" providerId="ADAL" clId="{953A1AE4-AA2E-4161-B356-747331449584}" dt="2026-05-13T08:28:50" v="206" actId="1076"/>
          <ac:picMkLst>
            <pc:docMk/>
            <pc:sldMk cId="1994530982" sldId="279"/>
            <ac:picMk id="1030" creationId="{36FCBEB6-704B-FC30-C4E7-EA7F86CA2013}"/>
          </ac:picMkLst>
        </pc:picChg>
        <pc:cxnChg chg="add mod">
          <ac:chgData name="Haslinger Fabian" userId="cdf8a651-5f22-44fb-9814-56de1b5a862a" providerId="ADAL" clId="{953A1AE4-AA2E-4161-B356-747331449584}" dt="2026-05-13T12:30:43.350" v="3159"/>
          <ac:cxnSpMkLst>
            <pc:docMk/>
            <pc:sldMk cId="1994530982" sldId="279"/>
            <ac:cxnSpMk id="2" creationId="{BE967C63-C042-A88D-2CD9-F1257695CB31}"/>
          </ac:cxnSpMkLst>
        </pc:cxnChg>
        <pc:cxnChg chg="del">
          <ac:chgData name="Haslinger Fabian" userId="cdf8a651-5f22-44fb-9814-56de1b5a862a" providerId="ADAL" clId="{953A1AE4-AA2E-4161-B356-747331449584}" dt="2026-05-13T12:30:39.182" v="3158" actId="478"/>
          <ac:cxnSpMkLst>
            <pc:docMk/>
            <pc:sldMk cId="1994530982" sldId="279"/>
            <ac:cxnSpMk id="5" creationId="{54537F4A-2E81-CC61-77A0-200D708B164B}"/>
          </ac:cxnSpMkLst>
        </pc:cxnChg>
      </pc:sldChg>
      <pc:sldChg chg="addSp delSp modSp mod modTransition">
        <pc:chgData name="Haslinger Fabian" userId="cdf8a651-5f22-44fb-9814-56de1b5a862a" providerId="ADAL" clId="{953A1AE4-AA2E-4161-B356-747331449584}" dt="2026-05-13T12:52:56.594" v="3568" actId="20577"/>
        <pc:sldMkLst>
          <pc:docMk/>
          <pc:sldMk cId="3026369124" sldId="281"/>
        </pc:sldMkLst>
        <pc:spChg chg="add del mod">
          <ac:chgData name="Haslinger Fabian" userId="cdf8a651-5f22-44fb-9814-56de1b5a862a" providerId="ADAL" clId="{953A1AE4-AA2E-4161-B356-747331449584}" dt="2026-05-13T10:15:20.093" v="1814" actId="478"/>
          <ac:spMkLst>
            <pc:docMk/>
            <pc:sldMk cId="3026369124" sldId="281"/>
            <ac:spMk id="2" creationId="{FC3F78B2-42C6-BB66-8E27-B8F807A89D11}"/>
          </ac:spMkLst>
        </pc:spChg>
        <pc:spChg chg="add mod">
          <ac:chgData name="Haslinger Fabian" userId="cdf8a651-5f22-44fb-9814-56de1b5a862a" providerId="ADAL" clId="{953A1AE4-AA2E-4161-B356-747331449584}" dt="2026-05-13T12:52:56.594" v="3568" actId="20577"/>
          <ac:spMkLst>
            <pc:docMk/>
            <pc:sldMk cId="3026369124" sldId="281"/>
            <ac:spMk id="5" creationId="{BD5F7778-5407-E4D5-0BDF-0B97814000AD}"/>
          </ac:spMkLst>
        </pc:spChg>
        <pc:spChg chg="mod">
          <ac:chgData name="Haslinger Fabian" userId="cdf8a651-5f22-44fb-9814-56de1b5a862a" providerId="ADAL" clId="{953A1AE4-AA2E-4161-B356-747331449584}" dt="2026-05-12T17:59:03.273" v="72" actId="1076"/>
          <ac:spMkLst>
            <pc:docMk/>
            <pc:sldMk cId="3026369124" sldId="281"/>
            <ac:spMk id="9" creationId="{5735F924-3255-6E3A-8EB9-16AC07AE88F3}"/>
          </ac:spMkLst>
        </pc:spChg>
        <pc:picChg chg="add mod">
          <ac:chgData name="Haslinger Fabian" userId="cdf8a651-5f22-44fb-9814-56de1b5a862a" providerId="ADAL" clId="{953A1AE4-AA2E-4161-B356-747331449584}" dt="2026-05-13T10:15:05.822" v="1812" actId="962"/>
          <ac:picMkLst>
            <pc:docMk/>
            <pc:sldMk cId="3026369124" sldId="281"/>
            <ac:picMk id="3" creationId="{69257350-D306-20BE-3790-EE7BBEC9AE1A}"/>
          </ac:picMkLst>
        </pc:picChg>
      </pc:sldChg>
      <pc:sldChg chg="del">
        <pc:chgData name="Haslinger Fabian" userId="cdf8a651-5f22-44fb-9814-56de1b5a862a" providerId="ADAL" clId="{953A1AE4-AA2E-4161-B356-747331449584}" dt="2026-05-13T12:28:05.773" v="3136" actId="47"/>
        <pc:sldMkLst>
          <pc:docMk/>
          <pc:sldMk cId="669452502" sldId="282"/>
        </pc:sldMkLst>
      </pc:sldChg>
      <pc:sldChg chg="addSp modSp mod modTransition">
        <pc:chgData name="Haslinger Fabian" userId="cdf8a651-5f22-44fb-9814-56de1b5a862a" providerId="ADAL" clId="{953A1AE4-AA2E-4161-B356-747331449584}" dt="2026-05-13T12:49:47.846" v="3469" actId="20577"/>
        <pc:sldMkLst>
          <pc:docMk/>
          <pc:sldMk cId="3027329675" sldId="285"/>
        </pc:sldMkLst>
        <pc:spChg chg="add mod">
          <ac:chgData name="Haslinger Fabian" userId="cdf8a651-5f22-44fb-9814-56de1b5a862a" providerId="ADAL" clId="{953A1AE4-AA2E-4161-B356-747331449584}" dt="2026-05-13T12:49:47.846" v="3469" actId="20577"/>
          <ac:spMkLst>
            <pc:docMk/>
            <pc:sldMk cId="3027329675" sldId="285"/>
            <ac:spMk id="3" creationId="{8A9DBE1E-9E41-BDA7-57BE-00A4F7D0A592}"/>
          </ac:spMkLst>
        </pc:spChg>
        <pc:spChg chg="mod">
          <ac:chgData name="Haslinger Fabian" userId="cdf8a651-5f22-44fb-9814-56de1b5a862a" providerId="ADAL" clId="{953A1AE4-AA2E-4161-B356-747331449584}" dt="2026-05-13T08:21:16.519" v="151" actId="207"/>
          <ac:spMkLst>
            <pc:docMk/>
            <pc:sldMk cId="3027329675" sldId="285"/>
            <ac:spMk id="29" creationId="{AE277DED-4D00-4C72-03B6-492633C605E6}"/>
          </ac:spMkLst>
        </pc:spChg>
        <pc:spChg chg="mod">
          <ac:chgData name="Haslinger Fabian" userId="cdf8a651-5f22-44fb-9814-56de1b5a862a" providerId="ADAL" clId="{953A1AE4-AA2E-4161-B356-747331449584}" dt="2026-05-13T12:09:16.723" v="3120" actId="20577"/>
          <ac:spMkLst>
            <pc:docMk/>
            <pc:sldMk cId="3027329675" sldId="285"/>
            <ac:spMk id="43" creationId="{C3923614-A61F-8291-2F4A-498F1521EB29}"/>
          </ac:spMkLst>
        </pc:spChg>
      </pc:sldChg>
      <pc:sldChg chg="addSp modSp mod modTransition">
        <pc:chgData name="Haslinger Fabian" userId="cdf8a651-5f22-44fb-9814-56de1b5a862a" providerId="ADAL" clId="{953A1AE4-AA2E-4161-B356-747331449584}" dt="2026-05-13T12:49:13.774" v="3457" actId="20577"/>
        <pc:sldMkLst>
          <pc:docMk/>
          <pc:sldMk cId="1065104370" sldId="286"/>
        </pc:sldMkLst>
        <pc:spChg chg="add mod">
          <ac:chgData name="Haslinger Fabian" userId="cdf8a651-5f22-44fb-9814-56de1b5a862a" providerId="ADAL" clId="{953A1AE4-AA2E-4161-B356-747331449584}" dt="2026-05-13T12:49:13.774" v="3457" actId="20577"/>
          <ac:spMkLst>
            <pc:docMk/>
            <pc:sldMk cId="1065104370" sldId="286"/>
            <ac:spMk id="2" creationId="{7A444357-71DD-B960-AEE4-E5B39E2DAB91}"/>
          </ac:spMkLst>
        </pc:spChg>
      </pc:sldChg>
      <pc:sldChg chg="addSp modSp mod modTransition">
        <pc:chgData name="Haslinger Fabian" userId="cdf8a651-5f22-44fb-9814-56de1b5a862a" providerId="ADAL" clId="{953A1AE4-AA2E-4161-B356-747331449584}" dt="2026-05-13T12:49:10.285" v="3455" actId="20577"/>
        <pc:sldMkLst>
          <pc:docMk/>
          <pc:sldMk cId="2194337224" sldId="287"/>
        </pc:sldMkLst>
        <pc:spChg chg="add mod">
          <ac:chgData name="Haslinger Fabian" userId="cdf8a651-5f22-44fb-9814-56de1b5a862a" providerId="ADAL" clId="{953A1AE4-AA2E-4161-B356-747331449584}" dt="2026-05-13T12:49:10.285" v="3455" actId="20577"/>
          <ac:spMkLst>
            <pc:docMk/>
            <pc:sldMk cId="2194337224" sldId="287"/>
            <ac:spMk id="2" creationId="{2E094D51-55AC-CBB0-841A-539E75B55494}"/>
          </ac:spMkLst>
        </pc:spChg>
      </pc:sldChg>
      <pc:sldChg chg="addSp modSp mod modTransition">
        <pc:chgData name="Haslinger Fabian" userId="cdf8a651-5f22-44fb-9814-56de1b5a862a" providerId="ADAL" clId="{953A1AE4-AA2E-4161-B356-747331449584}" dt="2026-05-13T12:49:05.513" v="3451" actId="20577"/>
        <pc:sldMkLst>
          <pc:docMk/>
          <pc:sldMk cId="3628834110" sldId="288"/>
        </pc:sldMkLst>
        <pc:spChg chg="add mod">
          <ac:chgData name="Haslinger Fabian" userId="cdf8a651-5f22-44fb-9814-56de1b5a862a" providerId="ADAL" clId="{953A1AE4-AA2E-4161-B356-747331449584}" dt="2026-05-13T12:49:05.513" v="3451" actId="20577"/>
          <ac:spMkLst>
            <pc:docMk/>
            <pc:sldMk cId="3628834110" sldId="288"/>
            <ac:spMk id="2" creationId="{8B4E4E70-0A94-3073-A544-0388170FA944}"/>
          </ac:spMkLst>
        </pc:spChg>
        <pc:picChg chg="mod">
          <ac:chgData name="Haslinger Fabian" userId="cdf8a651-5f22-44fb-9814-56de1b5a862a" providerId="ADAL" clId="{953A1AE4-AA2E-4161-B356-747331449584}" dt="2026-05-13T08:22:07.052" v="153" actId="2085"/>
          <ac:picMkLst>
            <pc:docMk/>
            <pc:sldMk cId="3628834110" sldId="288"/>
            <ac:picMk id="3" creationId="{FE8163E5-4253-92DC-BF06-B142BE351ED0}"/>
          </ac:picMkLst>
        </pc:picChg>
        <pc:picChg chg="mod">
          <ac:chgData name="Haslinger Fabian" userId="cdf8a651-5f22-44fb-9814-56de1b5a862a" providerId="ADAL" clId="{953A1AE4-AA2E-4161-B356-747331449584}" dt="2026-05-13T08:22:05.744" v="152" actId="2085"/>
          <ac:picMkLst>
            <pc:docMk/>
            <pc:sldMk cId="3628834110" sldId="288"/>
            <ac:picMk id="9" creationId="{9ECD7C9B-5E1B-2161-632C-EDB5AADA29BD}"/>
          </ac:picMkLst>
        </pc:picChg>
        <pc:picChg chg="mod">
          <ac:chgData name="Haslinger Fabian" userId="cdf8a651-5f22-44fb-9814-56de1b5a862a" providerId="ADAL" clId="{953A1AE4-AA2E-4161-B356-747331449584}" dt="2026-05-13T08:22:08.906" v="154" actId="2085"/>
          <ac:picMkLst>
            <pc:docMk/>
            <pc:sldMk cId="3628834110" sldId="288"/>
            <ac:picMk id="11" creationId="{301ADF1A-7493-3B63-89C0-0FB89BB7FD88}"/>
          </ac:picMkLst>
        </pc:picChg>
      </pc:sldChg>
      <pc:sldChg chg="addSp modSp mod modTransition">
        <pc:chgData name="Haslinger Fabian" userId="cdf8a651-5f22-44fb-9814-56de1b5a862a" providerId="ADAL" clId="{953A1AE4-AA2E-4161-B356-747331449584}" dt="2026-05-13T12:49:34.716" v="3467" actId="20577"/>
        <pc:sldMkLst>
          <pc:docMk/>
          <pc:sldMk cId="3868829626" sldId="289"/>
        </pc:sldMkLst>
        <pc:spChg chg="add mod">
          <ac:chgData name="Haslinger Fabian" userId="cdf8a651-5f22-44fb-9814-56de1b5a862a" providerId="ADAL" clId="{953A1AE4-AA2E-4161-B356-747331449584}" dt="2026-05-13T12:49:34.716" v="3467" actId="20577"/>
          <ac:spMkLst>
            <pc:docMk/>
            <pc:sldMk cId="3868829626" sldId="289"/>
            <ac:spMk id="2" creationId="{8335506B-581C-A250-BD99-57E39EFAE3AE}"/>
          </ac:spMkLst>
        </pc:spChg>
      </pc:sldChg>
      <pc:sldChg chg="addSp modSp mod modTransition">
        <pc:chgData name="Haslinger Fabian" userId="cdf8a651-5f22-44fb-9814-56de1b5a862a" providerId="ADAL" clId="{953A1AE4-AA2E-4161-B356-747331449584}" dt="2026-05-13T12:49:58.607" v="3477" actId="20577"/>
        <pc:sldMkLst>
          <pc:docMk/>
          <pc:sldMk cId="3391995303" sldId="290"/>
        </pc:sldMkLst>
        <pc:spChg chg="add mod">
          <ac:chgData name="Haslinger Fabian" userId="cdf8a651-5f22-44fb-9814-56de1b5a862a" providerId="ADAL" clId="{953A1AE4-AA2E-4161-B356-747331449584}" dt="2026-05-13T12:49:58.607" v="3477" actId="20577"/>
          <ac:spMkLst>
            <pc:docMk/>
            <pc:sldMk cId="3391995303" sldId="290"/>
            <ac:spMk id="3" creationId="{E0BCD476-5742-5408-6712-7829EA264760}"/>
          </ac:spMkLst>
        </pc:spChg>
      </pc:sldChg>
      <pc:sldChg chg="addSp modSp mod modTransition">
        <pc:chgData name="Haslinger Fabian" userId="cdf8a651-5f22-44fb-9814-56de1b5a862a" providerId="ADAL" clId="{953A1AE4-AA2E-4161-B356-747331449584}" dt="2026-05-13T12:49:55.528" v="3475" actId="20577"/>
        <pc:sldMkLst>
          <pc:docMk/>
          <pc:sldMk cId="2529818992" sldId="291"/>
        </pc:sldMkLst>
        <pc:spChg chg="add mod">
          <ac:chgData name="Haslinger Fabian" userId="cdf8a651-5f22-44fb-9814-56de1b5a862a" providerId="ADAL" clId="{953A1AE4-AA2E-4161-B356-747331449584}" dt="2026-05-13T12:49:55.528" v="3475" actId="20577"/>
          <ac:spMkLst>
            <pc:docMk/>
            <pc:sldMk cId="2529818992" sldId="291"/>
            <ac:spMk id="2" creationId="{30DA1BA2-9480-AA68-FF14-4E8B05345F88}"/>
          </ac:spMkLst>
        </pc:spChg>
      </pc:sldChg>
      <pc:sldChg chg="addSp modSp mod modTransition">
        <pc:chgData name="Haslinger Fabian" userId="cdf8a651-5f22-44fb-9814-56de1b5a862a" providerId="ADAL" clId="{953A1AE4-AA2E-4161-B356-747331449584}" dt="2026-05-13T12:49:51.144" v="3471" actId="20577"/>
        <pc:sldMkLst>
          <pc:docMk/>
          <pc:sldMk cId="3875482969" sldId="292"/>
        </pc:sldMkLst>
        <pc:spChg chg="add mod">
          <ac:chgData name="Haslinger Fabian" userId="cdf8a651-5f22-44fb-9814-56de1b5a862a" providerId="ADAL" clId="{953A1AE4-AA2E-4161-B356-747331449584}" dt="2026-05-13T12:49:51.144" v="3471" actId="20577"/>
          <ac:spMkLst>
            <pc:docMk/>
            <pc:sldMk cId="3875482969" sldId="292"/>
            <ac:spMk id="2" creationId="{72F0A18E-C333-D972-91BE-C96BF217118E}"/>
          </ac:spMkLst>
        </pc:spChg>
      </pc:sldChg>
      <pc:sldChg chg="addSp modSp add mod modTransition">
        <pc:chgData name="Haslinger Fabian" userId="cdf8a651-5f22-44fb-9814-56de1b5a862a" providerId="ADAL" clId="{953A1AE4-AA2E-4161-B356-747331449584}" dt="2026-05-13T13:03:18.158" v="3575" actId="1076"/>
        <pc:sldMkLst>
          <pc:docMk/>
          <pc:sldMk cId="3736299029" sldId="293"/>
        </pc:sldMkLst>
        <pc:spChg chg="add mod">
          <ac:chgData name="Haslinger Fabian" userId="cdf8a651-5f22-44fb-9814-56de1b5a862a" providerId="ADAL" clId="{953A1AE4-AA2E-4161-B356-747331449584}" dt="2026-05-13T12:49:24.776" v="3463" actId="20577"/>
          <ac:spMkLst>
            <pc:docMk/>
            <pc:sldMk cId="3736299029" sldId="293"/>
            <ac:spMk id="3" creationId="{750FAD34-D2E9-68A7-B39F-ED1016346F34}"/>
          </ac:spMkLst>
        </pc:spChg>
        <pc:picChg chg="mod modCrop">
          <ac:chgData name="Haslinger Fabian" userId="cdf8a651-5f22-44fb-9814-56de1b5a862a" providerId="ADAL" clId="{953A1AE4-AA2E-4161-B356-747331449584}" dt="2026-05-13T08:17:00.911" v="130" actId="1076"/>
          <ac:picMkLst>
            <pc:docMk/>
            <pc:sldMk cId="3736299029" sldId="293"/>
            <ac:picMk id="9" creationId="{8026C0C0-ABC7-EB5E-0AA6-5CC4119260CB}"/>
          </ac:picMkLst>
        </pc:picChg>
        <pc:picChg chg="mod">
          <ac:chgData name="Haslinger Fabian" userId="cdf8a651-5f22-44fb-9814-56de1b5a862a" providerId="ADAL" clId="{953A1AE4-AA2E-4161-B356-747331449584}" dt="2026-05-13T13:03:18.158" v="3575" actId="1076"/>
          <ac:picMkLst>
            <pc:docMk/>
            <pc:sldMk cId="3736299029" sldId="293"/>
            <ac:picMk id="16" creationId="{5A3AE9CD-6D3C-CD8F-03D9-61F01B0DA074}"/>
          </ac:picMkLst>
        </pc:picChg>
      </pc:sldChg>
      <pc:sldChg chg="add del">
        <pc:chgData name="Haslinger Fabian" userId="cdf8a651-5f22-44fb-9814-56de1b5a862a" providerId="ADAL" clId="{953A1AE4-AA2E-4161-B356-747331449584}" dt="2026-05-13T08:16:40.253" v="126" actId="47"/>
        <pc:sldMkLst>
          <pc:docMk/>
          <pc:sldMk cId="3955280506" sldId="293"/>
        </pc:sldMkLst>
      </pc:sldChg>
      <pc:sldChg chg="addSp modSp mod modTransition">
        <pc:chgData name="Haslinger Fabian" userId="cdf8a651-5f22-44fb-9814-56de1b5a862a" providerId="ADAL" clId="{953A1AE4-AA2E-4161-B356-747331449584}" dt="2026-05-13T12:50:45.308" v="3508" actId="20577"/>
        <pc:sldMkLst>
          <pc:docMk/>
          <pc:sldMk cId="3315736428" sldId="294"/>
        </pc:sldMkLst>
        <pc:spChg chg="mod">
          <ac:chgData name="Haslinger Fabian" userId="cdf8a651-5f22-44fb-9814-56de1b5a862a" providerId="ADAL" clId="{953A1AE4-AA2E-4161-B356-747331449584}" dt="2026-05-13T08:19:39.546" v="147" actId="20577"/>
          <ac:spMkLst>
            <pc:docMk/>
            <pc:sldMk cId="3315736428" sldId="294"/>
            <ac:spMk id="2" creationId="{3E068A93-E0DF-1435-7DD9-9C8247BBF63D}"/>
          </ac:spMkLst>
        </pc:spChg>
        <pc:spChg chg="add mod">
          <ac:chgData name="Haslinger Fabian" userId="cdf8a651-5f22-44fb-9814-56de1b5a862a" providerId="ADAL" clId="{953A1AE4-AA2E-4161-B356-747331449584}" dt="2026-05-13T12:50:45.308" v="3508" actId="20577"/>
          <ac:spMkLst>
            <pc:docMk/>
            <pc:sldMk cId="3315736428" sldId="294"/>
            <ac:spMk id="3" creationId="{D4DC3572-A3BD-28D0-87B5-6F7DC5A762E0}"/>
          </ac:spMkLst>
        </pc:spChg>
      </pc:sldChg>
      <pc:sldChg chg="addSp delSp modSp add mod modTransition">
        <pc:chgData name="Haslinger Fabian" userId="cdf8a651-5f22-44fb-9814-56de1b5a862a" providerId="ADAL" clId="{953A1AE4-AA2E-4161-B356-747331449584}" dt="2026-05-13T12:52:44.929" v="3562" actId="20577"/>
        <pc:sldMkLst>
          <pc:docMk/>
          <pc:sldMk cId="202812473" sldId="295"/>
        </pc:sldMkLst>
        <pc:spChg chg="del">
          <ac:chgData name="Haslinger Fabian" userId="cdf8a651-5f22-44fb-9814-56de1b5a862a" providerId="ADAL" clId="{953A1AE4-AA2E-4161-B356-747331449584}" dt="2026-05-13T08:41:17.358" v="632" actId="478"/>
          <ac:spMkLst>
            <pc:docMk/>
            <pc:sldMk cId="202812473" sldId="295"/>
            <ac:spMk id="2" creationId="{F0D1C659-5596-C088-C2F3-DA85682B631E}"/>
          </ac:spMkLst>
        </pc:spChg>
        <pc:spChg chg="add del mod">
          <ac:chgData name="Haslinger Fabian" userId="cdf8a651-5f22-44fb-9814-56de1b5a862a" providerId="ADAL" clId="{953A1AE4-AA2E-4161-B356-747331449584}" dt="2026-05-13T08:43:34.716" v="637" actId="478"/>
          <ac:spMkLst>
            <pc:docMk/>
            <pc:sldMk cId="202812473" sldId="295"/>
            <ac:spMk id="3" creationId="{293EAADE-BFF5-A10D-9861-30696006855B}"/>
          </ac:spMkLst>
        </pc:spChg>
        <pc:spChg chg="add del mod">
          <ac:chgData name="Haslinger Fabian" userId="cdf8a651-5f22-44fb-9814-56de1b5a862a" providerId="ADAL" clId="{953A1AE4-AA2E-4161-B356-747331449584}" dt="2026-05-13T08:41:19.421" v="633" actId="478"/>
          <ac:spMkLst>
            <pc:docMk/>
            <pc:sldMk cId="202812473" sldId="295"/>
            <ac:spMk id="11" creationId="{76530461-AB69-9E60-1DFF-40F0EB403958}"/>
          </ac:spMkLst>
        </pc:spChg>
        <pc:spChg chg="add del mod">
          <ac:chgData name="Haslinger Fabian" userId="cdf8a651-5f22-44fb-9814-56de1b5a862a" providerId="ADAL" clId="{953A1AE4-AA2E-4161-B356-747331449584}" dt="2026-05-13T08:43:32.134" v="635" actId="478"/>
          <ac:spMkLst>
            <pc:docMk/>
            <pc:sldMk cId="202812473" sldId="295"/>
            <ac:spMk id="12" creationId="{894E1CBB-68DB-3D36-DEFE-CE7DE832C787}"/>
          </ac:spMkLst>
        </pc:spChg>
        <pc:spChg chg="add del mod">
          <ac:chgData name="Haslinger Fabian" userId="cdf8a651-5f22-44fb-9814-56de1b5a862a" providerId="ADAL" clId="{953A1AE4-AA2E-4161-B356-747331449584}" dt="2026-05-13T08:43:33.462" v="636" actId="478"/>
          <ac:spMkLst>
            <pc:docMk/>
            <pc:sldMk cId="202812473" sldId="295"/>
            <ac:spMk id="14" creationId="{38069E2D-4DA2-B660-7D4C-A75A6A514F24}"/>
          </ac:spMkLst>
        </pc:spChg>
        <pc:spChg chg="del">
          <ac:chgData name="Haslinger Fabian" userId="cdf8a651-5f22-44fb-9814-56de1b5a862a" providerId="ADAL" clId="{953A1AE4-AA2E-4161-B356-747331449584}" dt="2026-05-13T08:58:20.986" v="690" actId="478"/>
          <ac:spMkLst>
            <pc:docMk/>
            <pc:sldMk cId="202812473" sldId="295"/>
            <ac:spMk id="20" creationId="{9E0E01C3-9309-DA12-402B-2CE2834EDF54}"/>
          </ac:spMkLst>
        </pc:spChg>
        <pc:spChg chg="del">
          <ac:chgData name="Haslinger Fabian" userId="cdf8a651-5f22-44fb-9814-56de1b5a862a" providerId="ADAL" clId="{953A1AE4-AA2E-4161-B356-747331449584}" dt="2026-05-13T08:41:13.973" v="630" actId="478"/>
          <ac:spMkLst>
            <pc:docMk/>
            <pc:sldMk cId="202812473" sldId="295"/>
            <ac:spMk id="21" creationId="{226028E6-D546-2093-0F8F-2E35E330C0D9}"/>
          </ac:spMkLst>
        </pc:spChg>
        <pc:spChg chg="add mod">
          <ac:chgData name="Haslinger Fabian" userId="cdf8a651-5f22-44fb-9814-56de1b5a862a" providerId="ADAL" clId="{953A1AE4-AA2E-4161-B356-747331449584}" dt="2026-05-13T08:48:13.913" v="669" actId="27636"/>
          <ac:spMkLst>
            <pc:docMk/>
            <pc:sldMk cId="202812473" sldId="295"/>
            <ac:spMk id="22" creationId="{20568269-2F4D-BEBF-6813-03DD1045F82C}"/>
          </ac:spMkLst>
        </pc:spChg>
        <pc:spChg chg="add del">
          <ac:chgData name="Haslinger Fabian" userId="cdf8a651-5f22-44fb-9814-56de1b5a862a" providerId="ADAL" clId="{953A1AE4-AA2E-4161-B356-747331449584}" dt="2026-05-13T08:52:12.999" v="671" actId="478"/>
          <ac:spMkLst>
            <pc:docMk/>
            <pc:sldMk cId="202812473" sldId="295"/>
            <ac:spMk id="24" creationId="{3519481C-51A2-BC16-8472-DBC9B6863BA7}"/>
          </ac:spMkLst>
        </pc:spChg>
        <pc:spChg chg="add mod">
          <ac:chgData name="Haslinger Fabian" userId="cdf8a651-5f22-44fb-9814-56de1b5a862a" providerId="ADAL" clId="{953A1AE4-AA2E-4161-B356-747331449584}" dt="2026-05-13T09:01:49.672" v="861" actId="1076"/>
          <ac:spMkLst>
            <pc:docMk/>
            <pc:sldMk cId="202812473" sldId="295"/>
            <ac:spMk id="35" creationId="{E43BBAFD-FDBE-DDB4-2DFD-1AFE59DE5D2C}"/>
          </ac:spMkLst>
        </pc:spChg>
        <pc:spChg chg="add mod">
          <ac:chgData name="Haslinger Fabian" userId="cdf8a651-5f22-44fb-9814-56de1b5a862a" providerId="ADAL" clId="{953A1AE4-AA2E-4161-B356-747331449584}" dt="2026-05-13T09:02:38.259" v="1010" actId="1076"/>
          <ac:spMkLst>
            <pc:docMk/>
            <pc:sldMk cId="202812473" sldId="295"/>
            <ac:spMk id="36" creationId="{3D9FC6C4-5823-592B-327A-5D58F7D1D03C}"/>
          </ac:spMkLst>
        </pc:spChg>
        <pc:spChg chg="add mod">
          <ac:chgData name="Haslinger Fabian" userId="cdf8a651-5f22-44fb-9814-56de1b5a862a" providerId="ADAL" clId="{953A1AE4-AA2E-4161-B356-747331449584}" dt="2026-05-13T09:02:53.118" v="1051" actId="1076"/>
          <ac:spMkLst>
            <pc:docMk/>
            <pc:sldMk cId="202812473" sldId="295"/>
            <ac:spMk id="37" creationId="{D9C2820E-0176-5F54-D0D1-8EABE8F07830}"/>
          </ac:spMkLst>
        </pc:spChg>
        <pc:spChg chg="add mod">
          <ac:chgData name="Haslinger Fabian" userId="cdf8a651-5f22-44fb-9814-56de1b5a862a" providerId="ADAL" clId="{953A1AE4-AA2E-4161-B356-747331449584}" dt="2026-05-13T09:04:45.421" v="1158" actId="1076"/>
          <ac:spMkLst>
            <pc:docMk/>
            <pc:sldMk cId="202812473" sldId="295"/>
            <ac:spMk id="38" creationId="{B7349221-E649-D6FA-3289-EDB116C9D8DF}"/>
          </ac:spMkLst>
        </pc:spChg>
        <pc:spChg chg="add mod">
          <ac:chgData name="Haslinger Fabian" userId="cdf8a651-5f22-44fb-9814-56de1b5a862a" providerId="ADAL" clId="{953A1AE4-AA2E-4161-B356-747331449584}" dt="2026-05-13T09:04:48.626" v="1159" actId="1076"/>
          <ac:spMkLst>
            <pc:docMk/>
            <pc:sldMk cId="202812473" sldId="295"/>
            <ac:spMk id="39" creationId="{4AEA0339-70B1-B600-9B2E-A704A69683A3}"/>
          </ac:spMkLst>
        </pc:spChg>
        <pc:spChg chg="add mod">
          <ac:chgData name="Haslinger Fabian" userId="cdf8a651-5f22-44fb-9814-56de1b5a862a" providerId="ADAL" clId="{953A1AE4-AA2E-4161-B356-747331449584}" dt="2026-05-13T09:04:40.106" v="1156" actId="1076"/>
          <ac:spMkLst>
            <pc:docMk/>
            <pc:sldMk cId="202812473" sldId="295"/>
            <ac:spMk id="40" creationId="{D0E97E7B-C97C-DDF8-7892-EE288C7262F3}"/>
          </ac:spMkLst>
        </pc:spChg>
        <pc:spChg chg="add mod">
          <ac:chgData name="Haslinger Fabian" userId="cdf8a651-5f22-44fb-9814-56de1b5a862a" providerId="ADAL" clId="{953A1AE4-AA2E-4161-B356-747331449584}" dt="2026-05-13T12:52:44.929" v="3562" actId="20577"/>
          <ac:spMkLst>
            <pc:docMk/>
            <pc:sldMk cId="202812473" sldId="295"/>
            <ac:spMk id="41" creationId="{F287142A-3248-1E33-82AE-C7494A042A2C}"/>
          </ac:spMkLst>
        </pc:spChg>
        <pc:grpChg chg="del">
          <ac:chgData name="Haslinger Fabian" userId="cdf8a651-5f22-44fb-9814-56de1b5a862a" providerId="ADAL" clId="{953A1AE4-AA2E-4161-B356-747331449584}" dt="2026-05-13T08:41:01.652" v="628" actId="478"/>
          <ac:grpSpMkLst>
            <pc:docMk/>
            <pc:sldMk cId="202812473" sldId="295"/>
            <ac:grpSpMk id="5" creationId="{40B6E96A-075B-E696-DA3F-B0F80CF3F5C8}"/>
          </ac:grpSpMkLst>
        </pc:grpChg>
        <pc:grpChg chg="del">
          <ac:chgData name="Haslinger Fabian" userId="cdf8a651-5f22-44fb-9814-56de1b5a862a" providerId="ADAL" clId="{953A1AE4-AA2E-4161-B356-747331449584}" dt="2026-05-13T08:41:03.358" v="629" actId="478"/>
          <ac:grpSpMkLst>
            <pc:docMk/>
            <pc:sldMk cId="202812473" sldId="295"/>
            <ac:grpSpMk id="15" creationId="{5F6788CA-9B9D-8CC6-8219-B5EEF3B4F69E}"/>
          </ac:grpSpMkLst>
        </pc:grpChg>
        <pc:picChg chg="add del mod">
          <ac:chgData name="Haslinger Fabian" userId="cdf8a651-5f22-44fb-9814-56de1b5a862a" providerId="ADAL" clId="{953A1AE4-AA2E-4161-B356-747331449584}" dt="2026-05-13T08:52:33.919" v="676" actId="478"/>
          <ac:picMkLst>
            <pc:docMk/>
            <pc:sldMk cId="202812473" sldId="295"/>
            <ac:picMk id="26" creationId="{7CC68DEC-5EDE-499E-242C-8DA6716029DA}"/>
          </ac:picMkLst>
        </pc:picChg>
        <pc:picChg chg="add mod modCrop">
          <ac:chgData name="Haslinger Fabian" userId="cdf8a651-5f22-44fb-9814-56de1b5a862a" providerId="ADAL" clId="{953A1AE4-AA2E-4161-B356-747331449584}" dt="2026-05-13T08:59:44.690" v="704" actId="1076"/>
          <ac:picMkLst>
            <pc:docMk/>
            <pc:sldMk cId="202812473" sldId="295"/>
            <ac:picMk id="28" creationId="{694E436B-2BD8-D73B-01A9-F6FC8ABCEB99}"/>
          </ac:picMkLst>
        </pc:picChg>
        <pc:picChg chg="add del">
          <ac:chgData name="Haslinger Fabian" userId="cdf8a651-5f22-44fb-9814-56de1b5a862a" providerId="ADAL" clId="{953A1AE4-AA2E-4161-B356-747331449584}" dt="2026-05-13T08:57:53.971" v="683" actId="478"/>
          <ac:picMkLst>
            <pc:docMk/>
            <pc:sldMk cId="202812473" sldId="295"/>
            <ac:picMk id="30" creationId="{5A612F9C-2207-278A-C6D3-7B89F6157777}"/>
          </ac:picMkLst>
        </pc:picChg>
        <pc:picChg chg="add mod modCrop">
          <ac:chgData name="Haslinger Fabian" userId="cdf8a651-5f22-44fb-9814-56de1b5a862a" providerId="ADAL" clId="{953A1AE4-AA2E-4161-B356-747331449584}" dt="2026-05-13T08:59:47.070" v="705" actId="1076"/>
          <ac:picMkLst>
            <pc:docMk/>
            <pc:sldMk cId="202812473" sldId="295"/>
            <ac:picMk id="32" creationId="{4E8892AA-0040-2708-8594-C860F0D6CC84}"/>
          </ac:picMkLst>
        </pc:picChg>
        <pc:picChg chg="add mod modCrop">
          <ac:chgData name="Haslinger Fabian" userId="cdf8a651-5f22-44fb-9814-56de1b5a862a" providerId="ADAL" clId="{953A1AE4-AA2E-4161-B356-747331449584}" dt="2026-05-13T08:59:49.172" v="706" actId="1076"/>
          <ac:picMkLst>
            <pc:docMk/>
            <pc:sldMk cId="202812473" sldId="295"/>
            <ac:picMk id="34" creationId="{AAE918DB-1783-F6EA-733F-F1D2334DBE05}"/>
          </ac:picMkLst>
        </pc:picChg>
      </pc:sldChg>
      <pc:sldChg chg="addSp delSp modSp add mod modTransition">
        <pc:chgData name="Haslinger Fabian" userId="cdf8a651-5f22-44fb-9814-56de1b5a862a" providerId="ADAL" clId="{953A1AE4-AA2E-4161-B356-747331449584}" dt="2026-05-13T12:52:39.050" v="3554" actId="20577"/>
        <pc:sldMkLst>
          <pc:docMk/>
          <pc:sldMk cId="91074695" sldId="297"/>
        </pc:sldMkLst>
        <pc:spChg chg="add mod">
          <ac:chgData name="Haslinger Fabian" userId="cdf8a651-5f22-44fb-9814-56de1b5a862a" providerId="ADAL" clId="{953A1AE4-AA2E-4161-B356-747331449584}" dt="2026-05-13T09:16:13.252" v="1210"/>
          <ac:spMkLst>
            <pc:docMk/>
            <pc:sldMk cId="91074695" sldId="297"/>
            <ac:spMk id="5" creationId="{E4283AA2-0FA8-C821-DDF8-E5FEEDAB9AED}"/>
          </ac:spMkLst>
        </pc:spChg>
        <pc:spChg chg="add mod">
          <ac:chgData name="Haslinger Fabian" userId="cdf8a651-5f22-44fb-9814-56de1b5a862a" providerId="ADAL" clId="{953A1AE4-AA2E-4161-B356-747331449584}" dt="2026-05-13T09:18:34.756" v="1306" actId="20577"/>
          <ac:spMkLst>
            <pc:docMk/>
            <pc:sldMk cId="91074695" sldId="297"/>
            <ac:spMk id="9" creationId="{823AB23B-D05A-4D1B-AC30-75B58E9BB885}"/>
          </ac:spMkLst>
        </pc:spChg>
        <pc:spChg chg="add mod">
          <ac:chgData name="Haslinger Fabian" userId="cdf8a651-5f22-44fb-9814-56de1b5a862a" providerId="ADAL" clId="{953A1AE4-AA2E-4161-B356-747331449584}" dt="2026-05-13T09:30:30.159" v="1565" actId="1076"/>
          <ac:spMkLst>
            <pc:docMk/>
            <pc:sldMk cId="91074695" sldId="297"/>
            <ac:spMk id="10" creationId="{AC9B2C1C-C410-F348-4740-0B9595318B25}"/>
          </ac:spMkLst>
        </pc:spChg>
        <pc:spChg chg="add mod">
          <ac:chgData name="Haslinger Fabian" userId="cdf8a651-5f22-44fb-9814-56de1b5a862a" providerId="ADAL" clId="{953A1AE4-AA2E-4161-B356-747331449584}" dt="2026-05-13T09:20:40.147" v="1533" actId="20577"/>
          <ac:spMkLst>
            <pc:docMk/>
            <pc:sldMk cId="91074695" sldId="297"/>
            <ac:spMk id="11" creationId="{32CB313D-F924-1C6D-652D-38BCDA1A346F}"/>
          </ac:spMkLst>
        </pc:spChg>
        <pc:spChg chg="add mod">
          <ac:chgData name="Haslinger Fabian" userId="cdf8a651-5f22-44fb-9814-56de1b5a862a" providerId="ADAL" clId="{953A1AE4-AA2E-4161-B356-747331449584}" dt="2026-05-13T12:52:39.050" v="3554" actId="20577"/>
          <ac:spMkLst>
            <pc:docMk/>
            <pc:sldMk cId="91074695" sldId="297"/>
            <ac:spMk id="12" creationId="{40251F17-C1F2-C46E-FBED-5B544AE33AFF}"/>
          </ac:spMkLst>
        </pc:spChg>
        <pc:spChg chg="mod">
          <ac:chgData name="Haslinger Fabian" userId="cdf8a651-5f22-44fb-9814-56de1b5a862a" providerId="ADAL" clId="{953A1AE4-AA2E-4161-B356-747331449584}" dt="2026-05-13T09:06:47.023" v="1209" actId="20577"/>
          <ac:spMkLst>
            <pc:docMk/>
            <pc:sldMk cId="91074695" sldId="297"/>
            <ac:spMk id="22" creationId="{AD3CD77A-52C1-28AD-470A-58689204261F}"/>
          </ac:spMkLst>
        </pc:spChg>
        <pc:spChg chg="del">
          <ac:chgData name="Haslinger Fabian" userId="cdf8a651-5f22-44fb-9814-56de1b5a862a" providerId="ADAL" clId="{953A1AE4-AA2E-4161-B356-747331449584}" dt="2026-05-13T09:05:23.379" v="1164" actId="478"/>
          <ac:spMkLst>
            <pc:docMk/>
            <pc:sldMk cId="91074695" sldId="297"/>
            <ac:spMk id="35" creationId="{351A2ECC-E0B0-7069-0D24-C7D9983EC55B}"/>
          </ac:spMkLst>
        </pc:spChg>
        <pc:spChg chg="del">
          <ac:chgData name="Haslinger Fabian" userId="cdf8a651-5f22-44fb-9814-56de1b5a862a" providerId="ADAL" clId="{953A1AE4-AA2E-4161-B356-747331449584}" dt="2026-05-13T09:05:25.010" v="1165" actId="478"/>
          <ac:spMkLst>
            <pc:docMk/>
            <pc:sldMk cId="91074695" sldId="297"/>
            <ac:spMk id="36" creationId="{8986E738-575D-6E82-AC55-99E3AE4BF8D9}"/>
          </ac:spMkLst>
        </pc:spChg>
        <pc:spChg chg="del">
          <ac:chgData name="Haslinger Fabian" userId="cdf8a651-5f22-44fb-9814-56de1b5a862a" providerId="ADAL" clId="{953A1AE4-AA2E-4161-B356-747331449584}" dt="2026-05-13T09:05:26.266" v="1166" actId="478"/>
          <ac:spMkLst>
            <pc:docMk/>
            <pc:sldMk cId="91074695" sldId="297"/>
            <ac:spMk id="37" creationId="{C19A8F43-7494-657C-F8D7-CB693BF26CC6}"/>
          </ac:spMkLst>
        </pc:spChg>
        <pc:spChg chg="del">
          <ac:chgData name="Haslinger Fabian" userId="cdf8a651-5f22-44fb-9814-56de1b5a862a" providerId="ADAL" clId="{953A1AE4-AA2E-4161-B356-747331449584}" dt="2026-05-13T09:05:13.161" v="1162" actId="478"/>
          <ac:spMkLst>
            <pc:docMk/>
            <pc:sldMk cId="91074695" sldId="297"/>
            <ac:spMk id="38" creationId="{A3F12851-8EA4-A200-2333-9807A749E2F4}"/>
          </ac:spMkLst>
        </pc:spChg>
        <pc:spChg chg="del">
          <ac:chgData name="Haslinger Fabian" userId="cdf8a651-5f22-44fb-9814-56de1b5a862a" providerId="ADAL" clId="{953A1AE4-AA2E-4161-B356-747331449584}" dt="2026-05-13T09:05:12.157" v="1161" actId="478"/>
          <ac:spMkLst>
            <pc:docMk/>
            <pc:sldMk cId="91074695" sldId="297"/>
            <ac:spMk id="39" creationId="{1C6F1E60-C57D-DB81-092F-18DF5F807654}"/>
          </ac:spMkLst>
        </pc:spChg>
        <pc:spChg chg="del">
          <ac:chgData name="Haslinger Fabian" userId="cdf8a651-5f22-44fb-9814-56de1b5a862a" providerId="ADAL" clId="{953A1AE4-AA2E-4161-B356-747331449584}" dt="2026-05-13T09:05:13.978" v="1163" actId="478"/>
          <ac:spMkLst>
            <pc:docMk/>
            <pc:sldMk cId="91074695" sldId="297"/>
            <ac:spMk id="40" creationId="{FFDBA60D-59F5-995A-4963-830754BFB8EE}"/>
          </ac:spMkLst>
        </pc:spChg>
        <pc:grpChg chg="add del mod">
          <ac:chgData name="Haslinger Fabian" userId="cdf8a651-5f22-44fb-9814-56de1b5a862a" providerId="ADAL" clId="{953A1AE4-AA2E-4161-B356-747331449584}" dt="2026-05-13T09:16:14.817" v="1211" actId="478"/>
          <ac:grpSpMkLst>
            <pc:docMk/>
            <pc:sldMk cId="91074695" sldId="297"/>
            <ac:grpSpMk id="2" creationId="{51EF01EC-273D-F631-0B56-D60A758A5F68}"/>
          </ac:grpSpMkLst>
        </pc:grpChg>
        <pc:grpChg chg="add mod">
          <ac:chgData name="Haslinger Fabian" userId="cdf8a651-5f22-44fb-9814-56de1b5a862a" providerId="ADAL" clId="{953A1AE4-AA2E-4161-B356-747331449584}" dt="2026-05-13T09:16:13.252" v="1210"/>
          <ac:grpSpMkLst>
            <pc:docMk/>
            <pc:sldMk cId="91074695" sldId="297"/>
            <ac:grpSpMk id="3" creationId="{52EFD7AB-E83D-CE7E-CA08-E4B8CD668C0B}"/>
          </ac:grpSpMkLst>
        </pc:grpChg>
        <pc:picChg chg="add mod">
          <ac:chgData name="Haslinger Fabian" userId="cdf8a651-5f22-44fb-9814-56de1b5a862a" providerId="ADAL" clId="{953A1AE4-AA2E-4161-B356-747331449584}" dt="2026-05-13T09:16:13.252" v="1210"/>
          <ac:picMkLst>
            <pc:docMk/>
            <pc:sldMk cId="91074695" sldId="297"/>
            <ac:picMk id="6" creationId="{4F7201A2-BA4F-8C4D-CC64-0E2A80FA9681}"/>
          </ac:picMkLst>
        </pc:picChg>
        <pc:picChg chg="add mod">
          <ac:chgData name="Haslinger Fabian" userId="cdf8a651-5f22-44fb-9814-56de1b5a862a" providerId="ADAL" clId="{953A1AE4-AA2E-4161-B356-747331449584}" dt="2026-05-13T09:16:13.252" v="1210"/>
          <ac:picMkLst>
            <pc:docMk/>
            <pc:sldMk cId="91074695" sldId="297"/>
            <ac:picMk id="7" creationId="{5CD01608-EF87-B105-80BC-2A8949BAC992}"/>
          </ac:picMkLst>
        </pc:picChg>
        <pc:picChg chg="add mod ord modCrop">
          <ac:chgData name="Haslinger Fabian" userId="cdf8a651-5f22-44fb-9814-56de1b5a862a" providerId="ADAL" clId="{953A1AE4-AA2E-4161-B356-747331449584}" dt="2026-05-13T09:33:45.569" v="1608" actId="1076"/>
          <ac:picMkLst>
            <pc:docMk/>
            <pc:sldMk cId="91074695" sldId="297"/>
            <ac:picMk id="8" creationId="{78EF3916-BA6C-18D0-0650-2846E5D572A3}"/>
          </ac:picMkLst>
        </pc:picChg>
        <pc:picChg chg="del mod ord">
          <ac:chgData name="Haslinger Fabian" userId="cdf8a651-5f22-44fb-9814-56de1b5a862a" providerId="ADAL" clId="{953A1AE4-AA2E-4161-B356-747331449584}" dt="2026-05-13T09:06:10.180" v="1182" actId="478"/>
          <ac:picMkLst>
            <pc:docMk/>
            <pc:sldMk cId="91074695" sldId="297"/>
            <ac:picMk id="28" creationId="{24EAAB47-1CF9-2629-DCB1-A6BC98B2B481}"/>
          </ac:picMkLst>
        </pc:picChg>
        <pc:picChg chg="del">
          <ac:chgData name="Haslinger Fabian" userId="cdf8a651-5f22-44fb-9814-56de1b5a862a" providerId="ADAL" clId="{953A1AE4-AA2E-4161-B356-747331449584}" dt="2026-05-13T09:05:29.441" v="1167" actId="478"/>
          <ac:picMkLst>
            <pc:docMk/>
            <pc:sldMk cId="91074695" sldId="297"/>
            <ac:picMk id="32" creationId="{9A1B3984-8284-EDEC-10C0-9BA4B0F64560}"/>
          </ac:picMkLst>
        </pc:picChg>
        <pc:picChg chg="del">
          <ac:chgData name="Haslinger Fabian" userId="cdf8a651-5f22-44fb-9814-56de1b5a862a" providerId="ADAL" clId="{953A1AE4-AA2E-4161-B356-747331449584}" dt="2026-05-13T09:05:30.035" v="1168" actId="478"/>
          <ac:picMkLst>
            <pc:docMk/>
            <pc:sldMk cId="91074695" sldId="297"/>
            <ac:picMk id="34" creationId="{8D5D4386-D6D2-0AEB-FBE0-8DCD1A4687F4}"/>
          </ac:picMkLst>
        </pc:picChg>
        <pc:picChg chg="add del mod">
          <ac:chgData name="Haslinger Fabian" userId="cdf8a651-5f22-44fb-9814-56de1b5a862a" providerId="ADAL" clId="{953A1AE4-AA2E-4161-B356-747331449584}" dt="2026-05-13T09:33:36.718" v="1606" actId="478"/>
          <ac:picMkLst>
            <pc:docMk/>
            <pc:sldMk cId="91074695" sldId="297"/>
            <ac:picMk id="3074" creationId="{216A09B8-3610-8207-F845-774F99F9F247}"/>
          </ac:picMkLst>
        </pc:picChg>
      </pc:sldChg>
      <pc:sldChg chg="addSp delSp modSp add mod modTransition">
        <pc:chgData name="Haslinger Fabian" userId="cdf8a651-5f22-44fb-9814-56de1b5a862a" providerId="ADAL" clId="{953A1AE4-AA2E-4161-B356-747331449584}" dt="2026-05-13T12:52:35.401" v="3552" actId="20577"/>
        <pc:sldMkLst>
          <pc:docMk/>
          <pc:sldMk cId="3555144925" sldId="298"/>
        </pc:sldMkLst>
        <pc:spChg chg="mod">
          <ac:chgData name="Haslinger Fabian" userId="cdf8a651-5f22-44fb-9814-56de1b5a862a" providerId="ADAL" clId="{953A1AE4-AA2E-4161-B356-747331449584}" dt="2026-05-13T09:38:24.320" v="1722" actId="207"/>
          <ac:spMkLst>
            <pc:docMk/>
            <pc:sldMk cId="3555144925" sldId="298"/>
            <ac:spMk id="9" creationId="{1C63109D-1B97-0DC8-7B74-B6869FAF4B93}"/>
          </ac:spMkLst>
        </pc:spChg>
        <pc:spChg chg="mod">
          <ac:chgData name="Haslinger Fabian" userId="cdf8a651-5f22-44fb-9814-56de1b5a862a" providerId="ADAL" clId="{953A1AE4-AA2E-4161-B356-747331449584}" dt="2026-05-13T09:38:20.279" v="1721" actId="207"/>
          <ac:spMkLst>
            <pc:docMk/>
            <pc:sldMk cId="3555144925" sldId="298"/>
            <ac:spMk id="10" creationId="{C59EDE7C-C387-C554-BA1D-28AD9DE37E89}"/>
          </ac:spMkLst>
        </pc:spChg>
        <pc:spChg chg="mod">
          <ac:chgData name="Haslinger Fabian" userId="cdf8a651-5f22-44fb-9814-56de1b5a862a" providerId="ADAL" clId="{953A1AE4-AA2E-4161-B356-747331449584}" dt="2026-05-13T09:38:26.687" v="1723" actId="207"/>
          <ac:spMkLst>
            <pc:docMk/>
            <pc:sldMk cId="3555144925" sldId="298"/>
            <ac:spMk id="11" creationId="{89DEF90B-0218-60E4-D212-8BCC1328A0E1}"/>
          </ac:spMkLst>
        </pc:spChg>
        <pc:spChg chg="add mod">
          <ac:chgData name="Haslinger Fabian" userId="cdf8a651-5f22-44fb-9814-56de1b5a862a" providerId="ADAL" clId="{953A1AE4-AA2E-4161-B356-747331449584}" dt="2026-05-13T09:36:48.598" v="1716" actId="1076"/>
          <ac:spMkLst>
            <pc:docMk/>
            <pc:sldMk cId="3555144925" sldId="298"/>
            <ac:spMk id="14" creationId="{5D9FF24B-D383-F3FF-363F-38C7553CD262}"/>
          </ac:spMkLst>
        </pc:spChg>
        <pc:spChg chg="add mod">
          <ac:chgData name="Haslinger Fabian" userId="cdf8a651-5f22-44fb-9814-56de1b5a862a" providerId="ADAL" clId="{953A1AE4-AA2E-4161-B356-747331449584}" dt="2026-05-13T12:52:35.401" v="3552" actId="20577"/>
          <ac:spMkLst>
            <pc:docMk/>
            <pc:sldMk cId="3555144925" sldId="298"/>
            <ac:spMk id="15" creationId="{B19CE043-D9CA-C362-EC00-3FB245532A8C}"/>
          </ac:spMkLst>
        </pc:spChg>
        <pc:picChg chg="del mod">
          <ac:chgData name="Haslinger Fabian" userId="cdf8a651-5f22-44fb-9814-56de1b5a862a" providerId="ADAL" clId="{953A1AE4-AA2E-4161-B356-747331449584}" dt="2026-05-13T09:34:04.502" v="1610" actId="478"/>
          <ac:picMkLst>
            <pc:docMk/>
            <pc:sldMk cId="3555144925" sldId="298"/>
            <ac:picMk id="8" creationId="{54C11AD9-36D2-E60A-7CE5-8ADD2DBBEE66}"/>
          </ac:picMkLst>
        </pc:picChg>
        <pc:picChg chg="mod">
          <ac:chgData name="Haslinger Fabian" userId="cdf8a651-5f22-44fb-9814-56de1b5a862a" providerId="ADAL" clId="{953A1AE4-AA2E-4161-B356-747331449584}" dt="2026-05-13T09:34:30.471" v="1615" actId="1076"/>
          <ac:picMkLst>
            <pc:docMk/>
            <pc:sldMk cId="3555144925" sldId="298"/>
            <ac:picMk id="3074" creationId="{E8E1B16E-36AB-3826-CBF9-461BB63ADE6D}"/>
          </ac:picMkLst>
        </pc:picChg>
        <pc:cxnChg chg="add mod">
          <ac:chgData name="Haslinger Fabian" userId="cdf8a651-5f22-44fb-9814-56de1b5a862a" providerId="ADAL" clId="{953A1AE4-AA2E-4161-B356-747331449584}" dt="2026-05-13T09:36:43.478" v="1715" actId="1076"/>
          <ac:cxnSpMkLst>
            <pc:docMk/>
            <pc:sldMk cId="3555144925" sldId="298"/>
            <ac:cxnSpMk id="3" creationId="{F9436705-41A1-3068-E9BA-5DD505675AA8}"/>
          </ac:cxnSpMkLst>
        </pc:cxnChg>
        <pc:cxnChg chg="add mod">
          <ac:chgData name="Haslinger Fabian" userId="cdf8a651-5f22-44fb-9814-56de1b5a862a" providerId="ADAL" clId="{953A1AE4-AA2E-4161-B356-747331449584}" dt="2026-05-13T09:31:26.241" v="1575" actId="1076"/>
          <ac:cxnSpMkLst>
            <pc:docMk/>
            <pc:sldMk cId="3555144925" sldId="298"/>
            <ac:cxnSpMk id="5" creationId="{E7F67B3A-78B6-D109-0DFF-7D04CCA7B1AE}"/>
          </ac:cxnSpMkLst>
        </pc:cxnChg>
        <pc:cxnChg chg="add mod">
          <ac:chgData name="Haslinger Fabian" userId="cdf8a651-5f22-44fb-9814-56de1b5a862a" providerId="ADAL" clId="{953A1AE4-AA2E-4161-B356-747331449584}" dt="2026-05-13T09:32:32.628" v="1591" actId="1076"/>
          <ac:cxnSpMkLst>
            <pc:docMk/>
            <pc:sldMk cId="3555144925" sldId="298"/>
            <ac:cxnSpMk id="6" creationId="{D84EFA0B-2DB5-ED4A-273E-702EBCECB973}"/>
          </ac:cxnSpMkLst>
        </pc:cxnChg>
        <pc:cxnChg chg="add mod">
          <ac:chgData name="Haslinger Fabian" userId="cdf8a651-5f22-44fb-9814-56de1b5a862a" providerId="ADAL" clId="{953A1AE4-AA2E-4161-B356-747331449584}" dt="2026-05-13T09:32:55.917" v="1598" actId="1076"/>
          <ac:cxnSpMkLst>
            <pc:docMk/>
            <pc:sldMk cId="3555144925" sldId="298"/>
            <ac:cxnSpMk id="13" creationId="{86981C28-0C6E-17F2-0B41-2DEE2F9B2601}"/>
          </ac:cxnSpMkLst>
        </pc:cxnChg>
      </pc:sldChg>
      <pc:sldChg chg="addSp modSp mod">
        <pc:chgData name="Haslinger Fabian" userId="cdf8a651-5f22-44fb-9814-56de1b5a862a" providerId="ADAL" clId="{953A1AE4-AA2E-4161-B356-747331449584}" dt="2026-05-13T12:50:38.950" v="3501" actId="20577"/>
        <pc:sldMkLst>
          <pc:docMk/>
          <pc:sldMk cId="3906731258" sldId="299"/>
        </pc:sldMkLst>
        <pc:spChg chg="add mod">
          <ac:chgData name="Haslinger Fabian" userId="cdf8a651-5f22-44fb-9814-56de1b5a862a" providerId="ADAL" clId="{953A1AE4-AA2E-4161-B356-747331449584}" dt="2026-05-13T12:50:38.950" v="3501" actId="20577"/>
          <ac:spMkLst>
            <pc:docMk/>
            <pc:sldMk cId="3906731258" sldId="299"/>
            <ac:spMk id="3" creationId="{76AD6938-782A-834D-50E0-A04E956FEF02}"/>
          </ac:spMkLst>
        </pc:spChg>
      </pc:sldChg>
      <pc:sldChg chg="addSp modSp mod modTransition">
        <pc:chgData name="Haslinger Fabian" userId="cdf8a651-5f22-44fb-9814-56de1b5a862a" providerId="ADAL" clId="{953A1AE4-AA2E-4161-B356-747331449584}" dt="2026-05-13T12:50:34.392" v="3499" actId="20577"/>
        <pc:sldMkLst>
          <pc:docMk/>
          <pc:sldMk cId="1982678398" sldId="300"/>
        </pc:sldMkLst>
        <pc:spChg chg="add mod">
          <ac:chgData name="Haslinger Fabian" userId="cdf8a651-5f22-44fb-9814-56de1b5a862a" providerId="ADAL" clId="{953A1AE4-AA2E-4161-B356-747331449584}" dt="2026-05-13T12:50:34.392" v="3499" actId="20577"/>
          <ac:spMkLst>
            <pc:docMk/>
            <pc:sldMk cId="1982678398" sldId="300"/>
            <ac:spMk id="3" creationId="{F9055E6E-B5F9-6822-477F-D1A29E80E982}"/>
          </ac:spMkLst>
        </pc:spChg>
      </pc:sldChg>
      <pc:sldChg chg="addSp modSp mod">
        <pc:chgData name="Haslinger Fabian" userId="cdf8a651-5f22-44fb-9814-56de1b5a862a" providerId="ADAL" clId="{953A1AE4-AA2E-4161-B356-747331449584}" dt="2026-05-13T12:50:31.056" v="3497" actId="20577"/>
        <pc:sldMkLst>
          <pc:docMk/>
          <pc:sldMk cId="233546101" sldId="301"/>
        </pc:sldMkLst>
        <pc:spChg chg="add mod">
          <ac:chgData name="Haslinger Fabian" userId="cdf8a651-5f22-44fb-9814-56de1b5a862a" providerId="ADAL" clId="{953A1AE4-AA2E-4161-B356-747331449584}" dt="2026-05-13T12:50:31.056" v="3497" actId="20577"/>
          <ac:spMkLst>
            <pc:docMk/>
            <pc:sldMk cId="233546101" sldId="301"/>
            <ac:spMk id="3" creationId="{CFA14EDA-D70D-EE3B-27D5-5A75BF920EEF}"/>
          </ac:spMkLst>
        </pc:spChg>
      </pc:sldChg>
      <pc:sldChg chg="addSp modSp mod">
        <pc:chgData name="Haslinger Fabian" userId="cdf8a651-5f22-44fb-9814-56de1b5a862a" providerId="ADAL" clId="{953A1AE4-AA2E-4161-B356-747331449584}" dt="2026-05-13T12:50:27.075" v="3495" actId="20577"/>
        <pc:sldMkLst>
          <pc:docMk/>
          <pc:sldMk cId="1927743878" sldId="302"/>
        </pc:sldMkLst>
        <pc:spChg chg="add mod">
          <ac:chgData name="Haslinger Fabian" userId="cdf8a651-5f22-44fb-9814-56de1b5a862a" providerId="ADAL" clId="{953A1AE4-AA2E-4161-B356-747331449584}" dt="2026-05-13T12:50:27.075" v="3495" actId="20577"/>
          <ac:spMkLst>
            <pc:docMk/>
            <pc:sldMk cId="1927743878" sldId="302"/>
            <ac:spMk id="3" creationId="{EA3E3238-103B-0929-1E65-6930696459A5}"/>
          </ac:spMkLst>
        </pc:spChg>
      </pc:sldChg>
      <pc:sldChg chg="addSp delSp modSp add mod ord modTransition">
        <pc:chgData name="Haslinger Fabian" userId="cdf8a651-5f22-44fb-9814-56de1b5a862a" providerId="ADAL" clId="{953A1AE4-AA2E-4161-B356-747331449584}" dt="2026-05-13T12:52:31.345" v="3550" actId="20577"/>
        <pc:sldMkLst>
          <pc:docMk/>
          <pc:sldMk cId="1657227627" sldId="303"/>
        </pc:sldMkLst>
        <pc:spChg chg="del">
          <ac:chgData name="Haslinger Fabian" userId="cdf8a651-5f22-44fb-9814-56de1b5a862a" providerId="ADAL" clId="{953A1AE4-AA2E-4161-B356-747331449584}" dt="2026-05-13T10:08:04.813" v="1728" actId="478"/>
          <ac:spMkLst>
            <pc:docMk/>
            <pc:sldMk cId="1657227627" sldId="303"/>
            <ac:spMk id="9" creationId="{95C58765-95EC-4BEE-EAB9-E1CEFDE8F805}"/>
          </ac:spMkLst>
        </pc:spChg>
        <pc:spChg chg="del">
          <ac:chgData name="Haslinger Fabian" userId="cdf8a651-5f22-44fb-9814-56de1b5a862a" providerId="ADAL" clId="{953A1AE4-AA2E-4161-B356-747331449584}" dt="2026-05-13T10:08:06.259" v="1729" actId="478"/>
          <ac:spMkLst>
            <pc:docMk/>
            <pc:sldMk cId="1657227627" sldId="303"/>
            <ac:spMk id="10" creationId="{962EEF06-D6EC-C601-766A-3D6135D8FF92}"/>
          </ac:spMkLst>
        </pc:spChg>
        <pc:spChg chg="del">
          <ac:chgData name="Haslinger Fabian" userId="cdf8a651-5f22-44fb-9814-56de1b5a862a" providerId="ADAL" clId="{953A1AE4-AA2E-4161-B356-747331449584}" dt="2026-05-13T10:08:07.397" v="1730" actId="478"/>
          <ac:spMkLst>
            <pc:docMk/>
            <pc:sldMk cId="1657227627" sldId="303"/>
            <ac:spMk id="11" creationId="{F91AFF89-2327-5CB8-8A86-2B3A35C6D01C}"/>
          </ac:spMkLst>
        </pc:spChg>
        <pc:spChg chg="add mod">
          <ac:chgData name="Haslinger Fabian" userId="cdf8a651-5f22-44fb-9814-56de1b5a862a" providerId="ADAL" clId="{953A1AE4-AA2E-4161-B356-747331449584}" dt="2026-05-13T10:13:09.977" v="1789" actId="1076"/>
          <ac:spMkLst>
            <pc:docMk/>
            <pc:sldMk cId="1657227627" sldId="303"/>
            <ac:spMk id="15" creationId="{A7E7CCE8-154C-86F8-EE3E-6AF9B97326F2}"/>
          </ac:spMkLst>
        </pc:spChg>
        <pc:spChg chg="add del mod">
          <ac:chgData name="Haslinger Fabian" userId="cdf8a651-5f22-44fb-9814-56de1b5a862a" providerId="ADAL" clId="{953A1AE4-AA2E-4161-B356-747331449584}" dt="2026-05-13T10:17:46.162" v="1840" actId="478"/>
          <ac:spMkLst>
            <pc:docMk/>
            <pc:sldMk cId="1657227627" sldId="303"/>
            <ac:spMk id="18" creationId="{CC0A038A-8D60-C5F7-C34C-77D019151986}"/>
          </ac:spMkLst>
        </pc:spChg>
        <pc:spChg chg="add mod">
          <ac:chgData name="Haslinger Fabian" userId="cdf8a651-5f22-44fb-9814-56de1b5a862a" providerId="ADAL" clId="{953A1AE4-AA2E-4161-B356-747331449584}" dt="2026-05-13T10:21:56.276" v="1951" actId="1076"/>
          <ac:spMkLst>
            <pc:docMk/>
            <pc:sldMk cId="1657227627" sldId="303"/>
            <ac:spMk id="19" creationId="{1D856B55-61B1-0F82-FC98-73AF0510159C}"/>
          </ac:spMkLst>
        </pc:spChg>
        <pc:spChg chg="add mod">
          <ac:chgData name="Haslinger Fabian" userId="cdf8a651-5f22-44fb-9814-56de1b5a862a" providerId="ADAL" clId="{953A1AE4-AA2E-4161-B356-747331449584}" dt="2026-05-13T10:47:08.641" v="2320" actId="20577"/>
          <ac:spMkLst>
            <pc:docMk/>
            <pc:sldMk cId="1657227627" sldId="303"/>
            <ac:spMk id="20" creationId="{7A057231-0A26-D069-2F13-F05D7756F2E9}"/>
          </ac:spMkLst>
        </pc:spChg>
        <pc:spChg chg="add mod">
          <ac:chgData name="Haslinger Fabian" userId="cdf8a651-5f22-44fb-9814-56de1b5a862a" providerId="ADAL" clId="{953A1AE4-AA2E-4161-B356-747331449584}" dt="2026-05-13T12:52:31.345" v="3550" actId="20577"/>
          <ac:spMkLst>
            <pc:docMk/>
            <pc:sldMk cId="1657227627" sldId="303"/>
            <ac:spMk id="21" creationId="{147938F1-75C0-87F0-1EDC-B2B1E9FB78AA}"/>
          </ac:spMkLst>
        </pc:spChg>
        <pc:spChg chg="mod">
          <ac:chgData name="Haslinger Fabian" userId="cdf8a651-5f22-44fb-9814-56de1b5a862a" providerId="ADAL" clId="{953A1AE4-AA2E-4161-B356-747331449584}" dt="2026-05-13T10:08:39.980" v="1759" actId="20577"/>
          <ac:spMkLst>
            <pc:docMk/>
            <pc:sldMk cId="1657227627" sldId="303"/>
            <ac:spMk id="22" creationId="{E81824AB-35EA-5F01-E239-77B2C26C04D8}"/>
          </ac:spMkLst>
        </pc:spChg>
        <pc:picChg chg="add del">
          <ac:chgData name="Haslinger Fabian" userId="cdf8a651-5f22-44fb-9814-56de1b5a862a" providerId="ADAL" clId="{953A1AE4-AA2E-4161-B356-747331449584}" dt="2026-05-13T10:09:43.597" v="1761" actId="478"/>
          <ac:picMkLst>
            <pc:docMk/>
            <pc:sldMk cId="1657227627" sldId="303"/>
            <ac:picMk id="3" creationId="{2A3CB252-3ECF-AEB8-4401-92C3C144F290}"/>
          </ac:picMkLst>
        </pc:picChg>
        <pc:picChg chg="add mod">
          <ac:chgData name="Haslinger Fabian" userId="cdf8a651-5f22-44fb-9814-56de1b5a862a" providerId="ADAL" clId="{953A1AE4-AA2E-4161-B356-747331449584}" dt="2026-05-13T10:18:20.938" v="1844" actId="208"/>
          <ac:picMkLst>
            <pc:docMk/>
            <pc:sldMk cId="1657227627" sldId="303"/>
            <ac:picMk id="6" creationId="{6D4C7486-FFA5-7D72-6281-7579D6ED43E1}"/>
          </ac:picMkLst>
        </pc:picChg>
        <pc:picChg chg="del">
          <ac:chgData name="Haslinger Fabian" userId="cdf8a651-5f22-44fb-9814-56de1b5a862a" providerId="ADAL" clId="{953A1AE4-AA2E-4161-B356-747331449584}" dt="2026-05-13T10:08:03.704" v="1727" actId="478"/>
          <ac:picMkLst>
            <pc:docMk/>
            <pc:sldMk cId="1657227627" sldId="303"/>
            <ac:picMk id="8" creationId="{6D123A6F-94E3-9A19-CB9D-4A2036385DF0}"/>
          </ac:picMkLst>
        </pc:picChg>
        <pc:picChg chg="add del mod">
          <ac:chgData name="Haslinger Fabian" userId="cdf8a651-5f22-44fb-9814-56de1b5a862a" providerId="ADAL" clId="{953A1AE4-AA2E-4161-B356-747331449584}" dt="2026-05-13T10:11:20.238" v="1766" actId="478"/>
          <ac:picMkLst>
            <pc:docMk/>
            <pc:sldMk cId="1657227627" sldId="303"/>
            <ac:picMk id="12" creationId="{AB077D6E-4A2A-BE60-1D14-5A3B97D85E29}"/>
          </ac:picMkLst>
        </pc:picChg>
        <pc:picChg chg="add mod">
          <ac:chgData name="Haslinger Fabian" userId="cdf8a651-5f22-44fb-9814-56de1b5a862a" providerId="ADAL" clId="{953A1AE4-AA2E-4161-B356-747331449584}" dt="2026-05-13T10:18:13.745" v="1841" actId="208"/>
          <ac:picMkLst>
            <pc:docMk/>
            <pc:sldMk cId="1657227627" sldId="303"/>
            <ac:picMk id="14" creationId="{79052CB2-A3F3-361F-6624-D135DA8E2B68}"/>
          </ac:picMkLst>
        </pc:picChg>
        <pc:picChg chg="add mod">
          <ac:chgData name="Haslinger Fabian" userId="cdf8a651-5f22-44fb-9814-56de1b5a862a" providerId="ADAL" clId="{953A1AE4-AA2E-4161-B356-747331449584}" dt="2026-05-13T10:22:39.631" v="1956" actId="1076"/>
          <ac:picMkLst>
            <pc:docMk/>
            <pc:sldMk cId="1657227627" sldId="303"/>
            <ac:picMk id="17" creationId="{10A59623-1F18-2CA1-1644-5FFFAE1083E5}"/>
          </ac:picMkLst>
        </pc:picChg>
      </pc:sldChg>
      <pc:sldChg chg="addSp modSp mod">
        <pc:chgData name="Haslinger Fabian" userId="cdf8a651-5f22-44fb-9814-56de1b5a862a" providerId="ADAL" clId="{953A1AE4-AA2E-4161-B356-747331449584}" dt="2026-05-13T12:50:23.776" v="3493" actId="20577"/>
        <pc:sldMkLst>
          <pc:docMk/>
          <pc:sldMk cId="2630365001" sldId="304"/>
        </pc:sldMkLst>
        <pc:spChg chg="add mod">
          <ac:chgData name="Haslinger Fabian" userId="cdf8a651-5f22-44fb-9814-56de1b5a862a" providerId="ADAL" clId="{953A1AE4-AA2E-4161-B356-747331449584}" dt="2026-05-13T12:50:23.776" v="3493" actId="20577"/>
          <ac:spMkLst>
            <pc:docMk/>
            <pc:sldMk cId="2630365001" sldId="304"/>
            <ac:spMk id="3" creationId="{7A8E2222-BDC9-80F8-6A6C-B0A63A57EBFC}"/>
          </ac:spMkLst>
        </pc:spChg>
      </pc:sldChg>
      <pc:sldChg chg="addSp modSp mod">
        <pc:chgData name="Haslinger Fabian" userId="cdf8a651-5f22-44fb-9814-56de1b5a862a" providerId="ADAL" clId="{953A1AE4-AA2E-4161-B356-747331449584}" dt="2026-05-13T12:50:20.406" v="3491" actId="20577"/>
        <pc:sldMkLst>
          <pc:docMk/>
          <pc:sldMk cId="1208865646" sldId="305"/>
        </pc:sldMkLst>
        <pc:spChg chg="add mod">
          <ac:chgData name="Haslinger Fabian" userId="cdf8a651-5f22-44fb-9814-56de1b5a862a" providerId="ADAL" clId="{953A1AE4-AA2E-4161-B356-747331449584}" dt="2026-05-13T12:50:20.406" v="3491" actId="20577"/>
          <ac:spMkLst>
            <pc:docMk/>
            <pc:sldMk cId="1208865646" sldId="305"/>
            <ac:spMk id="2" creationId="{D9394FC3-83EA-A10A-502C-2DE63CBE88A5}"/>
          </ac:spMkLst>
        </pc:spChg>
        <pc:picChg chg="add mod">
          <ac:chgData name="Haslinger Fabian" userId="cdf8a651-5f22-44fb-9814-56de1b5a862a" providerId="ADAL" clId="{953A1AE4-AA2E-4161-B356-747331449584}" dt="2026-05-13T10:17:37.377" v="1839"/>
          <ac:picMkLst>
            <pc:docMk/>
            <pc:sldMk cId="1208865646" sldId="305"/>
            <ac:picMk id="9" creationId="{EBA57224-2588-71B8-FDFA-ED6F6F827E3A}"/>
          </ac:picMkLst>
        </pc:picChg>
      </pc:sldChg>
      <pc:sldChg chg="addSp delSp modSp add mod modTransition">
        <pc:chgData name="Haslinger Fabian" userId="cdf8a651-5f22-44fb-9814-56de1b5a862a" providerId="ADAL" clId="{953A1AE4-AA2E-4161-B356-747331449584}" dt="2026-05-13T12:52:28.532" v="3548" actId="20577"/>
        <pc:sldMkLst>
          <pc:docMk/>
          <pc:sldMk cId="1140864799" sldId="306"/>
        </pc:sldMkLst>
        <pc:spChg chg="add mod">
          <ac:chgData name="Haslinger Fabian" userId="cdf8a651-5f22-44fb-9814-56de1b5a862a" providerId="ADAL" clId="{953A1AE4-AA2E-4161-B356-747331449584}" dt="2026-05-13T12:52:28.532" v="3548" actId="20577"/>
          <ac:spMkLst>
            <pc:docMk/>
            <pc:sldMk cId="1140864799" sldId="306"/>
            <ac:spMk id="5" creationId="{BC1D1960-4B4A-891B-7657-5A033CF7A0F4}"/>
          </ac:spMkLst>
        </pc:spChg>
        <pc:spChg chg="mod">
          <ac:chgData name="Haslinger Fabian" userId="cdf8a651-5f22-44fb-9814-56de1b5a862a" providerId="ADAL" clId="{953A1AE4-AA2E-4161-B356-747331449584}" dt="2026-05-13T10:26:25.087" v="2111" actId="1076"/>
          <ac:spMkLst>
            <pc:docMk/>
            <pc:sldMk cId="1140864799" sldId="306"/>
            <ac:spMk id="15" creationId="{AD01BAC2-1DFA-73F6-DC13-C7B27C92F822}"/>
          </ac:spMkLst>
        </pc:spChg>
        <pc:spChg chg="del">
          <ac:chgData name="Haslinger Fabian" userId="cdf8a651-5f22-44fb-9814-56de1b5a862a" providerId="ADAL" clId="{953A1AE4-AA2E-4161-B356-747331449584}" dt="2026-05-13T10:22:48.933" v="1962" actId="478"/>
          <ac:spMkLst>
            <pc:docMk/>
            <pc:sldMk cId="1140864799" sldId="306"/>
            <ac:spMk id="19" creationId="{26796D1D-163F-D56D-763B-F73C7605188A}"/>
          </ac:spMkLst>
        </pc:spChg>
        <pc:spChg chg="del">
          <ac:chgData name="Haslinger Fabian" userId="cdf8a651-5f22-44fb-9814-56de1b5a862a" providerId="ADAL" clId="{953A1AE4-AA2E-4161-B356-747331449584}" dt="2026-05-13T10:22:47.687" v="1961" actId="478"/>
          <ac:spMkLst>
            <pc:docMk/>
            <pc:sldMk cId="1140864799" sldId="306"/>
            <ac:spMk id="20" creationId="{9DF39525-D162-8E76-F278-0584A54C01A2}"/>
          </ac:spMkLst>
        </pc:spChg>
        <pc:picChg chg="add mod">
          <ac:chgData name="Haslinger Fabian" userId="cdf8a651-5f22-44fb-9814-56de1b5a862a" providerId="ADAL" clId="{953A1AE4-AA2E-4161-B356-747331449584}" dt="2026-05-13T10:24:44.647" v="1973" actId="1076"/>
          <ac:picMkLst>
            <pc:docMk/>
            <pc:sldMk cId="1140864799" sldId="306"/>
            <ac:picMk id="3" creationId="{9E2F47A5-08AF-7A5B-3D48-76561B25AD39}"/>
          </ac:picMkLst>
        </pc:picChg>
        <pc:picChg chg="del">
          <ac:chgData name="Haslinger Fabian" userId="cdf8a651-5f22-44fb-9814-56de1b5a862a" providerId="ADAL" clId="{953A1AE4-AA2E-4161-B356-747331449584}" dt="2026-05-13T10:22:45.958" v="1959" actId="478"/>
          <ac:picMkLst>
            <pc:docMk/>
            <pc:sldMk cId="1140864799" sldId="306"/>
            <ac:picMk id="6" creationId="{678072D9-6486-AAEC-39E3-87189059756C}"/>
          </ac:picMkLst>
        </pc:picChg>
        <pc:picChg chg="del">
          <ac:chgData name="Haslinger Fabian" userId="cdf8a651-5f22-44fb-9814-56de1b5a862a" providerId="ADAL" clId="{953A1AE4-AA2E-4161-B356-747331449584}" dt="2026-05-13T10:22:46.433" v="1960" actId="478"/>
          <ac:picMkLst>
            <pc:docMk/>
            <pc:sldMk cId="1140864799" sldId="306"/>
            <ac:picMk id="14" creationId="{A6681B91-DB60-E25F-D414-069D284A1B2D}"/>
          </ac:picMkLst>
        </pc:picChg>
        <pc:picChg chg="del">
          <ac:chgData name="Haslinger Fabian" userId="cdf8a651-5f22-44fb-9814-56de1b5a862a" providerId="ADAL" clId="{953A1AE4-AA2E-4161-B356-747331449584}" dt="2026-05-13T10:22:45.437" v="1958" actId="478"/>
          <ac:picMkLst>
            <pc:docMk/>
            <pc:sldMk cId="1140864799" sldId="306"/>
            <ac:picMk id="17" creationId="{00AD11B6-2907-A21E-C264-4976D680ED80}"/>
          </ac:picMkLst>
        </pc:picChg>
      </pc:sldChg>
      <pc:sldChg chg="addSp delSp modSp add mod modTransition">
        <pc:chgData name="Haslinger Fabian" userId="cdf8a651-5f22-44fb-9814-56de1b5a862a" providerId="ADAL" clId="{953A1AE4-AA2E-4161-B356-747331449584}" dt="2026-05-13T12:52:12.382" v="3546" actId="20577"/>
        <pc:sldMkLst>
          <pc:docMk/>
          <pc:sldMk cId="3410832216" sldId="307"/>
        </pc:sldMkLst>
        <pc:spChg chg="add mod">
          <ac:chgData name="Haslinger Fabian" userId="cdf8a651-5f22-44fb-9814-56de1b5a862a" providerId="ADAL" clId="{953A1AE4-AA2E-4161-B356-747331449584}" dt="2026-05-13T10:34:53.702" v="2275" actId="255"/>
          <ac:spMkLst>
            <pc:docMk/>
            <pc:sldMk cId="3410832216" sldId="307"/>
            <ac:spMk id="8" creationId="{8C0123B1-6CAF-D96C-30C1-73D0F54C6F57}"/>
          </ac:spMkLst>
        </pc:spChg>
        <pc:spChg chg="del">
          <ac:chgData name="Haslinger Fabian" userId="cdf8a651-5f22-44fb-9814-56de1b5a862a" providerId="ADAL" clId="{953A1AE4-AA2E-4161-B356-747331449584}" dt="2026-05-13T10:26:51.066" v="2113" actId="478"/>
          <ac:spMkLst>
            <pc:docMk/>
            <pc:sldMk cId="3410832216" sldId="307"/>
            <ac:spMk id="15" creationId="{95DB670B-95FA-F5DF-76A0-496276E18CFE}"/>
          </ac:spMkLst>
        </pc:spChg>
        <pc:spChg chg="add mod">
          <ac:chgData name="Haslinger Fabian" userId="cdf8a651-5f22-44fb-9814-56de1b5a862a" providerId="ADAL" clId="{953A1AE4-AA2E-4161-B356-747331449584}" dt="2026-05-13T12:52:12.382" v="3546" actId="20577"/>
          <ac:spMkLst>
            <pc:docMk/>
            <pc:sldMk cId="3410832216" sldId="307"/>
            <ac:spMk id="16" creationId="{088B7229-ADDC-8423-3A73-EC943FFC74F7}"/>
          </ac:spMkLst>
        </pc:spChg>
        <pc:spChg chg="del mod">
          <ac:chgData name="Haslinger Fabian" userId="cdf8a651-5f22-44fb-9814-56de1b5a862a" providerId="ADAL" clId="{953A1AE4-AA2E-4161-B356-747331449584}" dt="2026-05-13T10:32:39.016" v="2120" actId="478"/>
          <ac:spMkLst>
            <pc:docMk/>
            <pc:sldMk cId="3410832216" sldId="307"/>
            <ac:spMk id="22" creationId="{E29C1D2E-24CB-9EDC-018B-8C15C869D407}"/>
          </ac:spMkLst>
        </pc:spChg>
        <pc:picChg chg="del">
          <ac:chgData name="Haslinger Fabian" userId="cdf8a651-5f22-44fb-9814-56de1b5a862a" providerId="ADAL" clId="{953A1AE4-AA2E-4161-B356-747331449584}" dt="2026-05-13T10:26:52.815" v="2114" actId="478"/>
          <ac:picMkLst>
            <pc:docMk/>
            <pc:sldMk cId="3410832216" sldId="307"/>
            <ac:picMk id="3" creationId="{1291CBD2-B0C5-8120-BAFA-73AF47A7D095}"/>
          </ac:picMkLst>
        </pc:picChg>
        <pc:picChg chg="add del">
          <ac:chgData name="Haslinger Fabian" userId="cdf8a651-5f22-44fb-9814-56de1b5a862a" providerId="ADAL" clId="{953A1AE4-AA2E-4161-B356-747331449584}" dt="2026-05-13T10:32:26.868" v="2116" actId="478"/>
          <ac:picMkLst>
            <pc:docMk/>
            <pc:sldMk cId="3410832216" sldId="307"/>
            <ac:picMk id="5" creationId="{92C0E6B0-92AA-8E19-1E3B-7058D1DBA31B}"/>
          </ac:picMkLst>
        </pc:picChg>
        <pc:picChg chg="add del mod ord modCrop">
          <ac:chgData name="Haslinger Fabian" userId="cdf8a651-5f22-44fb-9814-56de1b5a862a" providerId="ADAL" clId="{953A1AE4-AA2E-4161-B356-747331449584}" dt="2026-05-13T10:36:35.165" v="2282" actId="478"/>
          <ac:picMkLst>
            <pc:docMk/>
            <pc:sldMk cId="3410832216" sldId="307"/>
            <ac:picMk id="7" creationId="{47C19184-8077-D770-563C-2F6BB815AD5B}"/>
          </ac:picMkLst>
        </pc:picChg>
        <pc:picChg chg="add del">
          <ac:chgData name="Haslinger Fabian" userId="cdf8a651-5f22-44fb-9814-56de1b5a862a" providerId="ADAL" clId="{953A1AE4-AA2E-4161-B356-747331449584}" dt="2026-05-13T10:36:21.554" v="2279" actId="478"/>
          <ac:picMkLst>
            <pc:docMk/>
            <pc:sldMk cId="3410832216" sldId="307"/>
            <ac:picMk id="10" creationId="{2FB54060-E598-AD10-B883-F832AE7AA755}"/>
          </ac:picMkLst>
        </pc:picChg>
        <pc:picChg chg="add del mod modCrop">
          <ac:chgData name="Haslinger Fabian" userId="cdf8a651-5f22-44fb-9814-56de1b5a862a" providerId="ADAL" clId="{953A1AE4-AA2E-4161-B356-747331449584}" dt="2026-05-13T10:38:40.455" v="2301" actId="478"/>
          <ac:picMkLst>
            <pc:docMk/>
            <pc:sldMk cId="3410832216" sldId="307"/>
            <ac:picMk id="12" creationId="{B897A504-0DA0-80D9-EBA8-B75ACB4C55CE}"/>
          </ac:picMkLst>
        </pc:picChg>
        <pc:picChg chg="add mod">
          <ac:chgData name="Haslinger Fabian" userId="cdf8a651-5f22-44fb-9814-56de1b5a862a" providerId="ADAL" clId="{953A1AE4-AA2E-4161-B356-747331449584}" dt="2026-05-13T10:37:51.567" v="2292"/>
          <ac:picMkLst>
            <pc:docMk/>
            <pc:sldMk cId="3410832216" sldId="307"/>
            <ac:picMk id="13" creationId="{C9AC9871-FB98-EBCE-C24E-DFB39F1A3EC4}"/>
          </ac:picMkLst>
        </pc:picChg>
        <pc:picChg chg="add mod">
          <ac:chgData name="Haslinger Fabian" userId="cdf8a651-5f22-44fb-9814-56de1b5a862a" providerId="ADAL" clId="{953A1AE4-AA2E-4161-B356-747331449584}" dt="2026-05-13T10:39:09.671" v="2311"/>
          <ac:picMkLst>
            <pc:docMk/>
            <pc:sldMk cId="3410832216" sldId="307"/>
            <ac:picMk id="14" creationId="{787093F9-2524-B4FC-653E-880D3FF0B7EF}"/>
          </ac:picMkLst>
        </pc:picChg>
      </pc:sldChg>
      <pc:sldChg chg="addSp delSp modSp add mod modTransition">
        <pc:chgData name="Haslinger Fabian" userId="cdf8a651-5f22-44fb-9814-56de1b5a862a" providerId="ADAL" clId="{953A1AE4-AA2E-4161-B356-747331449584}" dt="2026-05-13T12:52:06.490" v="3544" actId="20577"/>
        <pc:sldMkLst>
          <pc:docMk/>
          <pc:sldMk cId="2828432678" sldId="308"/>
        </pc:sldMkLst>
        <pc:spChg chg="add mod">
          <ac:chgData name="Haslinger Fabian" userId="cdf8a651-5f22-44fb-9814-56de1b5a862a" providerId="ADAL" clId="{953A1AE4-AA2E-4161-B356-747331449584}" dt="2026-05-13T12:52:06.490" v="3544" actId="20577"/>
          <ac:spMkLst>
            <pc:docMk/>
            <pc:sldMk cId="2828432678" sldId="308"/>
            <ac:spMk id="5" creationId="{CF84E30B-B59F-2B79-313D-7C1B433AE1E0}"/>
          </ac:spMkLst>
        </pc:spChg>
        <pc:picChg chg="add mod modCrop">
          <ac:chgData name="Haslinger Fabian" userId="cdf8a651-5f22-44fb-9814-56de1b5a862a" providerId="ADAL" clId="{953A1AE4-AA2E-4161-B356-747331449584}" dt="2026-05-13T10:39:26.109" v="2314" actId="1076"/>
          <ac:picMkLst>
            <pc:docMk/>
            <pc:sldMk cId="2828432678" sldId="308"/>
            <ac:picMk id="3" creationId="{86F5A45D-458C-58F6-8EE0-42649EBE126F}"/>
          </ac:picMkLst>
        </pc:picChg>
        <pc:picChg chg="del mod modCrop">
          <ac:chgData name="Haslinger Fabian" userId="cdf8a651-5f22-44fb-9814-56de1b5a862a" providerId="ADAL" clId="{953A1AE4-AA2E-4161-B356-747331449584}" dt="2026-05-13T10:38:42.581" v="2302" actId="478"/>
          <ac:picMkLst>
            <pc:docMk/>
            <pc:sldMk cId="2828432678" sldId="308"/>
            <ac:picMk id="12" creationId="{851D957F-A651-7FBB-6340-9262E43EA9B7}"/>
          </ac:picMkLst>
        </pc:picChg>
      </pc:sldChg>
      <pc:sldChg chg="addSp modSp mod">
        <pc:chgData name="Haslinger Fabian" userId="cdf8a651-5f22-44fb-9814-56de1b5a862a" providerId="ADAL" clId="{953A1AE4-AA2E-4161-B356-747331449584}" dt="2026-05-13T12:50:17.250" v="3489" actId="20577"/>
        <pc:sldMkLst>
          <pc:docMk/>
          <pc:sldMk cId="1100607935" sldId="309"/>
        </pc:sldMkLst>
        <pc:spChg chg="add mod">
          <ac:chgData name="Haslinger Fabian" userId="cdf8a651-5f22-44fb-9814-56de1b5a862a" providerId="ADAL" clId="{953A1AE4-AA2E-4161-B356-747331449584}" dt="2026-05-13T12:50:17.250" v="3489" actId="20577"/>
          <ac:spMkLst>
            <pc:docMk/>
            <pc:sldMk cId="1100607935" sldId="309"/>
            <ac:spMk id="2" creationId="{64162277-08C9-F219-36BE-937AB5DA1BF4}"/>
          </ac:spMkLst>
        </pc:spChg>
      </pc:sldChg>
      <pc:sldChg chg="addSp modSp mod">
        <pc:chgData name="Haslinger Fabian" userId="cdf8a651-5f22-44fb-9814-56de1b5a862a" providerId="ADAL" clId="{953A1AE4-AA2E-4161-B356-747331449584}" dt="2026-05-13T12:50:14.313" v="3487" actId="20577"/>
        <pc:sldMkLst>
          <pc:docMk/>
          <pc:sldMk cId="3045269903" sldId="310"/>
        </pc:sldMkLst>
        <pc:spChg chg="add mod">
          <ac:chgData name="Haslinger Fabian" userId="cdf8a651-5f22-44fb-9814-56de1b5a862a" providerId="ADAL" clId="{953A1AE4-AA2E-4161-B356-747331449584}" dt="2026-05-13T12:50:14.313" v="3487" actId="20577"/>
          <ac:spMkLst>
            <pc:docMk/>
            <pc:sldMk cId="3045269903" sldId="310"/>
            <ac:spMk id="2" creationId="{A342B237-5032-EE13-722F-1EB96C92A845}"/>
          </ac:spMkLst>
        </pc:spChg>
      </pc:sldChg>
      <pc:sldChg chg="addSp modSp mod">
        <pc:chgData name="Haslinger Fabian" userId="cdf8a651-5f22-44fb-9814-56de1b5a862a" providerId="ADAL" clId="{953A1AE4-AA2E-4161-B356-747331449584}" dt="2026-05-13T12:50:11.706" v="3485" actId="20577"/>
        <pc:sldMkLst>
          <pc:docMk/>
          <pc:sldMk cId="676385173" sldId="311"/>
        </pc:sldMkLst>
        <pc:spChg chg="add mod">
          <ac:chgData name="Haslinger Fabian" userId="cdf8a651-5f22-44fb-9814-56de1b5a862a" providerId="ADAL" clId="{953A1AE4-AA2E-4161-B356-747331449584}" dt="2026-05-13T12:50:11.706" v="3485" actId="20577"/>
          <ac:spMkLst>
            <pc:docMk/>
            <pc:sldMk cId="676385173" sldId="311"/>
            <ac:spMk id="2" creationId="{92762DCB-B35B-62CE-ACB5-AB132D8EDFE9}"/>
          </ac:spMkLst>
        </pc:spChg>
      </pc:sldChg>
      <pc:sldChg chg="addSp modSp mod">
        <pc:chgData name="Haslinger Fabian" userId="cdf8a651-5f22-44fb-9814-56de1b5a862a" providerId="ADAL" clId="{953A1AE4-AA2E-4161-B356-747331449584}" dt="2026-05-13T12:50:08.168" v="3483" actId="20577"/>
        <pc:sldMkLst>
          <pc:docMk/>
          <pc:sldMk cId="542825167" sldId="312"/>
        </pc:sldMkLst>
        <pc:spChg chg="add mod">
          <ac:chgData name="Haslinger Fabian" userId="cdf8a651-5f22-44fb-9814-56de1b5a862a" providerId="ADAL" clId="{953A1AE4-AA2E-4161-B356-747331449584}" dt="2026-05-13T12:50:08.168" v="3483" actId="20577"/>
          <ac:spMkLst>
            <pc:docMk/>
            <pc:sldMk cId="542825167" sldId="312"/>
            <ac:spMk id="2" creationId="{7D00846A-49EE-CC3D-DC83-77C1EDF83BC0}"/>
          </ac:spMkLst>
        </pc:spChg>
      </pc:sldChg>
      <pc:sldChg chg="addSp modSp mod">
        <pc:chgData name="Haslinger Fabian" userId="cdf8a651-5f22-44fb-9814-56de1b5a862a" providerId="ADAL" clId="{953A1AE4-AA2E-4161-B356-747331449584}" dt="2026-05-13T12:50:04.825" v="3481" actId="20577"/>
        <pc:sldMkLst>
          <pc:docMk/>
          <pc:sldMk cId="402329928" sldId="313"/>
        </pc:sldMkLst>
        <pc:spChg chg="add mod">
          <ac:chgData name="Haslinger Fabian" userId="cdf8a651-5f22-44fb-9814-56de1b5a862a" providerId="ADAL" clId="{953A1AE4-AA2E-4161-B356-747331449584}" dt="2026-05-13T12:50:04.825" v="3481" actId="20577"/>
          <ac:spMkLst>
            <pc:docMk/>
            <pc:sldMk cId="402329928" sldId="313"/>
            <ac:spMk id="3" creationId="{4F70209B-62C1-C054-C732-9C0B3B3180B1}"/>
          </ac:spMkLst>
        </pc:spChg>
      </pc:sldChg>
      <pc:sldChg chg="addSp delSp modSp add del mod modTransition">
        <pc:chgData name="Haslinger Fabian" userId="cdf8a651-5f22-44fb-9814-56de1b5a862a" providerId="ADAL" clId="{953A1AE4-AA2E-4161-B356-747331449584}" dt="2026-05-13T12:52:03.653" v="3542" actId="20577"/>
        <pc:sldMkLst>
          <pc:docMk/>
          <pc:sldMk cId="44611673" sldId="314"/>
        </pc:sldMkLst>
        <pc:spChg chg="mod">
          <ac:chgData name="Haslinger Fabian" userId="cdf8a651-5f22-44fb-9814-56de1b5a862a" providerId="ADAL" clId="{953A1AE4-AA2E-4161-B356-747331449584}" dt="2026-05-13T11:20:53.477" v="2530" actId="20577"/>
          <ac:spMkLst>
            <pc:docMk/>
            <pc:sldMk cId="44611673" sldId="314"/>
            <ac:spMk id="8" creationId="{73EDD42E-EDFA-FD6C-8A3C-2DDF6D7FFF8F}"/>
          </ac:spMkLst>
        </pc:spChg>
        <pc:spChg chg="add mod">
          <ac:chgData name="Haslinger Fabian" userId="cdf8a651-5f22-44fb-9814-56de1b5a862a" providerId="ADAL" clId="{953A1AE4-AA2E-4161-B356-747331449584}" dt="2026-05-13T12:52:03.653" v="3542" actId="20577"/>
          <ac:spMkLst>
            <pc:docMk/>
            <pc:sldMk cId="44611673" sldId="314"/>
            <ac:spMk id="9" creationId="{B9145C9A-C64C-0063-5D1A-1FABE3E32E17}"/>
          </ac:spMkLst>
        </pc:spChg>
        <pc:picChg chg="add del">
          <ac:chgData name="Haslinger Fabian" userId="cdf8a651-5f22-44fb-9814-56de1b5a862a" providerId="ADAL" clId="{953A1AE4-AA2E-4161-B356-747331449584}" dt="2026-05-13T11:16:14.061" v="2344" actId="478"/>
          <ac:picMkLst>
            <pc:docMk/>
            <pc:sldMk cId="44611673" sldId="314"/>
            <ac:picMk id="3" creationId="{E40C5275-A2A9-F977-223D-8B8C1E71A89C}"/>
          </ac:picMkLst>
        </pc:picChg>
        <pc:picChg chg="add mod">
          <ac:chgData name="Haslinger Fabian" userId="cdf8a651-5f22-44fb-9814-56de1b5a862a" providerId="ADAL" clId="{953A1AE4-AA2E-4161-B356-747331449584}" dt="2026-05-13T11:19:59.799" v="2429" actId="1076"/>
          <ac:picMkLst>
            <pc:docMk/>
            <pc:sldMk cId="44611673" sldId="314"/>
            <ac:picMk id="5" creationId="{0C8621D0-A722-54CE-087E-45A0D58FB87A}"/>
          </ac:picMkLst>
        </pc:picChg>
        <pc:picChg chg="add mod modCrop">
          <ac:chgData name="Haslinger Fabian" userId="cdf8a651-5f22-44fb-9814-56de1b5a862a" providerId="ADAL" clId="{953A1AE4-AA2E-4161-B356-747331449584}" dt="2026-05-13T11:28:13.726" v="2548" actId="1076"/>
          <ac:picMkLst>
            <pc:docMk/>
            <pc:sldMk cId="44611673" sldId="314"/>
            <ac:picMk id="7" creationId="{70233E3F-7CCD-D615-2D50-86415CA61C94}"/>
          </ac:picMkLst>
        </pc:picChg>
      </pc:sldChg>
      <pc:sldChg chg="addSp modSp add mod">
        <pc:chgData name="Haslinger Fabian" userId="cdf8a651-5f22-44fb-9814-56de1b5a862a" providerId="ADAL" clId="{953A1AE4-AA2E-4161-B356-747331449584}" dt="2026-05-13T12:52:00.240" v="3540" actId="20577"/>
        <pc:sldMkLst>
          <pc:docMk/>
          <pc:sldMk cId="3116557498" sldId="316"/>
        </pc:sldMkLst>
        <pc:spChg chg="add mod">
          <ac:chgData name="Haslinger Fabian" userId="cdf8a651-5f22-44fb-9814-56de1b5a862a" providerId="ADAL" clId="{953A1AE4-AA2E-4161-B356-747331449584}" dt="2026-05-13T12:52:00.240" v="3540" actId="20577"/>
          <ac:spMkLst>
            <pc:docMk/>
            <pc:sldMk cId="3116557498" sldId="316"/>
            <ac:spMk id="2" creationId="{311B9A08-D713-6B0B-21E3-6F4A6EB51DA7}"/>
          </ac:spMkLst>
        </pc:spChg>
        <pc:picChg chg="mod modCrop">
          <ac:chgData name="Haslinger Fabian" userId="cdf8a651-5f22-44fb-9814-56de1b5a862a" providerId="ADAL" clId="{953A1AE4-AA2E-4161-B356-747331449584}" dt="2026-05-13T11:28:07.916" v="2547" actId="1076"/>
          <ac:picMkLst>
            <pc:docMk/>
            <pc:sldMk cId="3116557498" sldId="316"/>
            <ac:picMk id="7" creationId="{541F1B0F-B3F2-ED9B-59DC-A4A73D5120DF}"/>
          </ac:picMkLst>
        </pc:picChg>
      </pc:sldChg>
      <pc:sldChg chg="addSp modSp add mod">
        <pc:chgData name="Haslinger Fabian" userId="cdf8a651-5f22-44fb-9814-56de1b5a862a" providerId="ADAL" clId="{953A1AE4-AA2E-4161-B356-747331449584}" dt="2026-05-13T12:51:39.245" v="3538" actId="20577"/>
        <pc:sldMkLst>
          <pc:docMk/>
          <pc:sldMk cId="2116640958" sldId="317"/>
        </pc:sldMkLst>
        <pc:spChg chg="add mod">
          <ac:chgData name="Haslinger Fabian" userId="cdf8a651-5f22-44fb-9814-56de1b5a862a" providerId="ADAL" clId="{953A1AE4-AA2E-4161-B356-747331449584}" dt="2026-05-13T12:51:39.245" v="3538" actId="20577"/>
          <ac:spMkLst>
            <pc:docMk/>
            <pc:sldMk cId="2116640958" sldId="317"/>
            <ac:spMk id="2" creationId="{8F4AD030-5E7E-8460-FA46-7652D45E8935}"/>
          </ac:spMkLst>
        </pc:spChg>
        <pc:picChg chg="mod modCrop">
          <ac:chgData name="Haslinger Fabian" userId="cdf8a651-5f22-44fb-9814-56de1b5a862a" providerId="ADAL" clId="{953A1AE4-AA2E-4161-B356-747331449584}" dt="2026-05-13T11:28:01.129" v="2546" actId="1076"/>
          <ac:picMkLst>
            <pc:docMk/>
            <pc:sldMk cId="2116640958" sldId="317"/>
            <ac:picMk id="7" creationId="{6F24B993-C515-7E4E-1331-839D8A625179}"/>
          </ac:picMkLst>
        </pc:picChg>
      </pc:sldChg>
      <pc:sldChg chg="addSp modSp add mod">
        <pc:chgData name="Haslinger Fabian" userId="cdf8a651-5f22-44fb-9814-56de1b5a862a" providerId="ADAL" clId="{953A1AE4-AA2E-4161-B356-747331449584}" dt="2026-05-13T12:51:35.279" v="3534" actId="20577"/>
        <pc:sldMkLst>
          <pc:docMk/>
          <pc:sldMk cId="3822819093" sldId="318"/>
        </pc:sldMkLst>
        <pc:spChg chg="add mod">
          <ac:chgData name="Haslinger Fabian" userId="cdf8a651-5f22-44fb-9814-56de1b5a862a" providerId="ADAL" clId="{953A1AE4-AA2E-4161-B356-747331449584}" dt="2026-05-13T12:51:35.279" v="3534" actId="20577"/>
          <ac:spMkLst>
            <pc:docMk/>
            <pc:sldMk cId="3822819093" sldId="318"/>
            <ac:spMk id="2" creationId="{57006ADB-EF87-9DA1-0D67-6938D246E464}"/>
          </ac:spMkLst>
        </pc:spChg>
        <pc:picChg chg="mod modCrop">
          <ac:chgData name="Haslinger Fabian" userId="cdf8a651-5f22-44fb-9814-56de1b5a862a" providerId="ADAL" clId="{953A1AE4-AA2E-4161-B356-747331449584}" dt="2026-05-13T11:32:56.912" v="2553" actId="1076"/>
          <ac:picMkLst>
            <pc:docMk/>
            <pc:sldMk cId="3822819093" sldId="318"/>
            <ac:picMk id="7" creationId="{530981E3-1B18-D285-1A36-59775F174506}"/>
          </ac:picMkLst>
        </pc:picChg>
      </pc:sldChg>
      <pc:sldChg chg="addSp modSp add mod">
        <pc:chgData name="Haslinger Fabian" userId="cdf8a651-5f22-44fb-9814-56de1b5a862a" providerId="ADAL" clId="{953A1AE4-AA2E-4161-B356-747331449584}" dt="2026-05-13T12:51:31.849" v="3532" actId="20577"/>
        <pc:sldMkLst>
          <pc:docMk/>
          <pc:sldMk cId="2956862427" sldId="319"/>
        </pc:sldMkLst>
        <pc:spChg chg="add mod">
          <ac:chgData name="Haslinger Fabian" userId="cdf8a651-5f22-44fb-9814-56de1b5a862a" providerId="ADAL" clId="{953A1AE4-AA2E-4161-B356-747331449584}" dt="2026-05-13T12:51:31.849" v="3532" actId="20577"/>
          <ac:spMkLst>
            <pc:docMk/>
            <pc:sldMk cId="2956862427" sldId="319"/>
            <ac:spMk id="2" creationId="{AAE6B5EF-73A8-21F9-D7D1-322596B51AD3}"/>
          </ac:spMkLst>
        </pc:spChg>
        <pc:picChg chg="mod modCrop">
          <ac:chgData name="Haslinger Fabian" userId="cdf8a651-5f22-44fb-9814-56de1b5a862a" providerId="ADAL" clId="{953A1AE4-AA2E-4161-B356-747331449584}" dt="2026-05-13T11:33:46.513" v="2559" actId="1076"/>
          <ac:picMkLst>
            <pc:docMk/>
            <pc:sldMk cId="2956862427" sldId="319"/>
            <ac:picMk id="7" creationId="{82C59BDE-20AF-8E1E-074B-3346AB60FE01}"/>
          </ac:picMkLst>
        </pc:picChg>
      </pc:sldChg>
      <pc:sldChg chg="addSp modSp add mod">
        <pc:chgData name="Haslinger Fabian" userId="cdf8a651-5f22-44fb-9814-56de1b5a862a" providerId="ADAL" clId="{953A1AE4-AA2E-4161-B356-747331449584}" dt="2026-05-13T12:51:28.481" v="3530" actId="20577"/>
        <pc:sldMkLst>
          <pc:docMk/>
          <pc:sldMk cId="1066920304" sldId="320"/>
        </pc:sldMkLst>
        <pc:spChg chg="add mod">
          <ac:chgData name="Haslinger Fabian" userId="cdf8a651-5f22-44fb-9814-56de1b5a862a" providerId="ADAL" clId="{953A1AE4-AA2E-4161-B356-747331449584}" dt="2026-05-13T12:51:28.481" v="3530" actId="20577"/>
          <ac:spMkLst>
            <pc:docMk/>
            <pc:sldMk cId="1066920304" sldId="320"/>
            <ac:spMk id="2" creationId="{92C86B43-98ED-1AA4-7F37-6FB663CEBBA8}"/>
          </ac:spMkLst>
        </pc:spChg>
        <pc:picChg chg="mod modCrop">
          <ac:chgData name="Haslinger Fabian" userId="cdf8a651-5f22-44fb-9814-56de1b5a862a" providerId="ADAL" clId="{953A1AE4-AA2E-4161-B356-747331449584}" dt="2026-05-13T11:34:18.797" v="2563" actId="1076"/>
          <ac:picMkLst>
            <pc:docMk/>
            <pc:sldMk cId="1066920304" sldId="320"/>
            <ac:picMk id="7" creationId="{3C524427-29B3-BC4E-8DEF-C5079EF0D0FC}"/>
          </ac:picMkLst>
        </pc:picChg>
      </pc:sldChg>
      <pc:sldChg chg="addSp modSp add mod">
        <pc:chgData name="Haslinger Fabian" userId="cdf8a651-5f22-44fb-9814-56de1b5a862a" providerId="ADAL" clId="{953A1AE4-AA2E-4161-B356-747331449584}" dt="2026-05-13T12:51:25.068" v="3528" actId="20577"/>
        <pc:sldMkLst>
          <pc:docMk/>
          <pc:sldMk cId="4084880140" sldId="321"/>
        </pc:sldMkLst>
        <pc:spChg chg="add mod">
          <ac:chgData name="Haslinger Fabian" userId="cdf8a651-5f22-44fb-9814-56de1b5a862a" providerId="ADAL" clId="{953A1AE4-AA2E-4161-B356-747331449584}" dt="2026-05-13T12:51:25.068" v="3528" actId="20577"/>
          <ac:spMkLst>
            <pc:docMk/>
            <pc:sldMk cId="4084880140" sldId="321"/>
            <ac:spMk id="2" creationId="{3A2BBB94-E767-0DB4-0D08-C071EC62C506}"/>
          </ac:spMkLst>
        </pc:spChg>
        <pc:picChg chg="mod modCrop">
          <ac:chgData name="Haslinger Fabian" userId="cdf8a651-5f22-44fb-9814-56de1b5a862a" providerId="ADAL" clId="{953A1AE4-AA2E-4161-B356-747331449584}" dt="2026-05-13T11:35:26.787" v="2570" actId="1076"/>
          <ac:picMkLst>
            <pc:docMk/>
            <pc:sldMk cId="4084880140" sldId="321"/>
            <ac:picMk id="7" creationId="{88F78B55-1950-7719-A69C-FE286FAD2A3F}"/>
          </ac:picMkLst>
        </pc:picChg>
      </pc:sldChg>
      <pc:sldChg chg="addSp modSp add mod">
        <pc:chgData name="Haslinger Fabian" userId="cdf8a651-5f22-44fb-9814-56de1b5a862a" providerId="ADAL" clId="{953A1AE4-AA2E-4161-B356-747331449584}" dt="2026-05-13T12:51:14.745" v="3524" actId="20577"/>
        <pc:sldMkLst>
          <pc:docMk/>
          <pc:sldMk cId="2821605155" sldId="322"/>
        </pc:sldMkLst>
        <pc:spChg chg="add mod">
          <ac:chgData name="Haslinger Fabian" userId="cdf8a651-5f22-44fb-9814-56de1b5a862a" providerId="ADAL" clId="{953A1AE4-AA2E-4161-B356-747331449584}" dt="2026-05-13T12:51:14.745" v="3524" actId="20577"/>
          <ac:spMkLst>
            <pc:docMk/>
            <pc:sldMk cId="2821605155" sldId="322"/>
            <ac:spMk id="2" creationId="{0168A935-FB05-0E9F-1E98-99F050583DBC}"/>
          </ac:spMkLst>
        </pc:spChg>
        <pc:picChg chg="mod modCrop">
          <ac:chgData name="Haslinger Fabian" userId="cdf8a651-5f22-44fb-9814-56de1b5a862a" providerId="ADAL" clId="{953A1AE4-AA2E-4161-B356-747331449584}" dt="2026-05-13T11:35:45.552" v="2574" actId="1076"/>
          <ac:picMkLst>
            <pc:docMk/>
            <pc:sldMk cId="2821605155" sldId="322"/>
            <ac:picMk id="7" creationId="{67A840F3-4960-C9E0-CDAA-995650ED3442}"/>
          </ac:picMkLst>
        </pc:picChg>
      </pc:sldChg>
      <pc:sldChg chg="addSp modSp add mod">
        <pc:chgData name="Haslinger Fabian" userId="cdf8a651-5f22-44fb-9814-56de1b5a862a" providerId="ADAL" clId="{953A1AE4-AA2E-4161-B356-747331449584}" dt="2026-05-13T12:51:11.773" v="3522" actId="20577"/>
        <pc:sldMkLst>
          <pc:docMk/>
          <pc:sldMk cId="2971033212" sldId="323"/>
        </pc:sldMkLst>
        <pc:spChg chg="add mod">
          <ac:chgData name="Haslinger Fabian" userId="cdf8a651-5f22-44fb-9814-56de1b5a862a" providerId="ADAL" clId="{953A1AE4-AA2E-4161-B356-747331449584}" dt="2026-05-13T12:51:11.773" v="3522" actId="20577"/>
          <ac:spMkLst>
            <pc:docMk/>
            <pc:sldMk cId="2971033212" sldId="323"/>
            <ac:spMk id="2" creationId="{9F112FD1-2A6C-06DC-0671-30B7C2CC8A36}"/>
          </ac:spMkLst>
        </pc:spChg>
        <pc:picChg chg="mod modCrop">
          <ac:chgData name="Haslinger Fabian" userId="cdf8a651-5f22-44fb-9814-56de1b5a862a" providerId="ADAL" clId="{953A1AE4-AA2E-4161-B356-747331449584}" dt="2026-05-13T11:39:30.713" v="2578" actId="1076"/>
          <ac:picMkLst>
            <pc:docMk/>
            <pc:sldMk cId="2971033212" sldId="323"/>
            <ac:picMk id="7" creationId="{D6B2262E-1050-178A-D187-68F2B328F8A0}"/>
          </ac:picMkLst>
        </pc:picChg>
      </pc:sldChg>
      <pc:sldChg chg="addSp modSp add mod">
        <pc:chgData name="Haslinger Fabian" userId="cdf8a651-5f22-44fb-9814-56de1b5a862a" providerId="ADAL" clId="{953A1AE4-AA2E-4161-B356-747331449584}" dt="2026-05-13T12:51:08.648" v="3520" actId="20577"/>
        <pc:sldMkLst>
          <pc:docMk/>
          <pc:sldMk cId="2056591326" sldId="324"/>
        </pc:sldMkLst>
        <pc:spChg chg="add mod">
          <ac:chgData name="Haslinger Fabian" userId="cdf8a651-5f22-44fb-9814-56de1b5a862a" providerId="ADAL" clId="{953A1AE4-AA2E-4161-B356-747331449584}" dt="2026-05-13T12:51:08.648" v="3520" actId="20577"/>
          <ac:spMkLst>
            <pc:docMk/>
            <pc:sldMk cId="2056591326" sldId="324"/>
            <ac:spMk id="2" creationId="{B35804F0-CA1B-5945-ACE8-65418001E3CC}"/>
          </ac:spMkLst>
        </pc:spChg>
        <pc:picChg chg="mod modCrop">
          <ac:chgData name="Haslinger Fabian" userId="cdf8a651-5f22-44fb-9814-56de1b5a862a" providerId="ADAL" clId="{953A1AE4-AA2E-4161-B356-747331449584}" dt="2026-05-13T11:41:14.077" v="2582" actId="1076"/>
          <ac:picMkLst>
            <pc:docMk/>
            <pc:sldMk cId="2056591326" sldId="324"/>
            <ac:picMk id="7" creationId="{8339E87E-BB48-D5D8-2D43-542AA37D9A9A}"/>
          </ac:picMkLst>
        </pc:picChg>
      </pc:sldChg>
      <pc:sldChg chg="addSp modSp add mod">
        <pc:chgData name="Haslinger Fabian" userId="cdf8a651-5f22-44fb-9814-56de1b5a862a" providerId="ADAL" clId="{953A1AE4-AA2E-4161-B356-747331449584}" dt="2026-05-13T12:51:04.914" v="3518" actId="20577"/>
        <pc:sldMkLst>
          <pc:docMk/>
          <pc:sldMk cId="145977702" sldId="325"/>
        </pc:sldMkLst>
        <pc:spChg chg="add mod">
          <ac:chgData name="Haslinger Fabian" userId="cdf8a651-5f22-44fb-9814-56de1b5a862a" providerId="ADAL" clId="{953A1AE4-AA2E-4161-B356-747331449584}" dt="2026-05-13T12:51:04.914" v="3518" actId="20577"/>
          <ac:spMkLst>
            <pc:docMk/>
            <pc:sldMk cId="145977702" sldId="325"/>
            <ac:spMk id="2" creationId="{E102F780-B3FA-BA7F-5284-4E15DA235B18}"/>
          </ac:spMkLst>
        </pc:spChg>
        <pc:picChg chg="mod modCrop">
          <ac:chgData name="Haslinger Fabian" userId="cdf8a651-5f22-44fb-9814-56de1b5a862a" providerId="ADAL" clId="{953A1AE4-AA2E-4161-B356-747331449584}" dt="2026-05-13T11:41:35.544" v="2586" actId="1076"/>
          <ac:picMkLst>
            <pc:docMk/>
            <pc:sldMk cId="145977702" sldId="325"/>
            <ac:picMk id="7" creationId="{28092017-B0FE-6777-F8B6-BFFE8387DEE4}"/>
          </ac:picMkLst>
        </pc:picChg>
      </pc:sldChg>
      <pc:sldChg chg="addSp delSp modSp add mod ord modTransition">
        <pc:chgData name="Haslinger Fabian" userId="cdf8a651-5f22-44fb-9814-56de1b5a862a" providerId="ADAL" clId="{953A1AE4-AA2E-4161-B356-747331449584}" dt="2026-05-13T12:51:01.229" v="3516" actId="20577"/>
        <pc:sldMkLst>
          <pc:docMk/>
          <pc:sldMk cId="4074229770" sldId="327"/>
        </pc:sldMkLst>
        <pc:spChg chg="add mod">
          <ac:chgData name="Haslinger Fabian" userId="cdf8a651-5f22-44fb-9814-56de1b5a862a" providerId="ADAL" clId="{953A1AE4-AA2E-4161-B356-747331449584}" dt="2026-05-13T11:52:27.314" v="2680" actId="1076"/>
          <ac:spMkLst>
            <pc:docMk/>
            <pc:sldMk cId="4074229770" sldId="327"/>
            <ac:spMk id="8" creationId="{37848055-B269-BA94-7253-C8DAC6661421}"/>
          </ac:spMkLst>
        </pc:spChg>
        <pc:spChg chg="add mod">
          <ac:chgData name="Haslinger Fabian" userId="cdf8a651-5f22-44fb-9814-56de1b5a862a" providerId="ADAL" clId="{953A1AE4-AA2E-4161-B356-747331449584}" dt="2026-05-13T11:56:32.812" v="2736" actId="20577"/>
          <ac:spMkLst>
            <pc:docMk/>
            <pc:sldMk cId="4074229770" sldId="327"/>
            <ac:spMk id="13" creationId="{1832EA5E-7D2F-39F5-E968-49A50942D9B1}"/>
          </ac:spMkLst>
        </pc:spChg>
        <pc:spChg chg="add del">
          <ac:chgData name="Haslinger Fabian" userId="cdf8a651-5f22-44fb-9814-56de1b5a862a" providerId="ADAL" clId="{953A1AE4-AA2E-4161-B356-747331449584}" dt="2026-05-13T11:52:01.225" v="2632" actId="478"/>
          <ac:spMkLst>
            <pc:docMk/>
            <pc:sldMk cId="4074229770" sldId="327"/>
            <ac:spMk id="15" creationId="{606D8FC8-A628-131F-DFA2-B6EF3F147134}"/>
          </ac:spMkLst>
        </pc:spChg>
        <pc:spChg chg="add mod">
          <ac:chgData name="Haslinger Fabian" userId="cdf8a651-5f22-44fb-9814-56de1b5a862a" providerId="ADAL" clId="{953A1AE4-AA2E-4161-B356-747331449584}" dt="2026-05-13T11:56:20.761" v="2709"/>
          <ac:spMkLst>
            <pc:docMk/>
            <pc:sldMk cId="4074229770" sldId="327"/>
            <ac:spMk id="16" creationId="{DD3495A6-8E28-AB4E-382B-0756D39A4A3C}"/>
          </ac:spMkLst>
        </pc:spChg>
        <pc:spChg chg="add mod">
          <ac:chgData name="Haslinger Fabian" userId="cdf8a651-5f22-44fb-9814-56de1b5a862a" providerId="ADAL" clId="{953A1AE4-AA2E-4161-B356-747331449584}" dt="2026-05-13T12:51:01.229" v="3516" actId="20577"/>
          <ac:spMkLst>
            <pc:docMk/>
            <pc:sldMk cId="4074229770" sldId="327"/>
            <ac:spMk id="18" creationId="{73F765DE-54AB-FAC3-C3B7-417392C04DD9}"/>
          </ac:spMkLst>
        </pc:spChg>
        <pc:spChg chg="del">
          <ac:chgData name="Haslinger Fabian" userId="cdf8a651-5f22-44fb-9814-56de1b5a862a" providerId="ADAL" clId="{953A1AE4-AA2E-4161-B356-747331449584}" dt="2026-05-13T11:49:59.110" v="2629" actId="478"/>
          <ac:spMkLst>
            <pc:docMk/>
            <pc:sldMk cId="4074229770" sldId="327"/>
            <ac:spMk id="19" creationId="{B44BCFD4-1D8D-E4C2-72F4-0AE4BFF0286F}"/>
          </ac:spMkLst>
        </pc:spChg>
        <pc:spChg chg="del">
          <ac:chgData name="Haslinger Fabian" userId="cdf8a651-5f22-44fb-9814-56de1b5a862a" providerId="ADAL" clId="{953A1AE4-AA2E-4161-B356-747331449584}" dt="2026-05-13T11:49:53.027" v="2626" actId="478"/>
          <ac:spMkLst>
            <pc:docMk/>
            <pc:sldMk cId="4074229770" sldId="327"/>
            <ac:spMk id="20" creationId="{A0B79F9D-A0FE-4ABF-0E4E-A3E434000582}"/>
          </ac:spMkLst>
        </pc:spChg>
        <pc:spChg chg="mod">
          <ac:chgData name="Haslinger Fabian" userId="cdf8a651-5f22-44fb-9814-56de1b5a862a" providerId="ADAL" clId="{953A1AE4-AA2E-4161-B356-747331449584}" dt="2026-05-13T11:47:51.493" v="2622" actId="20577"/>
          <ac:spMkLst>
            <pc:docMk/>
            <pc:sldMk cId="4074229770" sldId="327"/>
            <ac:spMk id="22" creationId="{3E6BA336-FABE-7545-60F7-DEFD4AFFD4AF}"/>
          </ac:spMkLst>
        </pc:spChg>
        <pc:picChg chg="add del mod">
          <ac:chgData name="Haslinger Fabian" userId="cdf8a651-5f22-44fb-9814-56de1b5a862a" providerId="ADAL" clId="{953A1AE4-AA2E-4161-B356-747331449584}" dt="2026-05-13T11:52:02.501" v="2633" actId="478"/>
          <ac:picMkLst>
            <pc:docMk/>
            <pc:sldMk cId="4074229770" sldId="327"/>
            <ac:picMk id="3" creationId="{538662B8-D64F-FC6C-3F6A-FB02AD3E0990}"/>
          </ac:picMkLst>
        </pc:picChg>
        <pc:picChg chg="del">
          <ac:chgData name="Haslinger Fabian" userId="cdf8a651-5f22-44fb-9814-56de1b5a862a" providerId="ADAL" clId="{953A1AE4-AA2E-4161-B356-747331449584}" dt="2026-05-13T11:48:28.840" v="2623" actId="478"/>
          <ac:picMkLst>
            <pc:docMk/>
            <pc:sldMk cId="4074229770" sldId="327"/>
            <ac:picMk id="6" creationId="{6F38E743-E679-E0C1-4E04-11D3B2122681}"/>
          </ac:picMkLst>
        </pc:picChg>
        <pc:picChg chg="add mod">
          <ac:chgData name="Haslinger Fabian" userId="cdf8a651-5f22-44fb-9814-56de1b5a862a" providerId="ADAL" clId="{953A1AE4-AA2E-4161-B356-747331449584}" dt="2026-05-13T11:55:31.294" v="2690" actId="208"/>
          <ac:picMkLst>
            <pc:docMk/>
            <pc:sldMk cId="4074229770" sldId="327"/>
            <ac:picMk id="7" creationId="{53DCA1B3-83E7-ADB5-0221-E896A3086691}"/>
          </ac:picMkLst>
        </pc:picChg>
        <pc:picChg chg="add mod">
          <ac:chgData name="Haslinger Fabian" userId="cdf8a651-5f22-44fb-9814-56de1b5a862a" providerId="ADAL" clId="{953A1AE4-AA2E-4161-B356-747331449584}" dt="2026-05-13T11:55:33.617" v="2691" actId="208"/>
          <ac:picMkLst>
            <pc:docMk/>
            <pc:sldMk cId="4074229770" sldId="327"/>
            <ac:picMk id="10" creationId="{5AD8217D-F853-406A-2982-C3D76B9E2371}"/>
          </ac:picMkLst>
        </pc:picChg>
        <pc:picChg chg="add mod">
          <ac:chgData name="Haslinger Fabian" userId="cdf8a651-5f22-44fb-9814-56de1b5a862a" providerId="ADAL" clId="{953A1AE4-AA2E-4161-B356-747331449584}" dt="2026-05-13T11:55:35.481" v="2692" actId="208"/>
          <ac:picMkLst>
            <pc:docMk/>
            <pc:sldMk cId="4074229770" sldId="327"/>
            <ac:picMk id="12" creationId="{C400A7AD-FCE7-BF34-AFCF-67FBF4798CD3}"/>
          </ac:picMkLst>
        </pc:picChg>
        <pc:picChg chg="del">
          <ac:chgData name="Haslinger Fabian" userId="cdf8a651-5f22-44fb-9814-56de1b5a862a" providerId="ADAL" clId="{953A1AE4-AA2E-4161-B356-747331449584}" dt="2026-05-13T11:48:29.916" v="2625" actId="478"/>
          <ac:picMkLst>
            <pc:docMk/>
            <pc:sldMk cId="4074229770" sldId="327"/>
            <ac:picMk id="14" creationId="{04FF0028-408E-67A1-D586-AB8BB94E7EEA}"/>
          </ac:picMkLst>
        </pc:picChg>
        <pc:picChg chg="del">
          <ac:chgData name="Haslinger Fabian" userId="cdf8a651-5f22-44fb-9814-56de1b5a862a" providerId="ADAL" clId="{953A1AE4-AA2E-4161-B356-747331449584}" dt="2026-05-13T11:48:29.228" v="2624" actId="478"/>
          <ac:picMkLst>
            <pc:docMk/>
            <pc:sldMk cId="4074229770" sldId="327"/>
            <ac:picMk id="17" creationId="{218AD99D-B752-058A-56A5-541CD896E1C8}"/>
          </ac:picMkLst>
        </pc:picChg>
      </pc:sldChg>
      <pc:sldChg chg="addSp modSp mod">
        <pc:chgData name="Haslinger Fabian" userId="cdf8a651-5f22-44fb-9814-56de1b5a862a" providerId="ADAL" clId="{953A1AE4-AA2E-4161-B356-747331449584}" dt="2026-05-13T12:49:20.294" v="3461" actId="20577"/>
        <pc:sldMkLst>
          <pc:docMk/>
          <pc:sldMk cId="3685224800" sldId="328"/>
        </pc:sldMkLst>
        <pc:spChg chg="add mod">
          <ac:chgData name="Haslinger Fabian" userId="cdf8a651-5f22-44fb-9814-56de1b5a862a" providerId="ADAL" clId="{953A1AE4-AA2E-4161-B356-747331449584}" dt="2026-05-13T12:49:20.294" v="3461" actId="20577"/>
          <ac:spMkLst>
            <pc:docMk/>
            <pc:sldMk cId="3685224800" sldId="328"/>
            <ac:spMk id="3" creationId="{1102F4FD-6F56-88B3-39BE-EEA67A647F3D}"/>
          </ac:spMkLst>
        </pc:spChg>
      </pc:sldChg>
      <pc:sldChg chg="addSp modSp mod">
        <pc:chgData name="Haslinger Fabian" userId="cdf8a651-5f22-44fb-9814-56de1b5a862a" providerId="ADAL" clId="{953A1AE4-AA2E-4161-B356-747331449584}" dt="2026-05-13T12:49:16.428" v="3459" actId="20577"/>
        <pc:sldMkLst>
          <pc:docMk/>
          <pc:sldMk cId="1601613243" sldId="329"/>
        </pc:sldMkLst>
        <pc:spChg chg="add mod">
          <ac:chgData name="Haslinger Fabian" userId="cdf8a651-5f22-44fb-9814-56de1b5a862a" providerId="ADAL" clId="{953A1AE4-AA2E-4161-B356-747331449584}" dt="2026-05-13T12:49:16.428" v="3459" actId="20577"/>
          <ac:spMkLst>
            <pc:docMk/>
            <pc:sldMk cId="1601613243" sldId="329"/>
            <ac:spMk id="3" creationId="{BAF1FCDF-D395-3B27-D203-9FD1AA912EA8}"/>
          </ac:spMkLst>
        </pc:spChg>
      </pc:sldChg>
      <pc:sldChg chg="addSp delSp modSp add mod modTransition">
        <pc:chgData name="Haslinger Fabian" userId="cdf8a651-5f22-44fb-9814-56de1b5a862a" providerId="ADAL" clId="{953A1AE4-AA2E-4161-B356-747331449584}" dt="2026-05-13T12:50:56.371" v="3514" actId="20577"/>
        <pc:sldMkLst>
          <pc:docMk/>
          <pc:sldMk cId="3696834057" sldId="330"/>
        </pc:sldMkLst>
        <pc:spChg chg="add mod">
          <ac:chgData name="Haslinger Fabian" userId="cdf8a651-5f22-44fb-9814-56de1b5a862a" providerId="ADAL" clId="{953A1AE4-AA2E-4161-B356-747331449584}" dt="2026-05-13T12:16:09.942" v="3121" actId="20577"/>
          <ac:spMkLst>
            <pc:docMk/>
            <pc:sldMk cId="3696834057" sldId="330"/>
            <ac:spMk id="2" creationId="{F0CF8C92-9D3A-EA94-E6C7-0F18FF8682D9}"/>
          </ac:spMkLst>
        </pc:spChg>
        <pc:spChg chg="add mod">
          <ac:chgData name="Haslinger Fabian" userId="cdf8a651-5f22-44fb-9814-56de1b5a862a" providerId="ADAL" clId="{953A1AE4-AA2E-4161-B356-747331449584}" dt="2026-05-13T12:50:56.371" v="3514" actId="20577"/>
          <ac:spMkLst>
            <pc:docMk/>
            <pc:sldMk cId="3696834057" sldId="330"/>
            <ac:spMk id="3" creationId="{8C80C928-2447-7693-88D7-3D23AEC53291}"/>
          </ac:spMkLst>
        </pc:spChg>
        <pc:spChg chg="del">
          <ac:chgData name="Haslinger Fabian" userId="cdf8a651-5f22-44fb-9814-56de1b5a862a" providerId="ADAL" clId="{953A1AE4-AA2E-4161-B356-747331449584}" dt="2026-05-13T12:00:08.619" v="2743" actId="478"/>
          <ac:spMkLst>
            <pc:docMk/>
            <pc:sldMk cId="3696834057" sldId="330"/>
            <ac:spMk id="8" creationId="{418054DB-D05E-C28F-9A53-59A4A217A69B}"/>
          </ac:spMkLst>
        </pc:spChg>
        <pc:spChg chg="del mod">
          <ac:chgData name="Haslinger Fabian" userId="cdf8a651-5f22-44fb-9814-56de1b5a862a" providerId="ADAL" clId="{953A1AE4-AA2E-4161-B356-747331449584}" dt="2026-05-13T12:00:06.056" v="2741" actId="478"/>
          <ac:spMkLst>
            <pc:docMk/>
            <pc:sldMk cId="3696834057" sldId="330"/>
            <ac:spMk id="13" creationId="{9E7F048E-DF0A-8A89-715B-BB8D3631D219}"/>
          </ac:spMkLst>
        </pc:spChg>
        <pc:spChg chg="del">
          <ac:chgData name="Haslinger Fabian" userId="cdf8a651-5f22-44fb-9814-56de1b5a862a" providerId="ADAL" clId="{953A1AE4-AA2E-4161-B356-747331449584}" dt="2026-05-13T12:00:07.337" v="2742" actId="478"/>
          <ac:spMkLst>
            <pc:docMk/>
            <pc:sldMk cId="3696834057" sldId="330"/>
            <ac:spMk id="16" creationId="{0624BA18-7C19-8146-7EA7-CD84AAD666FC}"/>
          </ac:spMkLst>
        </pc:spChg>
        <pc:picChg chg="mod">
          <ac:chgData name="Haslinger Fabian" userId="cdf8a651-5f22-44fb-9814-56de1b5a862a" providerId="ADAL" clId="{953A1AE4-AA2E-4161-B356-747331449584}" dt="2026-05-13T12:03:24.266" v="3012" actId="1076"/>
          <ac:picMkLst>
            <pc:docMk/>
            <pc:sldMk cId="3696834057" sldId="330"/>
            <ac:picMk id="7" creationId="{C7F0DEAA-E938-7987-4A85-681205C8DBA6}"/>
          </ac:picMkLst>
        </pc:picChg>
        <pc:picChg chg="del">
          <ac:chgData name="Haslinger Fabian" userId="cdf8a651-5f22-44fb-9814-56de1b5a862a" providerId="ADAL" clId="{953A1AE4-AA2E-4161-B356-747331449584}" dt="2026-05-13T12:00:04.160" v="2738" actId="478"/>
          <ac:picMkLst>
            <pc:docMk/>
            <pc:sldMk cId="3696834057" sldId="330"/>
            <ac:picMk id="10" creationId="{5FC3DC67-2B3E-FEF0-7958-B1EC0DDF8F65}"/>
          </ac:picMkLst>
        </pc:picChg>
        <pc:picChg chg="del">
          <ac:chgData name="Haslinger Fabian" userId="cdf8a651-5f22-44fb-9814-56de1b5a862a" providerId="ADAL" clId="{953A1AE4-AA2E-4161-B356-747331449584}" dt="2026-05-13T12:00:04.565" v="2739" actId="478"/>
          <ac:picMkLst>
            <pc:docMk/>
            <pc:sldMk cId="3696834057" sldId="330"/>
            <ac:picMk id="12" creationId="{AAC20A03-90C6-59FA-92FE-D1A312234634}"/>
          </ac:picMkLst>
        </pc:picChg>
      </pc:sldChg>
      <pc:sldChg chg="addSp modSp mod modTransition">
        <pc:chgData name="Haslinger Fabian" userId="cdf8a651-5f22-44fb-9814-56de1b5a862a" providerId="ADAL" clId="{953A1AE4-AA2E-4161-B356-747331449584}" dt="2026-05-13T12:50:49.887" v="3510" actId="20577"/>
        <pc:sldMkLst>
          <pc:docMk/>
          <pc:sldMk cId="3361334040" sldId="331"/>
        </pc:sldMkLst>
        <pc:spChg chg="add mod">
          <ac:chgData name="Haslinger Fabian" userId="cdf8a651-5f22-44fb-9814-56de1b5a862a" providerId="ADAL" clId="{953A1AE4-AA2E-4161-B356-747331449584}" dt="2026-05-13T12:50:49.887" v="3510" actId="20577"/>
          <ac:spMkLst>
            <pc:docMk/>
            <pc:sldMk cId="3361334040" sldId="331"/>
            <ac:spMk id="6" creationId="{46A000D1-670D-C3F0-6523-A40225E4BCEA}"/>
          </ac:spMkLst>
        </pc:spChg>
        <pc:cxnChg chg="add mod">
          <ac:chgData name="Haslinger Fabian" userId="cdf8a651-5f22-44fb-9814-56de1b5a862a" providerId="ADAL" clId="{953A1AE4-AA2E-4161-B356-747331449584}" dt="2026-05-13T12:28:42.572" v="3137"/>
          <ac:cxnSpMkLst>
            <pc:docMk/>
            <pc:sldMk cId="3361334040" sldId="331"/>
            <ac:cxnSpMk id="5" creationId="{1760F59F-EC05-1B68-9721-9938A1509DDC}"/>
          </ac:cxnSpMkLst>
        </pc:cxnChg>
      </pc:sldChg>
      <pc:sldChg chg="addSp delSp modSp new mod modTransition">
        <pc:chgData name="Haslinger Fabian" userId="cdf8a651-5f22-44fb-9814-56de1b5a862a" providerId="ADAL" clId="{953A1AE4-AA2E-4161-B356-747331449584}" dt="2026-05-13T13:03:09.359" v="3573"/>
        <pc:sldMkLst>
          <pc:docMk/>
          <pc:sldMk cId="497806538" sldId="332"/>
        </pc:sldMkLst>
        <pc:spChg chg="mod">
          <ac:chgData name="Haslinger Fabian" userId="cdf8a651-5f22-44fb-9814-56de1b5a862a" providerId="ADAL" clId="{953A1AE4-AA2E-4161-B356-747331449584}" dt="2026-05-13T12:47:34.326" v="3407" actId="20577"/>
          <ac:spMkLst>
            <pc:docMk/>
            <pc:sldMk cId="497806538" sldId="332"/>
            <ac:spMk id="2" creationId="{DF0BAD98-4FE7-37EC-88D9-307BA3F93A34}"/>
          </ac:spMkLst>
        </pc:spChg>
        <pc:spChg chg="mod">
          <ac:chgData name="Haslinger Fabian" userId="cdf8a651-5f22-44fb-9814-56de1b5a862a" providerId="ADAL" clId="{953A1AE4-AA2E-4161-B356-747331449584}" dt="2026-05-13T12:48:39.551" v="3428" actId="20577"/>
          <ac:spMkLst>
            <pc:docMk/>
            <pc:sldMk cId="497806538" sldId="332"/>
            <ac:spMk id="3" creationId="{517E8E87-3CBD-412C-59A1-0DE245BEA815}"/>
          </ac:spMkLst>
        </pc:spChg>
        <pc:spChg chg="add mod">
          <ac:chgData name="Haslinger Fabian" userId="cdf8a651-5f22-44fb-9814-56de1b5a862a" providerId="ADAL" clId="{953A1AE4-AA2E-4161-B356-747331449584}" dt="2026-05-13T12:49:02.070" v="3447" actId="20577"/>
          <ac:spMkLst>
            <pc:docMk/>
            <pc:sldMk cId="497806538" sldId="332"/>
            <ac:spMk id="7" creationId="{4F72EF10-5CCB-A40D-C20A-393B88F3F612}"/>
          </ac:spMkLst>
        </pc:spChg>
        <pc:cxnChg chg="add del mod">
          <ac:chgData name="Haslinger Fabian" userId="cdf8a651-5f22-44fb-9814-56de1b5a862a" providerId="ADAL" clId="{953A1AE4-AA2E-4161-B356-747331449584}" dt="2026-05-13T12:45:46.092" v="3353" actId="478"/>
          <ac:cxnSpMkLst>
            <pc:docMk/>
            <pc:sldMk cId="497806538" sldId="332"/>
            <ac:cxnSpMk id="5" creationId="{677A7D0E-0044-6DC9-46E1-3DEBF7D750D3}"/>
          </ac:cxnSpMkLst>
        </pc:cxnChg>
        <pc:cxnChg chg="add mod">
          <ac:chgData name="Haslinger Fabian" userId="cdf8a651-5f22-44fb-9814-56de1b5a862a" providerId="ADAL" clId="{953A1AE4-AA2E-4161-B356-747331449584}" dt="2026-05-13T12:45:44.528" v="3352" actId="1076"/>
          <ac:cxnSpMkLst>
            <pc:docMk/>
            <pc:sldMk cId="497806538" sldId="332"/>
            <ac:cxnSpMk id="6" creationId="{689A3680-C987-A2F1-F3F1-88A044E40240}"/>
          </ac:cxnSpMkLst>
        </pc:cxnChg>
      </pc:sldChg>
      <pc:sldMasterChg chg="modSldLayout">
        <pc:chgData name="Haslinger Fabian" userId="cdf8a651-5f22-44fb-9814-56de1b5a862a" providerId="ADAL" clId="{953A1AE4-AA2E-4161-B356-747331449584}" dt="2026-05-13T12:56:26.428" v="3572" actId="20577"/>
        <pc:sldMasterMkLst>
          <pc:docMk/>
          <pc:sldMasterMk cId="1898756402" sldId="2147483648"/>
        </pc:sldMasterMkLst>
        <pc:sldLayoutChg chg="modSp mod">
          <pc:chgData name="Haslinger Fabian" userId="cdf8a651-5f22-44fb-9814-56de1b5a862a" providerId="ADAL" clId="{953A1AE4-AA2E-4161-B356-747331449584}" dt="2026-05-13T12:56:26.428" v="3572" actId="20577"/>
          <pc:sldLayoutMkLst>
            <pc:docMk/>
            <pc:sldMasterMk cId="1898756402" sldId="2147483648"/>
            <pc:sldLayoutMk cId="1858754544" sldId="2147483649"/>
          </pc:sldLayoutMkLst>
          <pc:spChg chg="mod">
            <ac:chgData name="Haslinger Fabian" userId="cdf8a651-5f22-44fb-9814-56de1b5a862a" providerId="ADAL" clId="{953A1AE4-AA2E-4161-B356-747331449584}" dt="2026-05-13T12:56:26.428" v="3572" actId="20577"/>
            <ac:spMkLst>
              <pc:docMk/>
              <pc:sldMasterMk cId="1898756402" sldId="2147483648"/>
              <pc:sldLayoutMk cId="1858754544" sldId="2147483649"/>
              <ac:spMk id="2" creationId="{8026C7B1-A0B3-21F9-B07F-F89319A2CB55}"/>
            </ac:spMkLst>
          </pc:spChg>
        </pc:sldLayoutChg>
        <pc:sldLayoutChg chg="delSp modSp mod">
          <pc:chgData name="Haslinger Fabian" userId="cdf8a651-5f22-44fb-9814-56de1b5a862a" providerId="ADAL" clId="{953A1AE4-AA2E-4161-B356-747331449584}" dt="2026-05-13T12:33:09.089" v="3189"/>
          <pc:sldLayoutMkLst>
            <pc:docMk/>
            <pc:sldMasterMk cId="1898756402" sldId="2147483648"/>
            <pc:sldLayoutMk cId="2909859165" sldId="2147483650"/>
          </pc:sldLayoutMkLst>
          <pc:spChg chg="ord">
            <ac:chgData name="Haslinger Fabian" userId="cdf8a651-5f22-44fb-9814-56de1b5a862a" providerId="ADAL" clId="{953A1AE4-AA2E-4161-B356-747331449584}" dt="2026-05-13T08:14:03.782" v="92" actId="166"/>
            <ac:spMkLst>
              <pc:docMk/>
              <pc:sldMasterMk cId="1898756402" sldId="2147483648"/>
              <pc:sldLayoutMk cId="2909859165" sldId="2147483650"/>
              <ac:spMk id="4" creationId="{41711067-A31E-55EC-A068-216BF4C91872}"/>
            </ac:spMkLst>
          </pc:spChg>
          <pc:spChg chg="ord">
            <ac:chgData name="Haslinger Fabian" userId="cdf8a651-5f22-44fb-9814-56de1b5a862a" providerId="ADAL" clId="{953A1AE4-AA2E-4161-B356-747331449584}" dt="2026-05-13T08:15:19.203" v="109" actId="170"/>
            <ac:spMkLst>
              <pc:docMk/>
              <pc:sldMasterMk cId="1898756402" sldId="2147483648"/>
              <pc:sldLayoutMk cId="2909859165" sldId="2147483650"/>
              <ac:spMk id="8" creationId="{A07BB628-BE6D-4148-D803-2889E0B6ABD7}"/>
            </ac:spMkLst>
          </pc:spChg>
          <pc:spChg chg="ord">
            <ac:chgData name="Haslinger Fabian" userId="cdf8a651-5f22-44fb-9814-56de1b5a862a" providerId="ADAL" clId="{953A1AE4-AA2E-4161-B356-747331449584}" dt="2026-05-13T08:15:15.514" v="108" actId="170"/>
            <ac:spMkLst>
              <pc:docMk/>
              <pc:sldMasterMk cId="1898756402" sldId="2147483648"/>
              <pc:sldLayoutMk cId="2909859165" sldId="2147483650"/>
              <ac:spMk id="9" creationId="{ECC32D6E-9400-D4CE-DF22-2154A428E69B}"/>
            </ac:spMkLst>
          </pc:spChg>
          <pc:spChg chg="del mod ord">
            <ac:chgData name="Haslinger Fabian" userId="cdf8a651-5f22-44fb-9814-56de1b5a862a" providerId="ADAL" clId="{953A1AE4-AA2E-4161-B356-747331449584}" dt="2026-05-13T12:33:09.089" v="3189"/>
            <ac:spMkLst>
              <pc:docMk/>
              <pc:sldMasterMk cId="1898756402" sldId="2147483648"/>
              <pc:sldLayoutMk cId="2909859165" sldId="2147483650"/>
              <ac:spMk id="11" creationId="{30A685BE-1C4F-C9C0-4591-63821D0E6CB1}"/>
            </ac:spMkLst>
          </pc:spChg>
          <pc:spChg chg="ord">
            <ac:chgData name="Haslinger Fabian" userId="cdf8a651-5f22-44fb-9814-56de1b5a862a" providerId="ADAL" clId="{953A1AE4-AA2E-4161-B356-747331449584}" dt="2026-05-13T08:14:27.767" v="99" actId="166"/>
            <ac:spMkLst>
              <pc:docMk/>
              <pc:sldMasterMk cId="1898756402" sldId="2147483648"/>
              <pc:sldLayoutMk cId="2909859165" sldId="2147483650"/>
              <ac:spMk id="15" creationId="{574396D8-AED3-AD2E-C646-FF7CC6F3C58E}"/>
            </ac:spMkLst>
          </pc:spChg>
          <pc:spChg chg="ord">
            <ac:chgData name="Haslinger Fabian" userId="cdf8a651-5f22-44fb-9814-56de1b5a862a" providerId="ADAL" clId="{953A1AE4-AA2E-4161-B356-747331449584}" dt="2026-05-13T08:14:25.361" v="98" actId="166"/>
            <ac:spMkLst>
              <pc:docMk/>
              <pc:sldMasterMk cId="1898756402" sldId="2147483648"/>
              <pc:sldLayoutMk cId="2909859165" sldId="2147483650"/>
              <ac:spMk id="16" creationId="{4BAA92A9-00AB-A3F0-A266-BE6141A8C9B4}"/>
            </ac:spMkLst>
          </pc:spChg>
          <pc:spChg chg="ord">
            <ac:chgData name="Haslinger Fabian" userId="cdf8a651-5f22-44fb-9814-56de1b5a862a" providerId="ADAL" clId="{953A1AE4-AA2E-4161-B356-747331449584}" dt="2026-05-13T08:14:23.283" v="97" actId="166"/>
            <ac:spMkLst>
              <pc:docMk/>
              <pc:sldMasterMk cId="1898756402" sldId="2147483648"/>
              <pc:sldLayoutMk cId="2909859165" sldId="2147483650"/>
              <ac:spMk id="17" creationId="{71DB54F6-0DEF-1294-A1C1-E6081C63661E}"/>
            </ac:spMkLst>
          </pc:spChg>
          <pc:spChg chg="ord">
            <ac:chgData name="Haslinger Fabian" userId="cdf8a651-5f22-44fb-9814-56de1b5a862a" providerId="ADAL" clId="{953A1AE4-AA2E-4161-B356-747331449584}" dt="2026-05-13T08:14:20.230" v="96" actId="166"/>
            <ac:spMkLst>
              <pc:docMk/>
              <pc:sldMasterMk cId="1898756402" sldId="2147483648"/>
              <pc:sldLayoutMk cId="2909859165" sldId="2147483650"/>
              <ac:spMk id="18" creationId="{68E52EF4-0F1E-4E4C-3590-6365D291477D}"/>
            </ac:spMkLst>
          </pc:spChg>
          <pc:spChg chg="ord">
            <ac:chgData name="Haslinger Fabian" userId="cdf8a651-5f22-44fb-9814-56de1b5a862a" providerId="ADAL" clId="{953A1AE4-AA2E-4161-B356-747331449584}" dt="2026-05-13T08:13:42.776" v="86" actId="166"/>
            <ac:spMkLst>
              <pc:docMk/>
              <pc:sldMasterMk cId="1898756402" sldId="2147483648"/>
              <pc:sldLayoutMk cId="2909859165" sldId="2147483650"/>
              <ac:spMk id="19" creationId="{D2F68423-5F3F-93C8-91D4-3F9A2BCA7713}"/>
            </ac:spMkLst>
          </pc:spChg>
          <pc:spChg chg="ord">
            <ac:chgData name="Haslinger Fabian" userId="cdf8a651-5f22-44fb-9814-56de1b5a862a" providerId="ADAL" clId="{953A1AE4-AA2E-4161-B356-747331449584}" dt="2026-05-13T08:14:16.897" v="95" actId="166"/>
            <ac:spMkLst>
              <pc:docMk/>
              <pc:sldMasterMk cId="1898756402" sldId="2147483648"/>
              <pc:sldLayoutMk cId="2909859165" sldId="2147483650"/>
              <ac:spMk id="20" creationId="{4B84B378-2C8A-5929-1D5D-284D055A6D3D}"/>
            </ac:spMkLst>
          </pc:spChg>
          <pc:picChg chg="ord">
            <ac:chgData name="Haslinger Fabian" userId="cdf8a651-5f22-44fb-9814-56de1b5a862a" providerId="ADAL" clId="{953A1AE4-AA2E-4161-B356-747331449584}" dt="2026-05-13T08:14:10.568" v="94" actId="166"/>
            <ac:picMkLst>
              <pc:docMk/>
              <pc:sldMasterMk cId="1898756402" sldId="2147483648"/>
              <pc:sldLayoutMk cId="2909859165" sldId="2147483650"/>
              <ac:picMk id="7" creationId="{C11896BA-189C-C15D-0BED-9C33163088B7}"/>
            </ac:picMkLst>
          </pc:picChg>
        </pc:sldLayoutChg>
        <pc:sldLayoutChg chg="delSp mod">
          <pc:chgData name="Haslinger Fabian" userId="cdf8a651-5f22-44fb-9814-56de1b5a862a" providerId="ADAL" clId="{953A1AE4-AA2E-4161-B356-747331449584}" dt="2026-05-13T12:37:50.178" v="3304" actId="478"/>
          <pc:sldLayoutMkLst>
            <pc:docMk/>
            <pc:sldMasterMk cId="1898756402" sldId="2147483648"/>
            <pc:sldLayoutMk cId="1823685959" sldId="2147483663"/>
          </pc:sldLayoutMkLst>
          <pc:spChg chg="del">
            <ac:chgData name="Haslinger Fabian" userId="cdf8a651-5f22-44fb-9814-56de1b5a862a" providerId="ADAL" clId="{953A1AE4-AA2E-4161-B356-747331449584}" dt="2026-05-13T12:37:50.178" v="3304" actId="478"/>
            <ac:spMkLst>
              <pc:docMk/>
              <pc:sldMasterMk cId="1898756402" sldId="2147483648"/>
              <pc:sldLayoutMk cId="1823685959" sldId="2147483663"/>
              <ac:spMk id="11" creationId="{30A685BE-1C4F-C9C0-4591-63821D0E6CB1}"/>
            </ac:spMkLst>
          </pc:spChg>
        </pc:sldLayoutChg>
        <pc:sldLayoutChg chg="delSp modSp mod">
          <pc:chgData name="Haslinger Fabian" userId="cdf8a651-5f22-44fb-9814-56de1b5a862a" providerId="ADAL" clId="{953A1AE4-AA2E-4161-B356-747331449584}" dt="2026-05-13T12:33:30.636" v="3196"/>
          <pc:sldLayoutMkLst>
            <pc:docMk/>
            <pc:sldMasterMk cId="1898756402" sldId="2147483648"/>
            <pc:sldLayoutMk cId="2161072064" sldId="2147483664"/>
          </pc:sldLayoutMkLst>
          <pc:spChg chg="del mod">
            <ac:chgData name="Haslinger Fabian" userId="cdf8a651-5f22-44fb-9814-56de1b5a862a" providerId="ADAL" clId="{953A1AE4-AA2E-4161-B356-747331449584}" dt="2026-05-13T12:33:30.636" v="3196"/>
            <ac:spMkLst>
              <pc:docMk/>
              <pc:sldMasterMk cId="1898756402" sldId="2147483648"/>
              <pc:sldLayoutMk cId="2161072064" sldId="2147483664"/>
              <ac:spMk id="11" creationId="{30A685BE-1C4F-C9C0-4591-63821D0E6CB1}"/>
            </ac:spMkLst>
          </pc:spChg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99CB1C-1342-4247-86F8-A96E62D36BAF}" type="doc">
      <dgm:prSet loTypeId="urn:microsoft.com/office/officeart/2008/layout/VerticalCurvedList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de-AT"/>
        </a:p>
      </dgm:t>
    </dgm:pt>
    <dgm:pt modelId="{3D3FC6DE-A64C-49B5-BC77-01FAB5036B43}">
      <dgm:prSet phldrT="[Text]"/>
      <dgm:spPr/>
      <dgm:t>
        <a:bodyPr/>
        <a:lstStyle/>
        <a:p>
          <a:r>
            <a:rPr lang="de-AT" b="1"/>
            <a:t>Ausgangslage</a:t>
          </a:r>
        </a:p>
      </dgm:t>
    </dgm:pt>
    <dgm:pt modelId="{8E1B4281-4E47-4084-951C-A0774173DD24}" type="parTrans" cxnId="{0F07F268-C284-4A9A-9325-97E1725191DE}">
      <dgm:prSet/>
      <dgm:spPr/>
      <dgm:t>
        <a:bodyPr/>
        <a:lstStyle/>
        <a:p>
          <a:endParaRPr lang="de-AT"/>
        </a:p>
      </dgm:t>
    </dgm:pt>
    <dgm:pt modelId="{30DE95BA-3C4E-4A54-877F-8BAB19314CA1}" type="sibTrans" cxnId="{0F07F268-C284-4A9A-9325-97E1725191DE}">
      <dgm:prSet/>
      <dgm:spPr/>
      <dgm:t>
        <a:bodyPr/>
        <a:lstStyle/>
        <a:p>
          <a:endParaRPr lang="de-AT"/>
        </a:p>
      </dgm:t>
    </dgm:pt>
    <dgm:pt modelId="{29B5FACA-DED1-4C89-90D3-890550D49735}">
      <dgm:prSet/>
      <dgm:spPr/>
      <dgm:t>
        <a:bodyPr/>
        <a:lstStyle/>
        <a:p>
          <a:r>
            <a:rPr lang="de-DE" b="1"/>
            <a:t>Aberger</a:t>
          </a:r>
        </a:p>
      </dgm:t>
    </dgm:pt>
    <dgm:pt modelId="{ED0DF4F8-77F2-4B83-BE87-CF085C7EB3D6}" type="parTrans" cxnId="{604861F1-384D-43EC-B0D3-B5F752953D7E}">
      <dgm:prSet/>
      <dgm:spPr/>
      <dgm:t>
        <a:bodyPr/>
        <a:lstStyle/>
        <a:p>
          <a:endParaRPr lang="de-AT"/>
        </a:p>
      </dgm:t>
    </dgm:pt>
    <dgm:pt modelId="{B4F0F560-E1EC-420A-BEED-64BD683C793F}" type="sibTrans" cxnId="{604861F1-384D-43EC-B0D3-B5F752953D7E}">
      <dgm:prSet/>
      <dgm:spPr/>
      <dgm:t>
        <a:bodyPr/>
        <a:lstStyle/>
        <a:p>
          <a:endParaRPr lang="de-AT"/>
        </a:p>
      </dgm:t>
    </dgm:pt>
    <dgm:pt modelId="{77B5D20E-0A80-4EF8-AC6A-F31026E0BD46}">
      <dgm:prSet phldrT="[Text]"/>
      <dgm:spPr/>
      <dgm:t>
        <a:bodyPr/>
        <a:lstStyle/>
        <a:p>
          <a:r>
            <a:rPr lang="de-DE" b="1"/>
            <a:t>Hechenberger</a:t>
          </a:r>
          <a:endParaRPr lang="de-AT" b="1"/>
        </a:p>
      </dgm:t>
    </dgm:pt>
    <dgm:pt modelId="{970CC0D3-0534-467B-90A7-A103512D668E}" type="parTrans" cxnId="{283D977D-281D-4AC1-8207-136FA67045E5}">
      <dgm:prSet/>
      <dgm:spPr/>
      <dgm:t>
        <a:bodyPr/>
        <a:lstStyle/>
        <a:p>
          <a:endParaRPr lang="de-AT"/>
        </a:p>
      </dgm:t>
    </dgm:pt>
    <dgm:pt modelId="{A0085830-F240-46E6-B702-B28D1C78B8A1}" type="sibTrans" cxnId="{283D977D-281D-4AC1-8207-136FA67045E5}">
      <dgm:prSet/>
      <dgm:spPr/>
      <dgm:t>
        <a:bodyPr/>
        <a:lstStyle/>
        <a:p>
          <a:endParaRPr lang="de-AT"/>
        </a:p>
      </dgm:t>
    </dgm:pt>
    <dgm:pt modelId="{622961FD-971F-481C-BBDD-00A187B3E2C3}">
      <dgm:prSet phldrT="[Text]"/>
      <dgm:spPr/>
      <dgm:t>
        <a:bodyPr/>
        <a:lstStyle/>
        <a:p>
          <a:r>
            <a:rPr lang="de-AT" b="1"/>
            <a:t>Ergebnisse</a:t>
          </a:r>
        </a:p>
      </dgm:t>
    </dgm:pt>
    <dgm:pt modelId="{2D6BEFCF-2F21-440F-927B-B204BBD9EBE2}" type="parTrans" cxnId="{955F73E8-4825-4F26-9C0A-4FB859203630}">
      <dgm:prSet/>
      <dgm:spPr/>
      <dgm:t>
        <a:bodyPr/>
        <a:lstStyle/>
        <a:p>
          <a:endParaRPr lang="de-AT"/>
        </a:p>
      </dgm:t>
    </dgm:pt>
    <dgm:pt modelId="{9402C69B-56DE-475B-B9B8-B96B7BE53473}" type="sibTrans" cxnId="{955F73E8-4825-4F26-9C0A-4FB859203630}">
      <dgm:prSet/>
      <dgm:spPr/>
      <dgm:t>
        <a:bodyPr/>
        <a:lstStyle/>
        <a:p>
          <a:endParaRPr lang="de-AT"/>
        </a:p>
      </dgm:t>
    </dgm:pt>
    <dgm:pt modelId="{2639A5F6-267C-46C7-BB7E-B3403F36E47C}">
      <dgm:prSet phldrT="[Text]"/>
      <dgm:spPr/>
      <dgm:t>
        <a:bodyPr/>
        <a:lstStyle/>
        <a:p>
          <a:r>
            <a:rPr lang="de-DE" b="1"/>
            <a:t>Haslinger</a:t>
          </a:r>
          <a:endParaRPr lang="de-AT" b="1"/>
        </a:p>
      </dgm:t>
    </dgm:pt>
    <dgm:pt modelId="{3B58A952-7244-4EAE-B742-E4A90F03E3A1}" type="parTrans" cxnId="{B79D9FE1-5165-4DA5-A938-A4D8AEFA8E06}">
      <dgm:prSet/>
      <dgm:spPr/>
      <dgm:t>
        <a:bodyPr/>
        <a:lstStyle/>
        <a:p>
          <a:endParaRPr lang="de-AT"/>
        </a:p>
      </dgm:t>
    </dgm:pt>
    <dgm:pt modelId="{3B7A053A-D268-4AD9-BA17-0F80B0CBB86E}" type="sibTrans" cxnId="{B79D9FE1-5165-4DA5-A938-A4D8AEFA8E06}">
      <dgm:prSet/>
      <dgm:spPr/>
      <dgm:t>
        <a:bodyPr/>
        <a:lstStyle/>
        <a:p>
          <a:endParaRPr lang="de-AT"/>
        </a:p>
      </dgm:t>
    </dgm:pt>
    <dgm:pt modelId="{C01C5F0E-3FBF-48A0-ABC8-A229DE50FB77}" type="pres">
      <dgm:prSet presAssocID="{E999CB1C-1342-4247-86F8-A96E62D36BAF}" presName="Name0" presStyleCnt="0">
        <dgm:presLayoutVars>
          <dgm:chMax val="7"/>
          <dgm:chPref val="7"/>
          <dgm:dir/>
        </dgm:presLayoutVars>
      </dgm:prSet>
      <dgm:spPr/>
    </dgm:pt>
    <dgm:pt modelId="{DC61404F-777E-4B6A-987A-0C5E56D47620}" type="pres">
      <dgm:prSet presAssocID="{E999CB1C-1342-4247-86F8-A96E62D36BAF}" presName="Name1" presStyleCnt="0"/>
      <dgm:spPr/>
    </dgm:pt>
    <dgm:pt modelId="{0EC080C9-DCE4-4121-A3BE-FE64DCCA2043}" type="pres">
      <dgm:prSet presAssocID="{E999CB1C-1342-4247-86F8-A96E62D36BAF}" presName="cycle" presStyleCnt="0"/>
      <dgm:spPr/>
    </dgm:pt>
    <dgm:pt modelId="{FA40ED59-1270-4D1D-AA94-0027BA8C352D}" type="pres">
      <dgm:prSet presAssocID="{E999CB1C-1342-4247-86F8-A96E62D36BAF}" presName="srcNode" presStyleLbl="node1" presStyleIdx="0" presStyleCnt="5"/>
      <dgm:spPr/>
    </dgm:pt>
    <dgm:pt modelId="{9DCADE88-BB98-44E4-A5BA-9942CFC463C5}" type="pres">
      <dgm:prSet presAssocID="{E999CB1C-1342-4247-86F8-A96E62D36BAF}" presName="conn" presStyleLbl="parChTrans1D2" presStyleIdx="0" presStyleCnt="1"/>
      <dgm:spPr/>
    </dgm:pt>
    <dgm:pt modelId="{8B71197B-1130-4A7E-982C-479814A86924}" type="pres">
      <dgm:prSet presAssocID="{E999CB1C-1342-4247-86F8-A96E62D36BAF}" presName="extraNode" presStyleLbl="node1" presStyleIdx="0" presStyleCnt="5"/>
      <dgm:spPr/>
    </dgm:pt>
    <dgm:pt modelId="{440A2656-1ABA-426F-8E22-BFD84141B92C}" type="pres">
      <dgm:prSet presAssocID="{E999CB1C-1342-4247-86F8-A96E62D36BAF}" presName="dstNode" presStyleLbl="node1" presStyleIdx="0" presStyleCnt="5"/>
      <dgm:spPr/>
    </dgm:pt>
    <dgm:pt modelId="{1A573DA1-92EF-44CD-B43D-EDC3B3677C06}" type="pres">
      <dgm:prSet presAssocID="{3D3FC6DE-A64C-49B5-BC77-01FAB5036B43}" presName="text_1" presStyleLbl="node1" presStyleIdx="0" presStyleCnt="5">
        <dgm:presLayoutVars>
          <dgm:bulletEnabled val="1"/>
        </dgm:presLayoutVars>
      </dgm:prSet>
      <dgm:spPr/>
    </dgm:pt>
    <dgm:pt modelId="{38F394C4-0E43-440A-8F67-0442F7829B26}" type="pres">
      <dgm:prSet presAssocID="{3D3FC6DE-A64C-49B5-BC77-01FAB5036B43}" presName="accent_1" presStyleCnt="0"/>
      <dgm:spPr/>
    </dgm:pt>
    <dgm:pt modelId="{6224E7DA-BCBF-4EF7-A63D-C8507C1CFBEC}" type="pres">
      <dgm:prSet presAssocID="{3D3FC6DE-A64C-49B5-BC77-01FAB5036B43}" presName="accentRepeatNode" presStyleLbl="solidFgAcc1" presStyleIdx="0" presStyleCnt="5"/>
      <dgm:spPr/>
    </dgm:pt>
    <dgm:pt modelId="{936E6341-E6E7-406A-B4E2-E8A783BE6728}" type="pres">
      <dgm:prSet presAssocID="{2639A5F6-267C-46C7-BB7E-B3403F36E47C}" presName="text_2" presStyleLbl="node1" presStyleIdx="1" presStyleCnt="5">
        <dgm:presLayoutVars>
          <dgm:bulletEnabled val="1"/>
        </dgm:presLayoutVars>
      </dgm:prSet>
      <dgm:spPr/>
    </dgm:pt>
    <dgm:pt modelId="{894037EE-1CB2-4007-AFE3-0A28B2AEE0FC}" type="pres">
      <dgm:prSet presAssocID="{2639A5F6-267C-46C7-BB7E-B3403F36E47C}" presName="accent_2" presStyleCnt="0"/>
      <dgm:spPr/>
    </dgm:pt>
    <dgm:pt modelId="{8371210A-F2A6-45DF-B29E-B6F9421C6B06}" type="pres">
      <dgm:prSet presAssocID="{2639A5F6-267C-46C7-BB7E-B3403F36E47C}" presName="accentRepeatNode" presStyleLbl="solidFgAcc1" presStyleIdx="1" presStyleCnt="5"/>
      <dgm:spPr/>
    </dgm:pt>
    <dgm:pt modelId="{7B0DDE7F-8468-46DD-91A5-C200737F7F24}" type="pres">
      <dgm:prSet presAssocID="{29B5FACA-DED1-4C89-90D3-890550D49735}" presName="text_3" presStyleLbl="node1" presStyleIdx="2" presStyleCnt="5">
        <dgm:presLayoutVars>
          <dgm:bulletEnabled val="1"/>
        </dgm:presLayoutVars>
      </dgm:prSet>
      <dgm:spPr/>
    </dgm:pt>
    <dgm:pt modelId="{5F9E4F30-76F8-4065-88C4-876CC76DDF34}" type="pres">
      <dgm:prSet presAssocID="{29B5FACA-DED1-4C89-90D3-890550D49735}" presName="accent_3" presStyleCnt="0"/>
      <dgm:spPr/>
    </dgm:pt>
    <dgm:pt modelId="{4B4F1D19-9B4F-4FD0-A2F9-893968FC6087}" type="pres">
      <dgm:prSet presAssocID="{29B5FACA-DED1-4C89-90D3-890550D49735}" presName="accentRepeatNode" presStyleLbl="solidFgAcc1" presStyleIdx="2" presStyleCnt="5"/>
      <dgm:spPr/>
    </dgm:pt>
    <dgm:pt modelId="{F799DDDF-6AE5-4D41-85D8-3F532D97369F}" type="pres">
      <dgm:prSet presAssocID="{77B5D20E-0A80-4EF8-AC6A-F31026E0BD46}" presName="text_4" presStyleLbl="node1" presStyleIdx="3" presStyleCnt="5">
        <dgm:presLayoutVars>
          <dgm:bulletEnabled val="1"/>
        </dgm:presLayoutVars>
      </dgm:prSet>
      <dgm:spPr/>
    </dgm:pt>
    <dgm:pt modelId="{E808F3D3-56C2-4298-8C57-0BBCDEB69EB3}" type="pres">
      <dgm:prSet presAssocID="{77B5D20E-0A80-4EF8-AC6A-F31026E0BD46}" presName="accent_4" presStyleCnt="0"/>
      <dgm:spPr/>
    </dgm:pt>
    <dgm:pt modelId="{B163FCA3-3138-4C29-AC26-62D1D2A899B6}" type="pres">
      <dgm:prSet presAssocID="{77B5D20E-0A80-4EF8-AC6A-F31026E0BD46}" presName="accentRepeatNode" presStyleLbl="solidFgAcc1" presStyleIdx="3" presStyleCnt="5"/>
      <dgm:spPr/>
    </dgm:pt>
    <dgm:pt modelId="{F77DDD2F-A3AE-4303-86F4-A6ED9C503BB6}" type="pres">
      <dgm:prSet presAssocID="{622961FD-971F-481C-BBDD-00A187B3E2C3}" presName="text_5" presStyleLbl="node1" presStyleIdx="4" presStyleCnt="5">
        <dgm:presLayoutVars>
          <dgm:bulletEnabled val="1"/>
        </dgm:presLayoutVars>
      </dgm:prSet>
      <dgm:spPr/>
    </dgm:pt>
    <dgm:pt modelId="{C255ABDD-B97B-4408-B953-CB0C0571F47B}" type="pres">
      <dgm:prSet presAssocID="{622961FD-971F-481C-BBDD-00A187B3E2C3}" presName="accent_5" presStyleCnt="0"/>
      <dgm:spPr/>
    </dgm:pt>
    <dgm:pt modelId="{01150BF4-9809-457D-8734-87A3F85AA9F8}" type="pres">
      <dgm:prSet presAssocID="{622961FD-971F-481C-BBDD-00A187B3E2C3}" presName="accentRepeatNode" presStyleLbl="solidFgAcc1" presStyleIdx="4" presStyleCnt="5"/>
      <dgm:spPr/>
    </dgm:pt>
  </dgm:ptLst>
  <dgm:cxnLst>
    <dgm:cxn modelId="{4ACEB302-95B5-4B11-8218-F603EA114B72}" type="presOf" srcId="{622961FD-971F-481C-BBDD-00A187B3E2C3}" destId="{F77DDD2F-A3AE-4303-86F4-A6ED9C503BB6}" srcOrd="0" destOrd="0" presId="urn:microsoft.com/office/officeart/2008/layout/VerticalCurvedList"/>
    <dgm:cxn modelId="{6E9C3809-A40F-447F-9457-6EDE34E361C1}" type="presOf" srcId="{3D3FC6DE-A64C-49B5-BC77-01FAB5036B43}" destId="{1A573DA1-92EF-44CD-B43D-EDC3B3677C06}" srcOrd="0" destOrd="0" presId="urn:microsoft.com/office/officeart/2008/layout/VerticalCurvedList"/>
    <dgm:cxn modelId="{0F07F268-C284-4A9A-9325-97E1725191DE}" srcId="{E999CB1C-1342-4247-86F8-A96E62D36BAF}" destId="{3D3FC6DE-A64C-49B5-BC77-01FAB5036B43}" srcOrd="0" destOrd="0" parTransId="{8E1B4281-4E47-4084-951C-A0774173DD24}" sibTransId="{30DE95BA-3C4E-4A54-877F-8BAB19314CA1}"/>
    <dgm:cxn modelId="{61B3BB72-9811-4A92-B08A-70E8D8BCCAB3}" type="presOf" srcId="{77B5D20E-0A80-4EF8-AC6A-F31026E0BD46}" destId="{F799DDDF-6AE5-4D41-85D8-3F532D97369F}" srcOrd="0" destOrd="0" presId="urn:microsoft.com/office/officeart/2008/layout/VerticalCurvedList"/>
    <dgm:cxn modelId="{283D977D-281D-4AC1-8207-136FA67045E5}" srcId="{E999CB1C-1342-4247-86F8-A96E62D36BAF}" destId="{77B5D20E-0A80-4EF8-AC6A-F31026E0BD46}" srcOrd="3" destOrd="0" parTransId="{970CC0D3-0534-467B-90A7-A103512D668E}" sibTransId="{A0085830-F240-46E6-B702-B28D1C78B8A1}"/>
    <dgm:cxn modelId="{7E6B5C99-2CD2-4396-BAF1-A53FFFAB8FD2}" type="presOf" srcId="{2639A5F6-267C-46C7-BB7E-B3403F36E47C}" destId="{936E6341-E6E7-406A-B4E2-E8A783BE6728}" srcOrd="0" destOrd="0" presId="urn:microsoft.com/office/officeart/2008/layout/VerticalCurvedList"/>
    <dgm:cxn modelId="{1A0A26A0-1F12-495D-9AA5-C8C3CBD8E435}" type="presOf" srcId="{30DE95BA-3C4E-4A54-877F-8BAB19314CA1}" destId="{9DCADE88-BB98-44E4-A5BA-9942CFC463C5}" srcOrd="0" destOrd="0" presId="urn:microsoft.com/office/officeart/2008/layout/VerticalCurvedList"/>
    <dgm:cxn modelId="{752311A3-4FA5-4569-AD8A-BC45582226AE}" type="presOf" srcId="{29B5FACA-DED1-4C89-90D3-890550D49735}" destId="{7B0DDE7F-8468-46DD-91A5-C200737F7F24}" srcOrd="0" destOrd="0" presId="urn:microsoft.com/office/officeart/2008/layout/VerticalCurvedList"/>
    <dgm:cxn modelId="{D2A487DE-4C3A-4857-A8AB-9D74F2A13613}" type="presOf" srcId="{E999CB1C-1342-4247-86F8-A96E62D36BAF}" destId="{C01C5F0E-3FBF-48A0-ABC8-A229DE50FB77}" srcOrd="0" destOrd="0" presId="urn:microsoft.com/office/officeart/2008/layout/VerticalCurvedList"/>
    <dgm:cxn modelId="{B79D9FE1-5165-4DA5-A938-A4D8AEFA8E06}" srcId="{E999CB1C-1342-4247-86F8-A96E62D36BAF}" destId="{2639A5F6-267C-46C7-BB7E-B3403F36E47C}" srcOrd="1" destOrd="0" parTransId="{3B58A952-7244-4EAE-B742-E4A90F03E3A1}" sibTransId="{3B7A053A-D268-4AD9-BA17-0F80B0CBB86E}"/>
    <dgm:cxn modelId="{955F73E8-4825-4F26-9C0A-4FB859203630}" srcId="{E999CB1C-1342-4247-86F8-A96E62D36BAF}" destId="{622961FD-971F-481C-BBDD-00A187B3E2C3}" srcOrd="4" destOrd="0" parTransId="{2D6BEFCF-2F21-440F-927B-B204BBD9EBE2}" sibTransId="{9402C69B-56DE-475B-B9B8-B96B7BE53473}"/>
    <dgm:cxn modelId="{604861F1-384D-43EC-B0D3-B5F752953D7E}" srcId="{E999CB1C-1342-4247-86F8-A96E62D36BAF}" destId="{29B5FACA-DED1-4C89-90D3-890550D49735}" srcOrd="2" destOrd="0" parTransId="{ED0DF4F8-77F2-4B83-BE87-CF085C7EB3D6}" sibTransId="{B4F0F560-E1EC-420A-BEED-64BD683C793F}"/>
    <dgm:cxn modelId="{A0FF5E50-3E1D-41A4-9B89-74A33095AB2C}" type="presParOf" srcId="{C01C5F0E-3FBF-48A0-ABC8-A229DE50FB77}" destId="{DC61404F-777E-4B6A-987A-0C5E56D47620}" srcOrd="0" destOrd="0" presId="urn:microsoft.com/office/officeart/2008/layout/VerticalCurvedList"/>
    <dgm:cxn modelId="{3A6D13BF-8294-4183-94CC-0EB6784E071D}" type="presParOf" srcId="{DC61404F-777E-4B6A-987A-0C5E56D47620}" destId="{0EC080C9-DCE4-4121-A3BE-FE64DCCA2043}" srcOrd="0" destOrd="0" presId="urn:microsoft.com/office/officeart/2008/layout/VerticalCurvedList"/>
    <dgm:cxn modelId="{4D47D3F9-7D93-4D0C-A237-554312B09816}" type="presParOf" srcId="{0EC080C9-DCE4-4121-A3BE-FE64DCCA2043}" destId="{FA40ED59-1270-4D1D-AA94-0027BA8C352D}" srcOrd="0" destOrd="0" presId="urn:microsoft.com/office/officeart/2008/layout/VerticalCurvedList"/>
    <dgm:cxn modelId="{5A91136F-3667-472E-80DD-36045EB556D8}" type="presParOf" srcId="{0EC080C9-DCE4-4121-A3BE-FE64DCCA2043}" destId="{9DCADE88-BB98-44E4-A5BA-9942CFC463C5}" srcOrd="1" destOrd="0" presId="urn:microsoft.com/office/officeart/2008/layout/VerticalCurvedList"/>
    <dgm:cxn modelId="{FC74BEA1-06C9-4F7F-A3A1-45BCB2D03F82}" type="presParOf" srcId="{0EC080C9-DCE4-4121-A3BE-FE64DCCA2043}" destId="{8B71197B-1130-4A7E-982C-479814A86924}" srcOrd="2" destOrd="0" presId="urn:microsoft.com/office/officeart/2008/layout/VerticalCurvedList"/>
    <dgm:cxn modelId="{4110A4E7-750A-45D8-8676-37A5E64C357E}" type="presParOf" srcId="{0EC080C9-DCE4-4121-A3BE-FE64DCCA2043}" destId="{440A2656-1ABA-426F-8E22-BFD84141B92C}" srcOrd="3" destOrd="0" presId="urn:microsoft.com/office/officeart/2008/layout/VerticalCurvedList"/>
    <dgm:cxn modelId="{8477DB49-2634-4E38-AFF5-17E3009A3479}" type="presParOf" srcId="{DC61404F-777E-4B6A-987A-0C5E56D47620}" destId="{1A573DA1-92EF-44CD-B43D-EDC3B3677C06}" srcOrd="1" destOrd="0" presId="urn:microsoft.com/office/officeart/2008/layout/VerticalCurvedList"/>
    <dgm:cxn modelId="{4E49B18A-45E3-480C-8560-6A870A697F0F}" type="presParOf" srcId="{DC61404F-777E-4B6A-987A-0C5E56D47620}" destId="{38F394C4-0E43-440A-8F67-0442F7829B26}" srcOrd="2" destOrd="0" presId="urn:microsoft.com/office/officeart/2008/layout/VerticalCurvedList"/>
    <dgm:cxn modelId="{C6705D24-3B2C-4DAD-BC86-C8262E52A9DE}" type="presParOf" srcId="{38F394C4-0E43-440A-8F67-0442F7829B26}" destId="{6224E7DA-BCBF-4EF7-A63D-C8507C1CFBEC}" srcOrd="0" destOrd="0" presId="urn:microsoft.com/office/officeart/2008/layout/VerticalCurvedList"/>
    <dgm:cxn modelId="{3DCF95C5-AD89-40CD-B1EE-5827F280EEF7}" type="presParOf" srcId="{DC61404F-777E-4B6A-987A-0C5E56D47620}" destId="{936E6341-E6E7-406A-B4E2-E8A783BE6728}" srcOrd="3" destOrd="0" presId="urn:microsoft.com/office/officeart/2008/layout/VerticalCurvedList"/>
    <dgm:cxn modelId="{BF42CDAF-C7D1-42FB-B316-3F4A3DF1CB94}" type="presParOf" srcId="{DC61404F-777E-4B6A-987A-0C5E56D47620}" destId="{894037EE-1CB2-4007-AFE3-0A28B2AEE0FC}" srcOrd="4" destOrd="0" presId="urn:microsoft.com/office/officeart/2008/layout/VerticalCurvedList"/>
    <dgm:cxn modelId="{DBAF43AE-2696-47BF-A181-F89F59DEAE27}" type="presParOf" srcId="{894037EE-1CB2-4007-AFE3-0A28B2AEE0FC}" destId="{8371210A-F2A6-45DF-B29E-B6F9421C6B06}" srcOrd="0" destOrd="0" presId="urn:microsoft.com/office/officeart/2008/layout/VerticalCurvedList"/>
    <dgm:cxn modelId="{9436925D-AD76-482E-889B-6DD18321D4A1}" type="presParOf" srcId="{DC61404F-777E-4B6A-987A-0C5E56D47620}" destId="{7B0DDE7F-8468-46DD-91A5-C200737F7F24}" srcOrd="5" destOrd="0" presId="urn:microsoft.com/office/officeart/2008/layout/VerticalCurvedList"/>
    <dgm:cxn modelId="{15D36332-974F-49C6-BD33-6F9FA36F9A91}" type="presParOf" srcId="{DC61404F-777E-4B6A-987A-0C5E56D47620}" destId="{5F9E4F30-76F8-4065-88C4-876CC76DDF34}" srcOrd="6" destOrd="0" presId="urn:microsoft.com/office/officeart/2008/layout/VerticalCurvedList"/>
    <dgm:cxn modelId="{16F25A90-DCE8-4A71-AB94-D04F126574EC}" type="presParOf" srcId="{5F9E4F30-76F8-4065-88C4-876CC76DDF34}" destId="{4B4F1D19-9B4F-4FD0-A2F9-893968FC6087}" srcOrd="0" destOrd="0" presId="urn:microsoft.com/office/officeart/2008/layout/VerticalCurvedList"/>
    <dgm:cxn modelId="{55BC81EF-47E7-4636-9728-D2DB2B4F5121}" type="presParOf" srcId="{DC61404F-777E-4B6A-987A-0C5E56D47620}" destId="{F799DDDF-6AE5-4D41-85D8-3F532D97369F}" srcOrd="7" destOrd="0" presId="urn:microsoft.com/office/officeart/2008/layout/VerticalCurvedList"/>
    <dgm:cxn modelId="{5ADF4066-3DFE-4381-9A65-BD7784663623}" type="presParOf" srcId="{DC61404F-777E-4B6A-987A-0C5E56D47620}" destId="{E808F3D3-56C2-4298-8C57-0BBCDEB69EB3}" srcOrd="8" destOrd="0" presId="urn:microsoft.com/office/officeart/2008/layout/VerticalCurvedList"/>
    <dgm:cxn modelId="{840B3990-15DD-4472-A72E-C3F9BC8DB421}" type="presParOf" srcId="{E808F3D3-56C2-4298-8C57-0BBCDEB69EB3}" destId="{B163FCA3-3138-4C29-AC26-62D1D2A899B6}" srcOrd="0" destOrd="0" presId="urn:microsoft.com/office/officeart/2008/layout/VerticalCurvedList"/>
    <dgm:cxn modelId="{C9764EA0-D6D2-4692-92D1-9DCC126FD24E}" type="presParOf" srcId="{DC61404F-777E-4B6A-987A-0C5E56D47620}" destId="{F77DDD2F-A3AE-4303-86F4-A6ED9C503BB6}" srcOrd="9" destOrd="0" presId="urn:microsoft.com/office/officeart/2008/layout/VerticalCurvedList"/>
    <dgm:cxn modelId="{A4AD16D4-32CB-457E-ADF6-EC6DED06C5B3}" type="presParOf" srcId="{DC61404F-777E-4B6A-987A-0C5E56D47620}" destId="{C255ABDD-B97B-4408-B953-CB0C0571F47B}" srcOrd="10" destOrd="0" presId="urn:microsoft.com/office/officeart/2008/layout/VerticalCurvedList"/>
    <dgm:cxn modelId="{6DA564D5-4B3E-40A5-B99E-30F8A1BA7DD9}" type="presParOf" srcId="{C255ABDD-B97B-4408-B953-CB0C0571F47B}" destId="{01150BF4-9809-457D-8734-87A3F85AA9F8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CADE88-BB98-44E4-A5BA-9942CFC463C5}">
      <dsp:nvSpPr>
        <dsp:cNvPr id="0" name=""/>
        <dsp:cNvSpPr/>
      </dsp:nvSpPr>
      <dsp:spPr>
        <a:xfrm>
          <a:off x="-5366768" y="-821838"/>
          <a:ext cx="6390410" cy="6390410"/>
        </a:xfrm>
        <a:prstGeom prst="blockArc">
          <a:avLst>
            <a:gd name="adj1" fmla="val 18900000"/>
            <a:gd name="adj2" fmla="val 2700000"/>
            <a:gd name="adj3" fmla="val 338"/>
          </a:avLst>
        </a:prstGeom>
        <a:noFill/>
        <a:ln w="1905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573DA1-92EF-44CD-B43D-EDC3B3677C06}">
      <dsp:nvSpPr>
        <dsp:cNvPr id="0" name=""/>
        <dsp:cNvSpPr/>
      </dsp:nvSpPr>
      <dsp:spPr>
        <a:xfrm>
          <a:off x="447626" y="296575"/>
          <a:ext cx="11673909" cy="59353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1116" tIns="78740" rIns="78740" bIns="7874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3100" b="1" kern="1200"/>
            <a:t>Ausgangslage</a:t>
          </a:r>
        </a:p>
      </dsp:txBody>
      <dsp:txXfrm>
        <a:off x="447626" y="296575"/>
        <a:ext cx="11673909" cy="593531"/>
      </dsp:txXfrm>
    </dsp:sp>
    <dsp:sp modelId="{6224E7DA-BCBF-4EF7-A63D-C8507C1CFBEC}">
      <dsp:nvSpPr>
        <dsp:cNvPr id="0" name=""/>
        <dsp:cNvSpPr/>
      </dsp:nvSpPr>
      <dsp:spPr>
        <a:xfrm>
          <a:off x="76669" y="222384"/>
          <a:ext cx="741914" cy="7419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6E6341-E6E7-406A-B4E2-E8A783BE6728}">
      <dsp:nvSpPr>
        <dsp:cNvPr id="0" name=""/>
        <dsp:cNvSpPr/>
      </dsp:nvSpPr>
      <dsp:spPr>
        <a:xfrm>
          <a:off x="872934" y="1186588"/>
          <a:ext cx="11248602" cy="59353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1116" tIns="78740" rIns="78740" bIns="7874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100" b="1" kern="1200"/>
            <a:t>Haslinger</a:t>
          </a:r>
          <a:endParaRPr lang="de-AT" sz="3100" b="1" kern="1200"/>
        </a:p>
      </dsp:txBody>
      <dsp:txXfrm>
        <a:off x="872934" y="1186588"/>
        <a:ext cx="11248602" cy="593531"/>
      </dsp:txXfrm>
    </dsp:sp>
    <dsp:sp modelId="{8371210A-F2A6-45DF-B29E-B6F9421C6B06}">
      <dsp:nvSpPr>
        <dsp:cNvPr id="0" name=""/>
        <dsp:cNvSpPr/>
      </dsp:nvSpPr>
      <dsp:spPr>
        <a:xfrm>
          <a:off x="501977" y="1112397"/>
          <a:ext cx="741914" cy="7419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0DDE7F-8468-46DD-91A5-C200737F7F24}">
      <dsp:nvSpPr>
        <dsp:cNvPr id="0" name=""/>
        <dsp:cNvSpPr/>
      </dsp:nvSpPr>
      <dsp:spPr>
        <a:xfrm>
          <a:off x="1003469" y="2076601"/>
          <a:ext cx="11118066" cy="59353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1116" tIns="78740" rIns="78740" bIns="7874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100" b="1" kern="1200"/>
            <a:t>Aberger</a:t>
          </a:r>
        </a:p>
      </dsp:txBody>
      <dsp:txXfrm>
        <a:off x="1003469" y="2076601"/>
        <a:ext cx="11118066" cy="593531"/>
      </dsp:txXfrm>
    </dsp:sp>
    <dsp:sp modelId="{4B4F1D19-9B4F-4FD0-A2F9-893968FC6087}">
      <dsp:nvSpPr>
        <dsp:cNvPr id="0" name=""/>
        <dsp:cNvSpPr/>
      </dsp:nvSpPr>
      <dsp:spPr>
        <a:xfrm>
          <a:off x="632512" y="2002409"/>
          <a:ext cx="741914" cy="7419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99DDDF-6AE5-4D41-85D8-3F532D97369F}">
      <dsp:nvSpPr>
        <dsp:cNvPr id="0" name=""/>
        <dsp:cNvSpPr/>
      </dsp:nvSpPr>
      <dsp:spPr>
        <a:xfrm>
          <a:off x="872934" y="2966613"/>
          <a:ext cx="11248602" cy="59353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1116" tIns="78740" rIns="78740" bIns="7874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100" b="1" kern="1200"/>
            <a:t>Hechenberger</a:t>
          </a:r>
          <a:endParaRPr lang="de-AT" sz="3100" b="1" kern="1200"/>
        </a:p>
      </dsp:txBody>
      <dsp:txXfrm>
        <a:off x="872934" y="2966613"/>
        <a:ext cx="11248602" cy="593531"/>
      </dsp:txXfrm>
    </dsp:sp>
    <dsp:sp modelId="{B163FCA3-3138-4C29-AC26-62D1D2A899B6}">
      <dsp:nvSpPr>
        <dsp:cNvPr id="0" name=""/>
        <dsp:cNvSpPr/>
      </dsp:nvSpPr>
      <dsp:spPr>
        <a:xfrm>
          <a:off x="501977" y="2892422"/>
          <a:ext cx="741914" cy="7419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7DDD2F-A3AE-4303-86F4-A6ED9C503BB6}">
      <dsp:nvSpPr>
        <dsp:cNvPr id="0" name=""/>
        <dsp:cNvSpPr/>
      </dsp:nvSpPr>
      <dsp:spPr>
        <a:xfrm>
          <a:off x="447626" y="3856626"/>
          <a:ext cx="11673909" cy="59353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1116" tIns="78740" rIns="78740" bIns="7874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3100" b="1" kern="1200"/>
            <a:t>Ergebnisse</a:t>
          </a:r>
        </a:p>
      </dsp:txBody>
      <dsp:txXfrm>
        <a:off x="447626" y="3856626"/>
        <a:ext cx="11673909" cy="593531"/>
      </dsp:txXfrm>
    </dsp:sp>
    <dsp:sp modelId="{01150BF4-9809-457D-8734-87A3F85AA9F8}">
      <dsp:nvSpPr>
        <dsp:cNvPr id="0" name=""/>
        <dsp:cNvSpPr/>
      </dsp:nvSpPr>
      <dsp:spPr>
        <a:xfrm>
          <a:off x="76669" y="3782434"/>
          <a:ext cx="741914" cy="7419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625150-614A-47C7-AC97-5287F9F8D4C2}" type="datetimeFigureOut">
              <a:rPr lang="de-AT" smtClean="0"/>
              <a:t>13.05.2026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CCCCB1-0593-4BAC-81F8-F7DB963E0D25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90409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B12C3-9D6D-5A06-A8BE-9D832AC0B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D334120-37E4-521C-793F-C2582F4121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B58B187-A5D4-8679-BA4E-D7F61A7AFC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EBEEE64-E87C-982A-E733-A94A18C820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CCCCB1-0593-4BAC-81F8-F7DB963E0D25}" type="slidenum">
              <a:rPr lang="de-AT" smtClean="0"/>
              <a:t>47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21639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AAE19-EE2F-ACC4-EE25-DF2CC7CA7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9180AC0-56AA-8DE8-924B-7D8A8D0C5F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0F65D3B-F81E-2B3A-F226-C89BC460D3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170CF97-F852-0E99-0383-CAF14FA0DE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CCCCB1-0593-4BAC-81F8-F7DB963E0D25}" type="slidenum">
              <a:rPr lang="de-AT" smtClean="0"/>
              <a:t>48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966693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68C2BC2-114C-A2AB-917B-20EE47406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97499-964B-40A8-9FEC-A1C7C3FE1627}" type="datetime1">
              <a:rPr lang="de-AT" smtClean="0"/>
              <a:t>13.05.2026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59ACF0A-FC68-7222-3F77-D15D0860A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3BA976-31F8-BC9C-223A-B4FCE2822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6BE8A-3291-4351-B057-3087336680E6}" type="slidenum">
              <a:rPr lang="de-AT" smtClean="0"/>
              <a:t>‹#›</a:t>
            </a:fld>
            <a:endParaRPr lang="de-AT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5596B1F-BC0E-89E3-9228-E8EE4988CF43}"/>
              </a:ext>
            </a:extLst>
          </p:cNvPr>
          <p:cNvSpPr/>
          <p:nvPr userDrawn="1"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369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>
              <a:solidFill>
                <a:schemeClr val="bg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787F59C-00BC-D0DE-6C16-7B5FA993D7AD}"/>
              </a:ext>
            </a:extLst>
          </p:cNvPr>
          <p:cNvSpPr/>
          <p:nvPr userDrawn="1"/>
        </p:nvSpPr>
        <p:spPr>
          <a:xfrm>
            <a:off x="0" y="6138000"/>
            <a:ext cx="12192000" cy="720000"/>
          </a:xfrm>
          <a:prstGeom prst="rect">
            <a:avLst/>
          </a:prstGeom>
          <a:solidFill>
            <a:srgbClr val="369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CFC41B57-251F-844A-2370-5C8A351905DA}"/>
              </a:ext>
            </a:extLst>
          </p:cNvPr>
          <p:cNvSpPr txBox="1">
            <a:spLocks/>
          </p:cNvSpPr>
          <p:nvPr userDrawn="1"/>
        </p:nvSpPr>
        <p:spPr>
          <a:xfrm>
            <a:off x="1412471" y="2852864"/>
            <a:ext cx="5940202" cy="18971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AT" sz="2700" b="1" i="0">
                <a:latin typeface="Bahnschrift" panose="020B0502040204020203" pitchFamily="34" charset="0"/>
                <a:cs typeface="72 Condensed" panose="020B0506030000000003" pitchFamily="34" charset="0"/>
              </a:rPr>
              <a:t>Abschlusspräsentation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AT" sz="1000" b="1">
              <a:latin typeface="Bahnschrift" panose="020B0502040204020203" pitchFamily="34" charset="0"/>
              <a:cs typeface="72 Condensed" panose="020B0506030000000003" pitchFamily="34" charset="0"/>
            </a:endParaRPr>
          </a:p>
          <a:p>
            <a:pPr algn="r"/>
            <a:r>
              <a:rPr lang="de-AT" b="1">
                <a:latin typeface="Bahnschrift" panose="020B0502040204020203" pitchFamily="34" charset="0"/>
                <a:cs typeface="72 Condensed" panose="020B0506030000000003" pitchFamily="34" charset="0"/>
              </a:rPr>
              <a:t>PV – Anlagen</a:t>
            </a:r>
          </a:p>
          <a:p>
            <a:pPr algn="r"/>
            <a:r>
              <a:rPr lang="de-AT" b="1">
                <a:latin typeface="Bahnschrift" panose="020B0502040204020203" pitchFamily="34" charset="0"/>
                <a:cs typeface="72 Condensed" panose="020B0506030000000003" pitchFamily="34" charset="0"/>
              </a:rPr>
              <a:t>Ertragssteuerung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BF35B321-CB55-2FF9-2261-5AB44F7046BD}"/>
              </a:ext>
            </a:extLst>
          </p:cNvPr>
          <p:cNvSpPr txBox="1"/>
          <p:nvPr userDrawn="1"/>
        </p:nvSpPr>
        <p:spPr>
          <a:xfrm>
            <a:off x="2456673" y="4886517"/>
            <a:ext cx="53717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600" i="1">
                <a:solidFill>
                  <a:schemeClr val="bg1">
                    <a:lumMod val="50000"/>
                  </a:schemeClr>
                </a:solidFill>
              </a:rPr>
              <a:t>Jonas Aberger - Fabian Haslinger - Tim Hechenberger</a:t>
            </a:r>
          </a:p>
        </p:txBody>
      </p:sp>
      <p:pic>
        <p:nvPicPr>
          <p:cNvPr id="13" name="Grafik 12" descr="Ein Bild, das rot, Grafiken, Symbol, Karminrot enthält.&#10;&#10;KI-generierte Inhalte können fehlerhaft sein.">
            <a:extLst>
              <a:ext uri="{FF2B5EF4-FFF2-40B4-BE49-F238E27FC236}">
                <a16:creationId xmlns:a16="http://schemas.microsoft.com/office/drawing/2014/main" id="{CAE79D97-6B91-0758-7E56-33B30BDAE7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0751" y="136525"/>
            <a:ext cx="872818" cy="899520"/>
          </a:xfrm>
          <a:prstGeom prst="rect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15" name="Rechteck 14">
            <a:extLst>
              <a:ext uri="{FF2B5EF4-FFF2-40B4-BE49-F238E27FC236}">
                <a16:creationId xmlns:a16="http://schemas.microsoft.com/office/drawing/2014/main" id="{0E2328AF-118E-200F-9FD8-58B6BA7EE5E1}"/>
              </a:ext>
            </a:extLst>
          </p:cNvPr>
          <p:cNvSpPr/>
          <p:nvPr userDrawn="1"/>
        </p:nvSpPr>
        <p:spPr>
          <a:xfrm flipV="1">
            <a:off x="2456673" y="4723796"/>
            <a:ext cx="4896000" cy="108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0F6F365-6285-D39F-7642-63027621BCE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3622" y="1604961"/>
            <a:ext cx="4274127" cy="3205595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umsplatzhalter 3">
            <a:extLst>
              <a:ext uri="{FF2B5EF4-FFF2-40B4-BE49-F238E27FC236}">
                <a16:creationId xmlns:a16="http://schemas.microsoft.com/office/drawing/2014/main" id="{8026C7B1-A0B3-21F9-B07F-F89319A2CB55}"/>
              </a:ext>
            </a:extLst>
          </p:cNvPr>
          <p:cNvSpPr txBox="1">
            <a:spLocks/>
          </p:cNvSpPr>
          <p:nvPr userDrawn="1"/>
        </p:nvSpPr>
        <p:spPr>
          <a:xfrm>
            <a:off x="5486401" y="6315437"/>
            <a:ext cx="670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b="0" i="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Höhere Abteilung für Informatik – HTL St. Johann im Pongau </a:t>
            </a:r>
            <a:endParaRPr lang="de-AT" sz="2000"/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CD720DC4-4351-34E3-1E44-FF2A0B5B617B}"/>
              </a:ext>
            </a:extLst>
          </p:cNvPr>
          <p:cNvSpPr txBox="1">
            <a:spLocks/>
          </p:cNvSpPr>
          <p:nvPr userDrawn="1"/>
        </p:nvSpPr>
        <p:spPr>
          <a:xfrm>
            <a:off x="236680" y="6333406"/>
            <a:ext cx="13508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45B0291-6227-43EA-83C9-C159E691502C}" type="datetime1">
              <a:rPr lang="de-AT" smtClean="0"/>
              <a:pPr/>
              <a:t>13.05.2026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58754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ECC32D6E-9400-D4CE-DF22-2154A428E69B}"/>
              </a:ext>
            </a:extLst>
          </p:cNvPr>
          <p:cNvSpPr/>
          <p:nvPr userDrawn="1"/>
        </p:nvSpPr>
        <p:spPr>
          <a:xfrm>
            <a:off x="0" y="6138000"/>
            <a:ext cx="12192000" cy="720000"/>
          </a:xfrm>
          <a:prstGeom prst="rect">
            <a:avLst/>
          </a:prstGeom>
          <a:solidFill>
            <a:srgbClr val="369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A07BB628-BE6D-4148-D803-2889E0B6ABD7}"/>
              </a:ext>
            </a:extLst>
          </p:cNvPr>
          <p:cNvSpPr/>
          <p:nvPr userDrawn="1"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369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1B0FD19-7535-611F-E3EB-F256B1516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77780"/>
            <a:ext cx="10515600" cy="834163"/>
          </a:xfrm>
        </p:spPr>
        <p:txBody>
          <a:bodyPr/>
          <a:lstStyle>
            <a:lvl1pPr>
              <a:defRPr>
                <a:latin typeface="Bahnschrift" panose="020B0502040204020203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7377C2D-8682-12B2-AA3F-0386BD612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9018"/>
            <a:ext cx="10515600" cy="373149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21" name="Divider1">
            <a:extLst>
              <a:ext uri="{FF2B5EF4-FFF2-40B4-BE49-F238E27FC236}">
                <a16:creationId xmlns:a16="http://schemas.microsoft.com/office/drawing/2014/main" id="{3C5FC79B-D7E3-DED0-954B-055D6DA6C6B4}"/>
              </a:ext>
            </a:extLst>
          </p:cNvPr>
          <p:cNvSpPr/>
          <p:nvPr userDrawn="1"/>
        </p:nvSpPr>
        <p:spPr>
          <a:xfrm>
            <a:off x="2155000" y="90000"/>
            <a:ext cx="10000" cy="54000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Divider2">
            <a:extLst>
              <a:ext uri="{FF2B5EF4-FFF2-40B4-BE49-F238E27FC236}">
                <a16:creationId xmlns:a16="http://schemas.microsoft.com/office/drawing/2014/main" id="{182F48BB-50E7-FD19-27BF-3A99669DF3C2}"/>
              </a:ext>
            </a:extLst>
          </p:cNvPr>
          <p:cNvSpPr/>
          <p:nvPr userDrawn="1"/>
        </p:nvSpPr>
        <p:spPr>
          <a:xfrm>
            <a:off x="4315000" y="90000"/>
            <a:ext cx="10000" cy="54000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Divider3">
            <a:extLst>
              <a:ext uri="{FF2B5EF4-FFF2-40B4-BE49-F238E27FC236}">
                <a16:creationId xmlns:a16="http://schemas.microsoft.com/office/drawing/2014/main" id="{D9544F01-9BEA-F509-DC58-7E82582C7E5C}"/>
              </a:ext>
            </a:extLst>
          </p:cNvPr>
          <p:cNvSpPr/>
          <p:nvPr userDrawn="1"/>
        </p:nvSpPr>
        <p:spPr>
          <a:xfrm>
            <a:off x="6475000" y="90000"/>
            <a:ext cx="10000" cy="54000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Divider4">
            <a:extLst>
              <a:ext uri="{FF2B5EF4-FFF2-40B4-BE49-F238E27FC236}">
                <a16:creationId xmlns:a16="http://schemas.microsoft.com/office/drawing/2014/main" id="{3C5B50F4-BABD-C81C-F4C8-7FAB5DF48336}"/>
              </a:ext>
            </a:extLst>
          </p:cNvPr>
          <p:cNvSpPr/>
          <p:nvPr userDrawn="1"/>
        </p:nvSpPr>
        <p:spPr>
          <a:xfrm>
            <a:off x="8635000" y="90000"/>
            <a:ext cx="10000" cy="54000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Datumsplatzhalter 3">
            <a:extLst>
              <a:ext uri="{FF2B5EF4-FFF2-40B4-BE49-F238E27FC236}">
                <a16:creationId xmlns:a16="http://schemas.microsoft.com/office/drawing/2014/main" id="{D2F68423-5F3F-93C8-91D4-3F9A2BCA7713}"/>
              </a:ext>
            </a:extLst>
          </p:cNvPr>
          <p:cNvSpPr txBox="1">
            <a:spLocks/>
          </p:cNvSpPr>
          <p:nvPr userDrawn="1"/>
        </p:nvSpPr>
        <p:spPr>
          <a:xfrm>
            <a:off x="1676397" y="6311230"/>
            <a:ext cx="84743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2000" b="0" i="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DA-02 - PV-Anlagen Ertragssteuerung   </a:t>
            </a:r>
            <a:endParaRPr lang="de-AT" sz="200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1711067-A31E-55EC-A068-216BF4C918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2789" y="6333406"/>
            <a:ext cx="1350819" cy="36512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fld id="{845B0291-6227-43EA-83C9-C159E691502C}" type="datetime1">
              <a:rPr lang="de-AT" smtClean="0"/>
              <a:t>13.05.2026</a:t>
            </a:fld>
            <a:endParaRPr lang="de-AT"/>
          </a:p>
        </p:txBody>
      </p:sp>
      <p:pic>
        <p:nvPicPr>
          <p:cNvPr id="7" name="Grafik 6" descr="Ein Bild, das rot, Grafiken, Symbol, Karminrot enthält.&#10;&#10;KI-generierte Inhalte können fehlerhaft sein.">
            <a:extLst>
              <a:ext uri="{FF2B5EF4-FFF2-40B4-BE49-F238E27FC236}">
                <a16:creationId xmlns:a16="http://schemas.microsoft.com/office/drawing/2014/main" id="{C11896BA-189C-C15D-0BED-9C33163088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801" y="136525"/>
            <a:ext cx="872818" cy="899520"/>
          </a:xfrm>
          <a:prstGeom prst="rect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20" name="Textfeld 19">
            <a:extLst>
              <a:ext uri="{FF2B5EF4-FFF2-40B4-BE49-F238E27FC236}">
                <a16:creationId xmlns:a16="http://schemas.microsoft.com/office/drawing/2014/main" id="{4B84B378-2C8A-5929-1D5D-284D055A6D3D}"/>
              </a:ext>
            </a:extLst>
          </p:cNvPr>
          <p:cNvSpPr txBox="1"/>
          <p:nvPr userDrawn="1"/>
        </p:nvSpPr>
        <p:spPr>
          <a:xfrm>
            <a:off x="8640000" y="0"/>
            <a:ext cx="2160000" cy="72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de-DE" sz="1700" b="1">
                <a:solidFill>
                  <a:schemeClr val="bg1"/>
                </a:solidFill>
              </a:rPr>
              <a:t>Ergebnis</a:t>
            </a:r>
            <a:endParaRPr lang="de-AT" sz="1700" b="1">
              <a:solidFill>
                <a:schemeClr val="bg1"/>
              </a:solidFill>
            </a:endParaRP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68E52EF4-0F1E-4E4C-3590-6365D291477D}"/>
              </a:ext>
            </a:extLst>
          </p:cNvPr>
          <p:cNvSpPr txBox="1"/>
          <p:nvPr userDrawn="1"/>
        </p:nvSpPr>
        <p:spPr>
          <a:xfrm>
            <a:off x="6480000" y="0"/>
            <a:ext cx="2160000" cy="72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de-DE" sz="1700" b="1">
                <a:solidFill>
                  <a:schemeClr val="bg1"/>
                </a:solidFill>
              </a:rPr>
              <a:t>Hechenberger</a:t>
            </a:r>
            <a:endParaRPr lang="de-AT" sz="1700" b="1">
              <a:solidFill>
                <a:schemeClr val="bg1"/>
              </a:solidFill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71DB54F6-0DEF-1294-A1C1-E6081C63661E}"/>
              </a:ext>
            </a:extLst>
          </p:cNvPr>
          <p:cNvSpPr txBox="1"/>
          <p:nvPr userDrawn="1"/>
        </p:nvSpPr>
        <p:spPr>
          <a:xfrm>
            <a:off x="4320000" y="0"/>
            <a:ext cx="2160000" cy="72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de-DE" sz="1700" b="1">
                <a:solidFill>
                  <a:schemeClr val="bg1"/>
                </a:solidFill>
              </a:rPr>
              <a:t>Aberger</a:t>
            </a:r>
            <a:endParaRPr lang="de-AT" sz="1700" b="1">
              <a:solidFill>
                <a:schemeClr val="bg1"/>
              </a:solidFill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4BAA92A9-00AB-A3F0-A266-BE6141A8C9B4}"/>
              </a:ext>
            </a:extLst>
          </p:cNvPr>
          <p:cNvSpPr txBox="1"/>
          <p:nvPr userDrawn="1"/>
        </p:nvSpPr>
        <p:spPr>
          <a:xfrm>
            <a:off x="2160000" y="0"/>
            <a:ext cx="2160000" cy="72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de-DE" sz="1700" b="1">
                <a:solidFill>
                  <a:schemeClr val="bg1"/>
                </a:solidFill>
              </a:rPr>
              <a:t>Haslinger</a:t>
            </a:r>
            <a:endParaRPr lang="de-AT" sz="1700" b="1">
              <a:solidFill>
                <a:schemeClr val="bg1"/>
              </a:solidFill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574396D8-AED3-AD2E-C646-FF7CC6F3C58E}"/>
              </a:ext>
            </a:extLst>
          </p:cNvPr>
          <p:cNvSpPr txBox="1"/>
          <p:nvPr userDrawn="1"/>
        </p:nvSpPr>
        <p:spPr>
          <a:xfrm>
            <a:off x="0" y="0"/>
            <a:ext cx="2160000" cy="72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de-DE" sz="1700" b="1">
                <a:solidFill>
                  <a:schemeClr val="bg1"/>
                </a:solidFill>
              </a:rPr>
              <a:t>Ausgangslage</a:t>
            </a:r>
            <a:endParaRPr lang="de-AT" sz="17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9859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A07BB628-BE6D-4148-D803-2889E0B6ABD7}"/>
              </a:ext>
            </a:extLst>
          </p:cNvPr>
          <p:cNvSpPr/>
          <p:nvPr userDrawn="1"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369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>
              <a:solidFill>
                <a:schemeClr val="bg1"/>
              </a:solidFill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ECC32D6E-9400-D4CE-DF22-2154A428E69B}"/>
              </a:ext>
            </a:extLst>
          </p:cNvPr>
          <p:cNvSpPr/>
          <p:nvPr userDrawn="1"/>
        </p:nvSpPr>
        <p:spPr>
          <a:xfrm>
            <a:off x="0" y="6138000"/>
            <a:ext cx="12192000" cy="720000"/>
          </a:xfrm>
          <a:prstGeom prst="rect">
            <a:avLst/>
          </a:prstGeom>
          <a:solidFill>
            <a:srgbClr val="369C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1B0FD19-7535-611F-E3EB-F256B1516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77780"/>
            <a:ext cx="10515600" cy="834163"/>
          </a:xfrm>
        </p:spPr>
        <p:txBody>
          <a:bodyPr/>
          <a:lstStyle>
            <a:lvl1pPr>
              <a:defRPr>
                <a:latin typeface="Bahnschrift" panose="020B0502040204020203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7377C2D-8682-12B2-AA3F-0386BD612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9018"/>
            <a:ext cx="10515600" cy="373149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1711067-A31E-55EC-A068-216BF4C918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2789" y="6333406"/>
            <a:ext cx="1350819" cy="36512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fld id="{845B0291-6227-43EA-83C9-C159E691502C}" type="datetime1">
              <a:rPr lang="de-AT" smtClean="0"/>
              <a:t>13.05.2026</a:t>
            </a:fld>
            <a:endParaRPr lang="de-AT"/>
          </a:p>
        </p:txBody>
      </p:sp>
      <p:sp>
        <p:nvSpPr>
          <p:cNvPr id="19" name="Datumsplatzhalter 3">
            <a:extLst>
              <a:ext uri="{FF2B5EF4-FFF2-40B4-BE49-F238E27FC236}">
                <a16:creationId xmlns:a16="http://schemas.microsoft.com/office/drawing/2014/main" id="{D2F68423-5F3F-93C8-91D4-3F9A2BCA7713}"/>
              </a:ext>
            </a:extLst>
          </p:cNvPr>
          <p:cNvSpPr txBox="1">
            <a:spLocks/>
          </p:cNvSpPr>
          <p:nvPr userDrawn="1"/>
        </p:nvSpPr>
        <p:spPr>
          <a:xfrm>
            <a:off x="1676397" y="6311230"/>
            <a:ext cx="84743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2000" b="0" i="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DA-02 - PV-Anlagen Ertragssteuerung   </a:t>
            </a:r>
            <a:endParaRPr lang="de-AT" sz="2000"/>
          </a:p>
        </p:txBody>
      </p:sp>
      <p:pic>
        <p:nvPicPr>
          <p:cNvPr id="7" name="Grafik 6" descr="Ein Bild, das rot, Grafiken, Symbol, Karminrot enthält.&#10;&#10;KI-generierte Inhalte können fehlerhaft sein.">
            <a:extLst>
              <a:ext uri="{FF2B5EF4-FFF2-40B4-BE49-F238E27FC236}">
                <a16:creationId xmlns:a16="http://schemas.microsoft.com/office/drawing/2014/main" id="{C11896BA-189C-C15D-0BED-9C33163088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801" y="136525"/>
            <a:ext cx="872818" cy="899520"/>
          </a:xfrm>
          <a:prstGeom prst="rect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61072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A07BB628-BE6D-4148-D803-2889E0B6ABD7}"/>
              </a:ext>
            </a:extLst>
          </p:cNvPr>
          <p:cNvSpPr/>
          <p:nvPr userDrawn="1"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>
              <a:solidFill>
                <a:schemeClr val="bg1"/>
              </a:solidFill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ECC32D6E-9400-D4CE-DF22-2154A428E69B}"/>
              </a:ext>
            </a:extLst>
          </p:cNvPr>
          <p:cNvSpPr/>
          <p:nvPr userDrawn="1"/>
        </p:nvSpPr>
        <p:spPr>
          <a:xfrm>
            <a:off x="0" y="6138000"/>
            <a:ext cx="12192000" cy="7200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1B0FD19-7535-611F-E3EB-F256B1516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77780"/>
            <a:ext cx="10515600" cy="834163"/>
          </a:xfrm>
        </p:spPr>
        <p:txBody>
          <a:bodyPr/>
          <a:lstStyle>
            <a:lvl1pPr>
              <a:defRPr>
                <a:latin typeface="Bahnschrift" panose="020B0502040204020203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7377C2D-8682-12B2-AA3F-0386BD612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9018"/>
            <a:ext cx="10515600" cy="373149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1711067-A31E-55EC-A068-216BF4C918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6680" y="6333406"/>
            <a:ext cx="1350819" cy="36512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fld id="{845B0291-6227-43EA-83C9-C159E691502C}" type="datetime1">
              <a:rPr lang="de-AT" smtClean="0"/>
              <a:t>13.05.2026</a:t>
            </a:fld>
            <a:endParaRPr lang="de-AT"/>
          </a:p>
        </p:txBody>
      </p:sp>
      <p:pic>
        <p:nvPicPr>
          <p:cNvPr id="7" name="Grafik 6" descr="Ein Bild, das rot, Grafiken, Symbol, Karminrot enthält.&#10;&#10;KI-generierte Inhalte können fehlerhaft sein.">
            <a:extLst>
              <a:ext uri="{FF2B5EF4-FFF2-40B4-BE49-F238E27FC236}">
                <a16:creationId xmlns:a16="http://schemas.microsoft.com/office/drawing/2014/main" id="{C11896BA-189C-C15D-0BED-9C33163088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801" y="136525"/>
            <a:ext cx="872818" cy="899520"/>
          </a:xfrm>
          <a:prstGeom prst="rect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30A685BE-1C4F-C9C0-4591-63821D0E6CB1}"/>
              </a:ext>
            </a:extLst>
          </p:cNvPr>
          <p:cNvSpPr txBox="1"/>
          <p:nvPr userDrawn="1"/>
        </p:nvSpPr>
        <p:spPr>
          <a:xfrm>
            <a:off x="11017819" y="6322198"/>
            <a:ext cx="1036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BC5F0469-451D-462A-AE64-318BE0BE8C28}" type="slidenum">
              <a:rPr lang="de-AT" smtClean="0">
                <a:solidFill>
                  <a:schemeClr val="bg1"/>
                </a:solidFill>
              </a:rPr>
              <a:t>‹#›</a:t>
            </a:fld>
            <a:r>
              <a:rPr lang="de-AT">
                <a:solidFill>
                  <a:schemeClr val="bg1"/>
                </a:solidFill>
              </a:rPr>
              <a:t> / 17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7DA8D07-C00D-B804-7D5F-8D30F595A97B}"/>
              </a:ext>
            </a:extLst>
          </p:cNvPr>
          <p:cNvSpPr txBox="1"/>
          <p:nvPr userDrawn="1"/>
        </p:nvSpPr>
        <p:spPr>
          <a:xfrm>
            <a:off x="-1" y="166685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800" b="0" i="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Höhere Abteilung für Informatik – HTL </a:t>
            </a:r>
            <a:r>
              <a:rPr lang="de-DE" sz="1800" b="0" i="0" kern="120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St.Johann</a:t>
            </a:r>
            <a:r>
              <a:rPr lang="de-DE" sz="1800" b="0" i="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 im Pongau</a:t>
            </a:r>
            <a:endParaRPr lang="de-DE"/>
          </a:p>
        </p:txBody>
      </p:sp>
      <p:sp>
        <p:nvSpPr>
          <p:cNvPr id="6" name="Datumsplatzhalter 3">
            <a:extLst>
              <a:ext uri="{FF2B5EF4-FFF2-40B4-BE49-F238E27FC236}">
                <a16:creationId xmlns:a16="http://schemas.microsoft.com/office/drawing/2014/main" id="{E4717CF9-721B-AAFA-97D7-B88EB807E238}"/>
              </a:ext>
            </a:extLst>
          </p:cNvPr>
          <p:cNvSpPr txBox="1">
            <a:spLocks/>
          </p:cNvSpPr>
          <p:nvPr userDrawn="1"/>
        </p:nvSpPr>
        <p:spPr>
          <a:xfrm>
            <a:off x="1676397" y="6311230"/>
            <a:ext cx="84743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2000" b="0" i="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DA-02 - PV-Ertragssteuerung   </a:t>
            </a:r>
            <a:endParaRPr lang="de-AT" sz="2000"/>
          </a:p>
        </p:txBody>
      </p:sp>
    </p:spTree>
    <p:extLst>
      <p:ext uri="{BB962C8B-B14F-4D97-AF65-F5344CB8AC3E}">
        <p14:creationId xmlns:p14="http://schemas.microsoft.com/office/powerpoint/2010/main" val="713854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A07BB628-BE6D-4148-D803-2889E0B6ABD7}"/>
              </a:ext>
            </a:extLst>
          </p:cNvPr>
          <p:cNvSpPr/>
          <p:nvPr userDrawn="1"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8EB2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>
              <a:solidFill>
                <a:schemeClr val="bg1"/>
              </a:solidFill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ECC32D6E-9400-D4CE-DF22-2154A428E69B}"/>
              </a:ext>
            </a:extLst>
          </p:cNvPr>
          <p:cNvSpPr/>
          <p:nvPr userDrawn="1"/>
        </p:nvSpPr>
        <p:spPr>
          <a:xfrm>
            <a:off x="0" y="6138000"/>
            <a:ext cx="12192000" cy="720000"/>
          </a:xfrm>
          <a:prstGeom prst="rect">
            <a:avLst/>
          </a:prstGeom>
          <a:solidFill>
            <a:srgbClr val="8EB2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1B0FD19-7535-611F-E3EB-F256B1516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77780"/>
            <a:ext cx="10515600" cy="834163"/>
          </a:xfrm>
        </p:spPr>
        <p:txBody>
          <a:bodyPr/>
          <a:lstStyle>
            <a:lvl1pPr>
              <a:defRPr>
                <a:latin typeface="Bahnschrift" panose="020B0502040204020203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7377C2D-8682-12B2-AA3F-0386BD612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9018"/>
            <a:ext cx="10515600" cy="373149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1711067-A31E-55EC-A068-216BF4C918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6680" y="6333406"/>
            <a:ext cx="1350819" cy="36512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fld id="{845B0291-6227-43EA-83C9-C159E691502C}" type="datetime1">
              <a:rPr lang="de-AT" smtClean="0"/>
              <a:t>13.05.2026</a:t>
            </a:fld>
            <a:endParaRPr lang="de-AT"/>
          </a:p>
        </p:txBody>
      </p:sp>
      <p:pic>
        <p:nvPicPr>
          <p:cNvPr id="7" name="Grafik 6" descr="Ein Bild, das rot, Grafiken, Symbol, Karminrot enthält.&#10;&#10;KI-generierte Inhalte können fehlerhaft sein.">
            <a:extLst>
              <a:ext uri="{FF2B5EF4-FFF2-40B4-BE49-F238E27FC236}">
                <a16:creationId xmlns:a16="http://schemas.microsoft.com/office/drawing/2014/main" id="{C11896BA-189C-C15D-0BED-9C33163088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801" y="136525"/>
            <a:ext cx="872818" cy="899520"/>
          </a:xfrm>
          <a:prstGeom prst="rect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30A685BE-1C4F-C9C0-4591-63821D0E6CB1}"/>
              </a:ext>
            </a:extLst>
          </p:cNvPr>
          <p:cNvSpPr txBox="1"/>
          <p:nvPr userDrawn="1"/>
        </p:nvSpPr>
        <p:spPr>
          <a:xfrm>
            <a:off x="11017819" y="6322198"/>
            <a:ext cx="10367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BC5F0469-451D-462A-AE64-318BE0BE8C28}" type="slidenum">
              <a:rPr lang="de-AT" smtClean="0">
                <a:solidFill>
                  <a:schemeClr val="bg1"/>
                </a:solidFill>
              </a:rPr>
              <a:t>‹#›</a:t>
            </a:fld>
            <a:r>
              <a:rPr lang="de-AT">
                <a:solidFill>
                  <a:schemeClr val="bg1"/>
                </a:solidFill>
              </a:rPr>
              <a:t> / 17</a:t>
            </a:r>
          </a:p>
          <a:p>
            <a:endParaRPr lang="de-AT">
              <a:solidFill>
                <a:schemeClr val="bg1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89A3450-5C4B-5B62-53BE-38838F6D10A1}"/>
              </a:ext>
            </a:extLst>
          </p:cNvPr>
          <p:cNvSpPr txBox="1"/>
          <p:nvPr userDrawn="1"/>
        </p:nvSpPr>
        <p:spPr>
          <a:xfrm>
            <a:off x="-1" y="166685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800" b="0" i="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Höhere Abteilung für Informatik – HTL </a:t>
            </a:r>
            <a:r>
              <a:rPr lang="de-DE" sz="1800" b="0" i="0" kern="120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St.Johann</a:t>
            </a:r>
            <a:r>
              <a:rPr lang="de-DE" sz="1800" b="0" i="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 im Pongau</a:t>
            </a:r>
            <a:endParaRPr lang="de-DE"/>
          </a:p>
        </p:txBody>
      </p:sp>
      <p:sp>
        <p:nvSpPr>
          <p:cNvPr id="6" name="Datumsplatzhalter 3">
            <a:extLst>
              <a:ext uri="{FF2B5EF4-FFF2-40B4-BE49-F238E27FC236}">
                <a16:creationId xmlns:a16="http://schemas.microsoft.com/office/drawing/2014/main" id="{02B6F13A-B464-ABA8-1CD3-4A6013E7DBA2}"/>
              </a:ext>
            </a:extLst>
          </p:cNvPr>
          <p:cNvSpPr txBox="1">
            <a:spLocks/>
          </p:cNvSpPr>
          <p:nvPr userDrawn="1"/>
        </p:nvSpPr>
        <p:spPr>
          <a:xfrm>
            <a:off x="1676397" y="6311230"/>
            <a:ext cx="84743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2000" b="0" i="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DA-02 - PV-Ertragssteuerung   </a:t>
            </a:r>
            <a:endParaRPr lang="de-AT" sz="2000"/>
          </a:p>
        </p:txBody>
      </p:sp>
    </p:spTree>
    <p:extLst>
      <p:ext uri="{BB962C8B-B14F-4D97-AF65-F5344CB8AC3E}">
        <p14:creationId xmlns:p14="http://schemas.microsoft.com/office/powerpoint/2010/main" val="2956191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A07BB628-BE6D-4148-D803-2889E0B6ABD7}"/>
              </a:ext>
            </a:extLst>
          </p:cNvPr>
          <p:cNvSpPr/>
          <p:nvPr userDrawn="1"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>
              <a:solidFill>
                <a:schemeClr val="bg1"/>
              </a:solidFill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ECC32D6E-9400-D4CE-DF22-2154A428E69B}"/>
              </a:ext>
            </a:extLst>
          </p:cNvPr>
          <p:cNvSpPr/>
          <p:nvPr userDrawn="1"/>
        </p:nvSpPr>
        <p:spPr>
          <a:xfrm>
            <a:off x="0" y="6138000"/>
            <a:ext cx="12192000" cy="720000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1B0FD19-7535-611F-E3EB-F256B1516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77780"/>
            <a:ext cx="10515600" cy="834163"/>
          </a:xfrm>
        </p:spPr>
        <p:txBody>
          <a:bodyPr/>
          <a:lstStyle>
            <a:lvl1pPr>
              <a:defRPr>
                <a:latin typeface="Bahnschrift" panose="020B0502040204020203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7377C2D-8682-12B2-AA3F-0386BD612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9018"/>
            <a:ext cx="10515600" cy="373149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1711067-A31E-55EC-A068-216BF4C918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6680" y="6333406"/>
            <a:ext cx="1350819" cy="36512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fld id="{845B0291-6227-43EA-83C9-C159E691502C}" type="datetime1">
              <a:rPr lang="de-AT" smtClean="0"/>
              <a:t>13.05.2026</a:t>
            </a:fld>
            <a:endParaRPr lang="de-AT"/>
          </a:p>
        </p:txBody>
      </p:sp>
      <p:pic>
        <p:nvPicPr>
          <p:cNvPr id="7" name="Grafik 6" descr="Ein Bild, das rot, Grafiken, Symbol, Karminrot enthält.&#10;&#10;KI-generierte Inhalte können fehlerhaft sein.">
            <a:extLst>
              <a:ext uri="{FF2B5EF4-FFF2-40B4-BE49-F238E27FC236}">
                <a16:creationId xmlns:a16="http://schemas.microsoft.com/office/drawing/2014/main" id="{C11896BA-189C-C15D-0BED-9C33163088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801" y="136525"/>
            <a:ext cx="872818" cy="899520"/>
          </a:xfrm>
          <a:prstGeom prst="rect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30A685BE-1C4F-C9C0-4591-63821D0E6CB1}"/>
              </a:ext>
            </a:extLst>
          </p:cNvPr>
          <p:cNvSpPr txBox="1"/>
          <p:nvPr userDrawn="1"/>
        </p:nvSpPr>
        <p:spPr>
          <a:xfrm>
            <a:off x="11017819" y="6322198"/>
            <a:ext cx="1036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BC5F0469-451D-462A-AE64-318BE0BE8C28}" type="slidenum">
              <a:rPr lang="de-AT" smtClean="0">
                <a:solidFill>
                  <a:schemeClr val="bg1"/>
                </a:solidFill>
              </a:rPr>
              <a:t>‹#›</a:t>
            </a:fld>
            <a:r>
              <a:rPr lang="de-AT">
                <a:solidFill>
                  <a:schemeClr val="bg1"/>
                </a:solidFill>
              </a:rPr>
              <a:t> / 17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41F34EF-D2C2-F865-1DC4-1985D4026BBE}"/>
              </a:ext>
            </a:extLst>
          </p:cNvPr>
          <p:cNvSpPr txBox="1"/>
          <p:nvPr userDrawn="1"/>
        </p:nvSpPr>
        <p:spPr>
          <a:xfrm>
            <a:off x="-1" y="166685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800" b="0" i="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Höhere Abteilung für Informatik – HTL </a:t>
            </a:r>
            <a:r>
              <a:rPr lang="de-DE" sz="1800" b="0" i="0" kern="120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St.Johann</a:t>
            </a:r>
            <a:r>
              <a:rPr lang="de-DE" sz="1800" b="0" i="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 im Pongau</a:t>
            </a:r>
            <a:endParaRPr lang="de-DE"/>
          </a:p>
        </p:txBody>
      </p:sp>
      <p:sp>
        <p:nvSpPr>
          <p:cNvPr id="6" name="Datumsplatzhalter 3">
            <a:extLst>
              <a:ext uri="{FF2B5EF4-FFF2-40B4-BE49-F238E27FC236}">
                <a16:creationId xmlns:a16="http://schemas.microsoft.com/office/drawing/2014/main" id="{8EE27EA3-CBA2-DF8D-CE53-76330E33F593}"/>
              </a:ext>
            </a:extLst>
          </p:cNvPr>
          <p:cNvSpPr txBox="1">
            <a:spLocks/>
          </p:cNvSpPr>
          <p:nvPr userDrawn="1"/>
        </p:nvSpPr>
        <p:spPr>
          <a:xfrm>
            <a:off x="1676397" y="6311230"/>
            <a:ext cx="84743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2000" b="0" i="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DA-02 - PV-Ertragssteuerung   </a:t>
            </a:r>
            <a:endParaRPr lang="de-AT" sz="2000"/>
          </a:p>
        </p:txBody>
      </p:sp>
    </p:spTree>
    <p:extLst>
      <p:ext uri="{BB962C8B-B14F-4D97-AF65-F5344CB8AC3E}">
        <p14:creationId xmlns:p14="http://schemas.microsoft.com/office/powerpoint/2010/main" val="3658281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78EB37-6930-8A12-34C0-0BD66666A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845D433-64F3-CB6C-77D3-25FAF950B9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ED0B4D4-6A49-5CB7-9201-E4643CCEB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6D326-A7E5-4C00-B76D-BB8030B3CFA6}" type="datetime1">
              <a:rPr lang="de-AT" smtClean="0"/>
              <a:t>13.05.2026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D4267C6-976A-5BF8-4A01-82FD5CE9E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F8F2AE4-3BD0-4BC0-6A3C-DCA997CAB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6BE8A-3291-4351-B057-3087336680E6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11733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5F9270-66B2-A5D5-8C33-8283A75F1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A0E4250-05FA-632F-85C3-FEE0145C3A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E77EDFA-4814-80A0-12C8-3F06C54A74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5181CB0-1C43-171F-E140-2F41D23AF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B79C5-DE87-49CD-A3DB-86274E5B8D1E}" type="datetime1">
              <a:rPr lang="de-AT" smtClean="0"/>
              <a:t>13.05.2026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D834D49-7FAB-1E8E-B775-173809483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77A981D-138F-6589-6AF4-0CB7E3B71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6BE8A-3291-4351-B057-3087336680E6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87568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16FE60-765E-38CF-A407-06A173352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8C49BAA-5668-DB8D-C2E5-3F664ABD5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9633CFA-B5B2-90E2-89A0-AA28BCBB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4DF9CF3-936A-7233-755C-50B52FD4B6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A60DB86-FCB2-33A9-0F14-84CF995A6E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60C4DAA-2CDC-2491-FA9E-CC4F2BA8B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278E7-ED64-427F-B3EF-331AF1871243}" type="datetime1">
              <a:rPr lang="de-AT" smtClean="0"/>
              <a:t>13.05.2026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6E508B3-15BE-75FC-FDA5-DB96224BD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CC7E46D-632B-B921-EBDD-997ED093C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6BE8A-3291-4351-B057-3087336680E6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44697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0C54EB-45F5-37C2-A249-2258EBCB3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6D3281C-B584-A4B3-C40D-1002DC8A4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90FD-8B09-4DE7-8649-597F5B264AE6}" type="datetime1">
              <a:rPr lang="de-AT" smtClean="0"/>
              <a:t>13.05.2026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6540A93-9756-0290-4438-C5F386492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D66D846-1EB3-136B-CCEA-A2BE82C22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6BE8A-3291-4351-B057-3087336680E6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61046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A07BB628-BE6D-4148-D803-2889E0B6ABD7}"/>
              </a:ext>
            </a:extLst>
          </p:cNvPr>
          <p:cNvSpPr/>
          <p:nvPr userDrawn="1"/>
        </p:nvSpPr>
        <p:spPr>
          <a:xfrm>
            <a:off x="0" y="0"/>
            <a:ext cx="12192000" cy="300251"/>
          </a:xfrm>
          <a:prstGeom prst="rect">
            <a:avLst/>
          </a:prstGeom>
          <a:solidFill>
            <a:srgbClr val="3FB4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>
              <a:solidFill>
                <a:schemeClr val="bg1"/>
              </a:solidFill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ECC32D6E-9400-D4CE-DF22-2154A428E69B}"/>
              </a:ext>
            </a:extLst>
          </p:cNvPr>
          <p:cNvSpPr/>
          <p:nvPr userDrawn="1"/>
        </p:nvSpPr>
        <p:spPr>
          <a:xfrm>
            <a:off x="0" y="6492874"/>
            <a:ext cx="12192000" cy="365125"/>
          </a:xfrm>
          <a:prstGeom prst="rect">
            <a:avLst/>
          </a:prstGeom>
          <a:solidFill>
            <a:srgbClr val="3FB4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1B0FD19-7535-611F-E3EB-F256B1516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1828"/>
            <a:ext cx="10515600" cy="834163"/>
          </a:xfrm>
        </p:spPr>
        <p:txBody>
          <a:bodyPr/>
          <a:lstStyle>
            <a:lvl1pPr>
              <a:defRPr>
                <a:latin typeface="Bahnschrift" panose="020B0502040204020203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7377C2D-8682-12B2-AA3F-0386BD612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9534"/>
            <a:ext cx="10515600" cy="430097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1711067-A31E-55EC-A068-216BF4C918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2790" y="6522412"/>
            <a:ext cx="1350819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845B0291-6227-43EA-83C9-C159E691502C}" type="datetime1">
              <a:rPr lang="de-AT" smtClean="0"/>
              <a:pPr/>
              <a:t>13.05.2026</a:t>
            </a:fld>
            <a:endParaRPr lang="de-AT" sz="1600"/>
          </a:p>
        </p:txBody>
      </p:sp>
      <p:pic>
        <p:nvPicPr>
          <p:cNvPr id="7" name="Grafik 6" descr="Ein Bild, das rot, Grafiken, Symbol, Karminrot enthält.&#10;&#10;KI-generierte Inhalte können fehlerhaft sein.">
            <a:extLst>
              <a:ext uri="{FF2B5EF4-FFF2-40B4-BE49-F238E27FC236}">
                <a16:creationId xmlns:a16="http://schemas.microsoft.com/office/drawing/2014/main" id="{C11896BA-189C-C15D-0BED-9C33163088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7348" y="102209"/>
            <a:ext cx="550838" cy="567690"/>
          </a:xfrm>
          <a:prstGeom prst="rect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23685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0352C4F-0CB0-B8B1-73CE-1A458628E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9694B-ADD2-4CEF-A378-ACE32FB870CD}" type="datetime1">
              <a:rPr lang="de-AT" smtClean="0"/>
              <a:t>13.05.2026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A5AADFD-5F87-2A89-DC35-C75BF3520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77229DB-7451-4AA3-DB71-3C2C24E62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6BE8A-3291-4351-B057-3087336680E6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396630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0DCC16-1D73-3910-7F30-19B907FD7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650F0C9-4B81-5BE1-7DE1-0EA73A8FD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B1FBC87-2140-3241-76CB-A1B2B10035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8AF7BF7-3277-D8E0-5018-48E015986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AF801-4259-4BE2-8C97-49F0E2FBD48C}" type="datetime1">
              <a:rPr lang="de-AT" smtClean="0"/>
              <a:t>13.05.2026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C35FE4C-5455-B800-221A-25DA1B19F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F9AD684-A2D1-5D4A-9A2C-F54A5A9B6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6BE8A-3291-4351-B057-3087336680E6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842772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8ECD2B-BB08-5F6F-C81B-98702BB3B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D7F2123-A5EA-F5ED-3D41-BAD2A0D4F2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D928D0B-1483-0E08-61E7-13CD9E524D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29E57C1-D8F6-2391-352D-C3B13F882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D2A72-C60A-4E1F-A105-C62EDF9BAF56}" type="datetime1">
              <a:rPr lang="de-AT" smtClean="0"/>
              <a:t>13.05.2026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26AAC7C-3CD5-6620-ACA2-35C988D09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032D8AC-E78B-15BF-7481-13444376F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6BE8A-3291-4351-B057-3087336680E6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398873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4F1B90-0693-BE81-60B3-82AFECDE9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9D5CAF0-AF91-273A-AE20-9FBC61FD49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5135AC4-E8A4-4C34-5873-E2779CC98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592F9-67A0-4021-8E5E-323B0881860B}" type="datetime1">
              <a:rPr lang="de-AT" smtClean="0"/>
              <a:t>13.05.2026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EBBC82D-A7BB-63AB-9B57-01B888182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4CC6A34-4089-E515-F4BA-BA134DDDA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6BE8A-3291-4351-B057-3087336680E6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8185297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35C4139-9F30-39D1-86A2-BAF28B9C18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16B3C1F-7FF0-5994-FF79-CDC596B03A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F0DFACB-C540-DA82-B596-7D6E806CC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A1D3A-0A2C-4612-AAC6-8A51A82D0EC9}" type="datetime1">
              <a:rPr lang="de-AT" smtClean="0"/>
              <a:t>13.05.2026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5E46BAB-6BDB-EBE8-84DC-8D304EBFD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7FF2DB0-572A-3306-98B8-AE9251264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6BE8A-3291-4351-B057-3087336680E6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637088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7CB0552-3478-8C0F-5CBC-AEFB7CD03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067DFF3-4370-A0CF-F9B3-E0FCD9859D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88E1C04-834D-66AE-B009-299C798700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40B16C-82AF-4472-9B23-698112C03265}" type="datetime1">
              <a:rPr lang="de-AT" smtClean="0"/>
              <a:t>13.05.2026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BAA2811-A2D2-DCD3-276F-46FDD1C7AD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16F49E-0208-1DF5-E00F-DD19B4B6CD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D6BE8A-3291-4351-B057-3087336680E6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98756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4" r:id="rId3"/>
    <p:sldLayoutId id="2147483660" r:id="rId4"/>
    <p:sldLayoutId id="2147483661" r:id="rId5"/>
    <p:sldLayoutId id="2147483662" r:id="rId6"/>
    <p:sldLayoutId id="2147483651" r:id="rId7"/>
    <p:sldLayoutId id="2147483652" r:id="rId8"/>
    <p:sldLayoutId id="2147483653" r:id="rId9"/>
    <p:sldLayoutId id="2147483654" r:id="rId10"/>
    <p:sldLayoutId id="2147483663" r:id="rId11"/>
    <p:sldLayoutId id="2147483655" r:id="rId12"/>
    <p:sldLayoutId id="2147483656" r:id="rId13"/>
    <p:sldLayoutId id="2147483657" r:id="rId14"/>
    <p:sldLayoutId id="2147483658" r:id="rId15"/>
    <p:sldLayoutId id="2147483659" r:id="rId16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8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428598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6FFF58-172B-F23E-3B00-3E570B6E7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72" y="801619"/>
            <a:ext cx="10515600" cy="834163"/>
          </a:xfrm>
        </p:spPr>
        <p:txBody>
          <a:bodyPr/>
          <a:lstStyle/>
          <a:p>
            <a:r>
              <a:rPr lang="de-DE"/>
              <a:t>Inhaltsverzeichnis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773740-E78A-19D8-FADD-829B4FF03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15C31-95F1-4AA9-94E4-3011F4CA3787}" type="datetime1">
              <a:rPr lang="de-AT" smtClean="0"/>
              <a:t>13.05.2026</a:t>
            </a:fld>
            <a:endParaRPr lang="de-AT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7E3451E2-1B3A-50D5-4322-69400EE6FE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00167130"/>
              </p:ext>
            </p:extLst>
          </p:nvPr>
        </p:nvGraphicFramePr>
        <p:xfrm>
          <a:off x="-58064" y="1459051"/>
          <a:ext cx="12187506" cy="47467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098" name="Picture 2" descr="Paper - Free files and folders icons">
            <a:extLst>
              <a:ext uri="{FF2B5EF4-FFF2-40B4-BE49-F238E27FC236}">
                <a16:creationId xmlns:a16="http://schemas.microsoft.com/office/drawing/2014/main" id="{12AE864A-7CE5-FE93-50CE-B78213A2C7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789" y="1850762"/>
            <a:ext cx="442452" cy="442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Person Icon Vector Symbol Design Illustration 26625600 Vector Art at  Vecteezy">
            <a:extLst>
              <a:ext uri="{FF2B5EF4-FFF2-40B4-BE49-F238E27FC236}">
                <a16:creationId xmlns:a16="http://schemas.microsoft.com/office/drawing/2014/main" id="{E154A78F-AF8B-EA3A-33FF-0C3E49F7F8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999" y="2684925"/>
            <a:ext cx="446400" cy="44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Person Icon Vector Symbol Design Illustration 26625600 Vector Art at  Vecteezy">
            <a:extLst>
              <a:ext uri="{FF2B5EF4-FFF2-40B4-BE49-F238E27FC236}">
                <a16:creationId xmlns:a16="http://schemas.microsoft.com/office/drawing/2014/main" id="{E0C5C757-3748-83FA-F97A-27761AB4D7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506" y="3565557"/>
            <a:ext cx="446400" cy="44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Person Icon Vector Symbol Design Illustration 26625600 Vector Art at  Vecteezy">
            <a:extLst>
              <a:ext uri="{FF2B5EF4-FFF2-40B4-BE49-F238E27FC236}">
                <a16:creationId xmlns:a16="http://schemas.microsoft.com/office/drawing/2014/main" id="{38D01F7C-235D-A1D5-D07D-FF973EF991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398" y="4498485"/>
            <a:ext cx="446400" cy="44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Result Line Symbol Stock Illustrations – 13,475 Result Line Symbol Stock  Illustrations, Vectors &amp; Clipart - Dreamstime">
            <a:extLst>
              <a:ext uri="{FF2B5EF4-FFF2-40B4-BE49-F238E27FC236}">
                <a16:creationId xmlns:a16="http://schemas.microsoft.com/office/drawing/2014/main" id="{00907C9D-3DF6-BE1D-05CE-8E4563D09C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26" t="15656" r="22235" b="12041"/>
          <a:stretch>
            <a:fillRect/>
          </a:stretch>
        </p:blipFill>
        <p:spPr bwMode="auto">
          <a:xfrm>
            <a:off x="162789" y="5354475"/>
            <a:ext cx="442452" cy="495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F2C56BD4-2E51-B80E-974C-2EA90FDD268F}"/>
              </a:ext>
            </a:extLst>
          </p:cNvPr>
          <p:cNvSpPr txBox="1"/>
          <p:nvPr/>
        </p:nvSpPr>
        <p:spPr>
          <a:xfrm>
            <a:off x="11123831" y="6298421"/>
            <a:ext cx="1005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>
                <a:solidFill>
                  <a:schemeClr val="bg1"/>
                </a:solidFill>
              </a:rPr>
              <a:t>1 / 30</a:t>
            </a:r>
          </a:p>
        </p:txBody>
      </p:sp>
    </p:spTree>
    <p:extLst>
      <p:ext uri="{BB962C8B-B14F-4D97-AF65-F5344CB8AC3E}">
        <p14:creationId xmlns:p14="http://schemas.microsoft.com/office/powerpoint/2010/main" val="2921413162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5A74790-D8A0-6A65-D116-1FDF00B52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13.05.2026</a:t>
            </a:fld>
            <a:endParaRPr lang="de-AT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5735F924-3255-6E3A-8EB9-16AC07AE88F3}"/>
              </a:ext>
            </a:extLst>
          </p:cNvPr>
          <p:cNvSpPr txBox="1"/>
          <p:nvPr/>
        </p:nvSpPr>
        <p:spPr>
          <a:xfrm>
            <a:off x="726334" y="896814"/>
            <a:ext cx="10935978" cy="5586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3600" b="1"/>
              <a:t>Ausgangslage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2100"/>
              <a:t>Mehrere getrennte Anwendungen zur Steuerung der PV-Anlage, Boiler und E-Auto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2100"/>
              <a:t>Keine zentrale Steuerung der Energieflüsse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2100"/>
              <a:t>Eingeschränkte Optimierung des Eigenverbrauchs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/>
          </a:p>
          <a:p>
            <a:endParaRPr lang="de-DE"/>
          </a:p>
          <a:p>
            <a:r>
              <a:rPr lang="de-DE" sz="3600" b="1"/>
              <a:t>Entwickelte Systemlösung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2100"/>
              <a:t>Zentrale All-in-</a:t>
            </a:r>
            <a:r>
              <a:rPr lang="de-DE" sz="2100" err="1"/>
              <a:t>One</a:t>
            </a:r>
            <a:r>
              <a:rPr lang="de-DE" sz="2100"/>
              <a:t>-App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2100"/>
              <a:t>Personalisierte Verwaltung aller Komponenten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2100"/>
              <a:t>Intelligente Nutzung des PV-Ertrags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1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100"/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24847B94-2BB7-F1DA-B751-FBBC16497D30}"/>
              </a:ext>
            </a:extLst>
          </p:cNvPr>
          <p:cNvCxnSpPr/>
          <p:nvPr/>
        </p:nvCxnSpPr>
        <p:spPr>
          <a:xfrm>
            <a:off x="162789" y="595281"/>
            <a:ext cx="185625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Grafik 2">
            <a:extLst>
              <a:ext uri="{FF2B5EF4-FFF2-40B4-BE49-F238E27FC236}">
                <a16:creationId xmlns:a16="http://schemas.microsoft.com/office/drawing/2014/main" id="{69257350-D306-20BE-3790-EE7BBEC9A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9741" y="2416422"/>
            <a:ext cx="3168546" cy="3293151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BD5F7778-5407-E4D5-0BDF-0B97814000AD}"/>
              </a:ext>
            </a:extLst>
          </p:cNvPr>
          <p:cNvSpPr txBox="1"/>
          <p:nvPr/>
        </p:nvSpPr>
        <p:spPr>
          <a:xfrm>
            <a:off x="11123831" y="6298421"/>
            <a:ext cx="1005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>
                <a:solidFill>
                  <a:schemeClr val="bg1"/>
                </a:solidFill>
              </a:rPr>
              <a:t>2 / 30</a:t>
            </a:r>
          </a:p>
        </p:txBody>
      </p:sp>
    </p:spTree>
    <p:extLst>
      <p:ext uri="{BB962C8B-B14F-4D97-AF65-F5344CB8AC3E}">
        <p14:creationId xmlns:p14="http://schemas.microsoft.com/office/powerpoint/2010/main" val="3026369124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3895D-F013-2BA2-133C-9692AD9CC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DF8D129-26EC-5EFF-C1B7-F13516A36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13.05.2026</a:t>
            </a:fld>
            <a:endParaRPr lang="de-AT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0C191FE-2E17-4450-8D9B-A93CD8F6980D}"/>
              </a:ext>
            </a:extLst>
          </p:cNvPr>
          <p:cNvSpPr txBox="1"/>
          <p:nvPr/>
        </p:nvSpPr>
        <p:spPr>
          <a:xfrm>
            <a:off x="3205316" y="2497394"/>
            <a:ext cx="4355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MÖGLICHES DIAGRAMM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82AADC23-8545-BDCD-28CD-C97E48F6C0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608" y="733701"/>
            <a:ext cx="8632572" cy="5390598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48A5AC06-BBC0-E657-F5F0-2BE2EA91FD1C}"/>
              </a:ext>
            </a:extLst>
          </p:cNvPr>
          <p:cNvSpPr txBox="1"/>
          <p:nvPr/>
        </p:nvSpPr>
        <p:spPr>
          <a:xfrm>
            <a:off x="530942" y="1022555"/>
            <a:ext cx="5191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/>
              <a:t>Systemlösung</a:t>
            </a:r>
            <a:endParaRPr lang="de-DE" sz="4000" b="1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73A6DA2-C8C3-0799-4FD0-C8396A8648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6658" y="2206522"/>
            <a:ext cx="439502" cy="391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xpo / Exposition / Expo.io | Request Detail | Icons8">
            <a:extLst>
              <a:ext uri="{FF2B5EF4-FFF2-40B4-BE49-F238E27FC236}">
                <a16:creationId xmlns:a16="http://schemas.microsoft.com/office/drawing/2014/main" id="{CBEA9569-77E9-CDBD-A757-7CEBC7FC7F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4818" y="2111187"/>
            <a:ext cx="581742" cy="581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Flask SVG and transparent PNG icons | TechIcons">
            <a:extLst>
              <a:ext uri="{FF2B5EF4-FFF2-40B4-BE49-F238E27FC236}">
                <a16:creationId xmlns:a16="http://schemas.microsoft.com/office/drawing/2014/main" id="{36FCBEB6-704B-FC30-C4E7-EA7F86CA20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653" y="2108339"/>
            <a:ext cx="573721" cy="573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BE967C63-C042-A88D-2CD9-F1257695CB31}"/>
              </a:ext>
            </a:extLst>
          </p:cNvPr>
          <p:cNvCxnSpPr/>
          <p:nvPr/>
        </p:nvCxnSpPr>
        <p:spPr>
          <a:xfrm>
            <a:off x="162789" y="595281"/>
            <a:ext cx="185625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feld 5">
            <a:extLst>
              <a:ext uri="{FF2B5EF4-FFF2-40B4-BE49-F238E27FC236}">
                <a16:creationId xmlns:a16="http://schemas.microsoft.com/office/drawing/2014/main" id="{97CF5120-0D36-3A19-CBFE-57002191B7B4}"/>
              </a:ext>
            </a:extLst>
          </p:cNvPr>
          <p:cNvSpPr txBox="1"/>
          <p:nvPr/>
        </p:nvSpPr>
        <p:spPr>
          <a:xfrm>
            <a:off x="11123831" y="6298421"/>
            <a:ext cx="1005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>
                <a:solidFill>
                  <a:schemeClr val="bg1"/>
                </a:solidFill>
              </a:rPr>
              <a:t>3 / 30</a:t>
            </a:r>
          </a:p>
        </p:txBody>
      </p:sp>
      <p:pic>
        <p:nvPicPr>
          <p:cNvPr id="7" name="Grafik 6" descr="Python Logo, symbol, meaning, history, PNG, brand">
            <a:extLst>
              <a:ext uri="{FF2B5EF4-FFF2-40B4-BE49-F238E27FC236}">
                <a16:creationId xmlns:a16="http://schemas.microsoft.com/office/drawing/2014/main" id="{FB4E14C4-284A-6344-C531-641E2F70B3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0566062">
            <a:off x="6512951" y="2498489"/>
            <a:ext cx="711675" cy="400317"/>
          </a:xfrm>
          <a:prstGeom prst="rect">
            <a:avLst/>
          </a:prstGeom>
        </p:spPr>
      </p:pic>
      <p:pic>
        <p:nvPicPr>
          <p:cNvPr id="8" name="Grafik 7" descr="Top 14 Best Python Automation Tools for Testing in 2026">
            <a:extLst>
              <a:ext uri="{FF2B5EF4-FFF2-40B4-BE49-F238E27FC236}">
                <a16:creationId xmlns:a16="http://schemas.microsoft.com/office/drawing/2014/main" id="{D1F5EA79-D392-C285-4334-BD3AFE5EA4E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5216" r="27508" b="45402"/>
          <a:stretch>
            <a:fillRect/>
          </a:stretch>
        </p:blipFill>
        <p:spPr>
          <a:xfrm rot="19928077">
            <a:off x="6590589" y="3130283"/>
            <a:ext cx="570790" cy="65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530982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7682C4-7215-D2F6-FC51-3C7DE322F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10273"/>
            <a:ext cx="10515600" cy="834163"/>
          </a:xfrm>
        </p:spPr>
        <p:txBody>
          <a:bodyPr/>
          <a:lstStyle/>
          <a:p>
            <a:r>
              <a:rPr lang="de-DE"/>
              <a:t>Haslinger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546B972-DB23-F62D-0F8C-839392A72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13.05.2026</a:t>
            </a:fld>
            <a:endParaRPr lang="de-AT"/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AA1D5787-0075-4DF0-08E3-C5D77B9A4765}"/>
              </a:ext>
            </a:extLst>
          </p:cNvPr>
          <p:cNvGrpSpPr/>
          <p:nvPr/>
        </p:nvGrpSpPr>
        <p:grpSpPr>
          <a:xfrm>
            <a:off x="731520" y="1865620"/>
            <a:ext cx="7994279" cy="4054887"/>
            <a:chOff x="270024" y="1865620"/>
            <a:chExt cx="2627459" cy="4054887"/>
          </a:xfrm>
        </p:grpSpPr>
        <p:sp>
          <p:nvSpPr>
            <p:cNvPr id="6" name="Rechteck: abgerundete Ecken 5">
              <a:extLst>
                <a:ext uri="{FF2B5EF4-FFF2-40B4-BE49-F238E27FC236}">
                  <a16:creationId xmlns:a16="http://schemas.microsoft.com/office/drawing/2014/main" id="{F1AA97CA-21F8-713F-BF11-50D0613059B8}"/>
                </a:ext>
              </a:extLst>
            </p:cNvPr>
            <p:cNvSpPr/>
            <p:nvPr/>
          </p:nvSpPr>
          <p:spPr>
            <a:xfrm>
              <a:off x="350664" y="1865620"/>
              <a:ext cx="2546819" cy="4054887"/>
            </a:xfrm>
            <a:prstGeom prst="roundRect">
              <a:avLst/>
            </a:prstGeom>
            <a:solidFill>
              <a:srgbClr val="1D0E8C">
                <a:alpha val="49804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BE32018B-78CE-E2B8-B1F9-AA6491A315E9}"/>
                </a:ext>
              </a:extLst>
            </p:cNvPr>
            <p:cNvCxnSpPr>
              <a:cxnSpLocks/>
            </p:cNvCxnSpPr>
            <p:nvPr/>
          </p:nvCxnSpPr>
          <p:spPr>
            <a:xfrm>
              <a:off x="270024" y="2479313"/>
              <a:ext cx="2627459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8BD666B6-B326-0C03-85F7-C259CCA73577}"/>
                </a:ext>
              </a:extLst>
            </p:cNvPr>
            <p:cNvSpPr txBox="1"/>
            <p:nvPr/>
          </p:nvSpPr>
          <p:spPr>
            <a:xfrm>
              <a:off x="663216" y="1883007"/>
              <a:ext cx="1841074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3000">
                  <a:solidFill>
                    <a:schemeClr val="bg1"/>
                  </a:solidFill>
                  <a:latin typeface="Bahnschrift" panose="020B0502040204020203" pitchFamily="34" charset="0"/>
                </a:rPr>
                <a:t>Frontend</a:t>
              </a:r>
              <a:endParaRPr lang="de-AT" sz="3000">
                <a:solidFill>
                  <a:schemeClr val="bg1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A39B8E34-3BA3-DF10-464C-FA4EA2926EF2}"/>
                </a:ext>
              </a:extLst>
            </p:cNvPr>
            <p:cNvSpPr txBox="1"/>
            <p:nvPr/>
          </p:nvSpPr>
          <p:spPr>
            <a:xfrm>
              <a:off x="447995" y="2632736"/>
              <a:ext cx="967765" cy="3108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000" b="1">
                  <a:solidFill>
                    <a:schemeClr val="bg1"/>
                  </a:solidFill>
                </a:rPr>
                <a:t>UI-Design</a:t>
              </a:r>
            </a:p>
            <a:p>
              <a:endParaRPr lang="de-DE" b="1">
                <a:solidFill>
                  <a:schemeClr val="bg1"/>
                </a:solidFill>
              </a:endParaRPr>
            </a:p>
            <a:p>
              <a:r>
                <a:rPr lang="de-DE" sz="2000" b="1">
                  <a:solidFill>
                    <a:schemeClr val="bg1"/>
                  </a:solidFill>
                </a:rPr>
                <a:t>Komponenten-basierte</a:t>
              </a:r>
            </a:p>
            <a:p>
              <a:r>
                <a:rPr lang="de-DE" sz="2000" b="1">
                  <a:solidFill>
                    <a:schemeClr val="bg1"/>
                  </a:solidFill>
                </a:rPr>
                <a:t>Architektur</a:t>
              </a:r>
            </a:p>
            <a:p>
              <a:endParaRPr lang="de-DE" b="1">
                <a:solidFill>
                  <a:schemeClr val="bg1"/>
                </a:solidFill>
              </a:endParaRPr>
            </a:p>
            <a:p>
              <a:r>
                <a:rPr lang="de-DE" sz="2000" b="1">
                  <a:solidFill>
                    <a:schemeClr val="bg1"/>
                  </a:solidFill>
                </a:rPr>
                <a:t>Navigation</a:t>
              </a:r>
            </a:p>
            <a:p>
              <a:endParaRPr lang="de-DE" sz="2000" b="1">
                <a:solidFill>
                  <a:schemeClr val="bg1"/>
                </a:solidFill>
              </a:endParaRPr>
            </a:p>
            <a:p>
              <a:r>
                <a:rPr lang="de-DE" sz="2000" b="1" err="1">
                  <a:solidFill>
                    <a:schemeClr val="bg1"/>
                  </a:solidFill>
                </a:rPr>
                <a:t>Testing</a:t>
              </a:r>
              <a:r>
                <a:rPr lang="de-DE" sz="2000" b="1">
                  <a:solidFill>
                    <a:schemeClr val="bg1"/>
                  </a:solidFill>
                </a:rPr>
                <a:t> &amp; Debugging</a:t>
              </a:r>
            </a:p>
            <a:p>
              <a:endParaRPr lang="de-DE" sz="2000" b="1">
                <a:solidFill>
                  <a:schemeClr val="bg1"/>
                </a:solidFill>
              </a:endParaRPr>
            </a:p>
            <a:p>
              <a:r>
                <a:rPr lang="de-DE" sz="2000" b="1">
                  <a:solidFill>
                    <a:schemeClr val="bg1"/>
                  </a:solidFill>
                </a:rPr>
                <a:t>EAS </a:t>
              </a:r>
              <a:r>
                <a:rPr lang="de-DE" sz="2000" b="1" err="1">
                  <a:solidFill>
                    <a:schemeClr val="bg1"/>
                  </a:solidFill>
                </a:rPr>
                <a:t>Deployment</a:t>
              </a:r>
              <a:endParaRPr lang="de-AT" sz="20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D54038ED-A2E9-4497-1CDB-D50889B7B61F}"/>
              </a:ext>
            </a:extLst>
          </p:cNvPr>
          <p:cNvGrpSpPr/>
          <p:nvPr/>
        </p:nvGrpSpPr>
        <p:grpSpPr>
          <a:xfrm>
            <a:off x="9129002" y="1865614"/>
            <a:ext cx="2628000" cy="4054887"/>
            <a:chOff x="269483" y="1865620"/>
            <a:chExt cx="2628000" cy="4054887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16" name="Rechteck: abgerundete Ecken 15">
              <a:extLst>
                <a:ext uri="{FF2B5EF4-FFF2-40B4-BE49-F238E27FC236}">
                  <a16:creationId xmlns:a16="http://schemas.microsoft.com/office/drawing/2014/main" id="{966DD1EE-6288-26BF-DDA9-7788F1C4496D}"/>
                </a:ext>
              </a:extLst>
            </p:cNvPr>
            <p:cNvSpPr/>
            <p:nvPr/>
          </p:nvSpPr>
          <p:spPr>
            <a:xfrm>
              <a:off x="350664" y="1865620"/>
              <a:ext cx="2546819" cy="4054887"/>
            </a:xfrm>
            <a:prstGeom prst="round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cxnSp>
          <p:nvCxnSpPr>
            <p:cNvPr id="17" name="Gerader Verbinder 16">
              <a:extLst>
                <a:ext uri="{FF2B5EF4-FFF2-40B4-BE49-F238E27FC236}">
                  <a16:creationId xmlns:a16="http://schemas.microsoft.com/office/drawing/2014/main" id="{341DA307-C2BE-487B-35E9-181ABC331AF5}"/>
                </a:ext>
              </a:extLst>
            </p:cNvPr>
            <p:cNvCxnSpPr>
              <a:cxnSpLocks/>
            </p:cNvCxnSpPr>
            <p:nvPr/>
          </p:nvCxnSpPr>
          <p:spPr>
            <a:xfrm>
              <a:off x="269483" y="2945719"/>
              <a:ext cx="2628000" cy="0"/>
            </a:xfrm>
            <a:prstGeom prst="line">
              <a:avLst/>
            </a:prstGeom>
            <a:grpFill/>
            <a:ln w="571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0EFE2300-7531-5125-5924-09A19FAD8FB4}"/>
                </a:ext>
              </a:extLst>
            </p:cNvPr>
            <p:cNvSpPr txBox="1"/>
            <p:nvPr/>
          </p:nvSpPr>
          <p:spPr>
            <a:xfrm>
              <a:off x="440936" y="1865620"/>
              <a:ext cx="2366274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3000">
                  <a:solidFill>
                    <a:schemeClr val="bg1"/>
                  </a:solidFill>
                  <a:latin typeface="Bahnschrift" panose="020B0502040204020203" pitchFamily="34" charset="0"/>
                </a:rPr>
                <a:t>Projekt</a:t>
              </a:r>
            </a:p>
            <a:p>
              <a:pPr algn="ctr"/>
              <a:r>
                <a:rPr lang="de-DE" sz="3000">
                  <a:solidFill>
                    <a:schemeClr val="bg1"/>
                  </a:solidFill>
                  <a:latin typeface="Bahnschrift" panose="020B0502040204020203" pitchFamily="34" charset="0"/>
                </a:rPr>
                <a:t>Organisation</a:t>
              </a:r>
              <a:endParaRPr lang="de-AT" sz="3000">
                <a:solidFill>
                  <a:schemeClr val="bg1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68D99263-5521-EC1F-3966-B4A545D4DB2E}"/>
                </a:ext>
              </a:extLst>
            </p:cNvPr>
            <p:cNvSpPr txBox="1"/>
            <p:nvPr/>
          </p:nvSpPr>
          <p:spPr>
            <a:xfrm>
              <a:off x="410251" y="3111411"/>
              <a:ext cx="2487232" cy="22006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000" b="1">
                  <a:solidFill>
                    <a:schemeClr val="bg1"/>
                  </a:solidFill>
                </a:rPr>
                <a:t>Dokumentation</a:t>
              </a:r>
            </a:p>
            <a:p>
              <a:endParaRPr lang="de-DE" sz="2000" b="1">
                <a:solidFill>
                  <a:schemeClr val="bg1"/>
                </a:solidFill>
              </a:endParaRPr>
            </a:p>
            <a:p>
              <a:endParaRPr lang="de-DE" sz="200" b="1">
                <a:solidFill>
                  <a:schemeClr val="bg1"/>
                </a:solidFill>
              </a:endParaRPr>
            </a:p>
            <a:p>
              <a:r>
                <a:rPr lang="de-DE" sz="2000" b="1">
                  <a:solidFill>
                    <a:schemeClr val="bg1"/>
                  </a:solidFill>
                </a:rPr>
                <a:t>Präsentationen</a:t>
              </a:r>
            </a:p>
            <a:p>
              <a:endParaRPr lang="de-DE" sz="2000" b="1">
                <a:solidFill>
                  <a:schemeClr val="bg1"/>
                </a:solidFill>
              </a:endParaRPr>
            </a:p>
            <a:p>
              <a:endParaRPr lang="de-DE" sz="200" b="1">
                <a:solidFill>
                  <a:schemeClr val="bg1"/>
                </a:solidFill>
              </a:endParaRPr>
            </a:p>
            <a:p>
              <a:r>
                <a:rPr lang="de-DE" sz="2000" b="1">
                  <a:solidFill>
                    <a:schemeClr val="bg1"/>
                  </a:solidFill>
                </a:rPr>
                <a:t>Diagramme</a:t>
              </a:r>
            </a:p>
            <a:p>
              <a:endParaRPr lang="de-DE" sz="1500" b="1">
                <a:solidFill>
                  <a:schemeClr val="bg1"/>
                </a:solidFill>
              </a:endParaRPr>
            </a:p>
            <a:p>
              <a:endParaRPr lang="de-AT">
                <a:solidFill>
                  <a:schemeClr val="bg1"/>
                </a:solidFill>
              </a:endParaRPr>
            </a:p>
          </p:txBody>
        </p:sp>
      </p:grp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C26096A1-DCC8-601A-FD47-4CFA2D8114C4}"/>
              </a:ext>
            </a:extLst>
          </p:cNvPr>
          <p:cNvSpPr/>
          <p:nvPr/>
        </p:nvSpPr>
        <p:spPr>
          <a:xfrm flipH="1">
            <a:off x="4307799" y="2899573"/>
            <a:ext cx="18000" cy="262426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803FF290-4CD8-6051-7737-7B5CB31FDBD8}"/>
              </a:ext>
            </a:extLst>
          </p:cNvPr>
          <p:cNvSpPr txBox="1"/>
          <p:nvPr/>
        </p:nvSpPr>
        <p:spPr>
          <a:xfrm>
            <a:off x="4639075" y="2664512"/>
            <a:ext cx="3940604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>
                <a:solidFill>
                  <a:schemeClr val="bg1"/>
                </a:solidFill>
              </a:rPr>
              <a:t>Energiefluss-Visualisierung</a:t>
            </a:r>
          </a:p>
          <a:p>
            <a:endParaRPr lang="de-DE" sz="2000" b="1">
              <a:solidFill>
                <a:schemeClr val="bg1"/>
              </a:solidFill>
            </a:endParaRPr>
          </a:p>
          <a:p>
            <a:r>
              <a:rPr lang="de-DE" sz="2000" b="1">
                <a:solidFill>
                  <a:schemeClr val="bg1"/>
                </a:solidFill>
              </a:rPr>
              <a:t>Diagramm-Tab</a:t>
            </a:r>
          </a:p>
          <a:p>
            <a:endParaRPr lang="de-DE" sz="2000" b="1">
              <a:solidFill>
                <a:schemeClr val="bg1"/>
              </a:solidFill>
            </a:endParaRPr>
          </a:p>
          <a:p>
            <a:r>
              <a:rPr lang="de-DE" sz="2000" b="1">
                <a:solidFill>
                  <a:schemeClr val="bg1"/>
                </a:solidFill>
              </a:rPr>
              <a:t>Protokollierung der Steuerentscheidungen</a:t>
            </a:r>
          </a:p>
          <a:p>
            <a:endParaRPr lang="de-DE" sz="700" b="1">
              <a:solidFill>
                <a:schemeClr val="bg1"/>
              </a:solidFill>
            </a:endParaRPr>
          </a:p>
          <a:p>
            <a:r>
              <a:rPr lang="de-DE" sz="2000" b="1">
                <a:solidFill>
                  <a:schemeClr val="bg1"/>
                </a:solidFill>
              </a:rPr>
              <a:t>Protokollierung der Gerätezustände</a:t>
            </a:r>
          </a:p>
          <a:p>
            <a:endParaRPr lang="de-DE" sz="700" b="1">
              <a:solidFill>
                <a:schemeClr val="bg1"/>
              </a:solidFill>
            </a:endParaRPr>
          </a:p>
          <a:p>
            <a:r>
              <a:rPr lang="de-DE" sz="2000" b="1">
                <a:solidFill>
                  <a:schemeClr val="bg1"/>
                </a:solidFill>
              </a:rPr>
              <a:t>Error-Log</a:t>
            </a:r>
          </a:p>
          <a:p>
            <a:endParaRPr lang="de-DE" sz="2000" b="1">
              <a:solidFill>
                <a:schemeClr val="bg1"/>
              </a:solidFill>
            </a:endParaRPr>
          </a:p>
        </p:txBody>
      </p: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A63572DF-6A64-3142-09C0-185F256365A2}"/>
              </a:ext>
            </a:extLst>
          </p:cNvPr>
          <p:cNvCxnSpPr/>
          <p:nvPr/>
        </p:nvCxnSpPr>
        <p:spPr>
          <a:xfrm>
            <a:off x="2304000" y="595281"/>
            <a:ext cx="185625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feld 23">
            <a:extLst>
              <a:ext uri="{FF2B5EF4-FFF2-40B4-BE49-F238E27FC236}">
                <a16:creationId xmlns:a16="http://schemas.microsoft.com/office/drawing/2014/main" id="{1A90F3EE-09A4-E292-B938-4E0427975B1B}"/>
              </a:ext>
            </a:extLst>
          </p:cNvPr>
          <p:cNvSpPr txBox="1"/>
          <p:nvPr/>
        </p:nvSpPr>
        <p:spPr>
          <a:xfrm>
            <a:off x="11123831" y="6298421"/>
            <a:ext cx="1005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>
                <a:solidFill>
                  <a:schemeClr val="bg1"/>
                </a:solidFill>
              </a:rPr>
              <a:t>4 / 30</a:t>
            </a:r>
          </a:p>
        </p:txBody>
      </p:sp>
    </p:spTree>
    <p:extLst>
      <p:ext uri="{BB962C8B-B14F-4D97-AF65-F5344CB8AC3E}">
        <p14:creationId xmlns:p14="http://schemas.microsoft.com/office/powerpoint/2010/main" val="3966312168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EBA4C-856D-9B07-6A61-B7AA4A99C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A2CBA2-80AF-78DD-77FB-6C04E21ED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13.05.2026</a:t>
            </a:fld>
            <a:endParaRPr lang="de-AT"/>
          </a:p>
        </p:txBody>
      </p: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C0DF1DB9-6312-EF6F-A9A9-D51EC0089632}"/>
              </a:ext>
            </a:extLst>
          </p:cNvPr>
          <p:cNvCxnSpPr/>
          <p:nvPr/>
        </p:nvCxnSpPr>
        <p:spPr>
          <a:xfrm>
            <a:off x="2304000" y="595281"/>
            <a:ext cx="185625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itel 1">
            <a:extLst>
              <a:ext uri="{FF2B5EF4-FFF2-40B4-BE49-F238E27FC236}">
                <a16:creationId xmlns:a16="http://schemas.microsoft.com/office/drawing/2014/main" id="{20568269-2F4D-BEBF-6813-03DD1045F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317" y="895418"/>
            <a:ext cx="9937225" cy="834163"/>
          </a:xfrm>
        </p:spPr>
        <p:txBody>
          <a:bodyPr>
            <a:normAutofit/>
          </a:bodyPr>
          <a:lstStyle/>
          <a:p>
            <a:r>
              <a:rPr lang="de-DE"/>
              <a:t>Aufbau der mobilen Anwendung</a:t>
            </a:r>
            <a:endParaRPr lang="de-AT"/>
          </a:p>
        </p:txBody>
      </p:sp>
      <p:pic>
        <p:nvPicPr>
          <p:cNvPr id="28" name="Grafik 27">
            <a:extLst>
              <a:ext uri="{FF2B5EF4-FFF2-40B4-BE49-F238E27FC236}">
                <a16:creationId xmlns:a16="http://schemas.microsoft.com/office/drawing/2014/main" id="{694E436B-2BD8-D73B-01A9-F6FC8ABCEB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073" r="22987"/>
          <a:stretch>
            <a:fillRect/>
          </a:stretch>
        </p:blipFill>
        <p:spPr>
          <a:xfrm>
            <a:off x="997973" y="1829639"/>
            <a:ext cx="855407" cy="1196960"/>
          </a:xfrm>
          <a:prstGeom prst="rect">
            <a:avLst/>
          </a:prstGeom>
        </p:spPr>
      </p:pic>
      <p:pic>
        <p:nvPicPr>
          <p:cNvPr id="32" name="Grafik 31">
            <a:extLst>
              <a:ext uri="{FF2B5EF4-FFF2-40B4-BE49-F238E27FC236}">
                <a16:creationId xmlns:a16="http://schemas.microsoft.com/office/drawing/2014/main" id="{4E8892AA-0040-2708-8594-C860F0D6CC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018" r="13219"/>
          <a:stretch>
            <a:fillRect/>
          </a:stretch>
        </p:blipFill>
        <p:spPr>
          <a:xfrm>
            <a:off x="963559" y="3120133"/>
            <a:ext cx="924234" cy="1283159"/>
          </a:xfrm>
          <a:prstGeom prst="rect">
            <a:avLst/>
          </a:prstGeom>
        </p:spPr>
      </p:pic>
      <p:pic>
        <p:nvPicPr>
          <p:cNvPr id="34" name="Grafik 33">
            <a:extLst>
              <a:ext uri="{FF2B5EF4-FFF2-40B4-BE49-F238E27FC236}">
                <a16:creationId xmlns:a16="http://schemas.microsoft.com/office/drawing/2014/main" id="{AAE918DB-1783-F6EA-733F-F1D2334DBE0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884" r="10411"/>
          <a:stretch>
            <a:fillRect/>
          </a:stretch>
        </p:blipFill>
        <p:spPr>
          <a:xfrm>
            <a:off x="854938" y="4573668"/>
            <a:ext cx="1141476" cy="1109503"/>
          </a:xfrm>
          <a:prstGeom prst="rect">
            <a:avLst/>
          </a:prstGeom>
        </p:spPr>
      </p:pic>
      <p:sp>
        <p:nvSpPr>
          <p:cNvPr id="35" name="Textfeld 34">
            <a:extLst>
              <a:ext uri="{FF2B5EF4-FFF2-40B4-BE49-F238E27FC236}">
                <a16:creationId xmlns:a16="http://schemas.microsoft.com/office/drawing/2014/main" id="{E43BBAFD-FDBE-DDB4-2DFD-1AFE59DE5D2C}"/>
              </a:ext>
            </a:extLst>
          </p:cNvPr>
          <p:cNvSpPr txBox="1"/>
          <p:nvPr/>
        </p:nvSpPr>
        <p:spPr>
          <a:xfrm>
            <a:off x="2133600" y="1829639"/>
            <a:ext cx="559455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z="2200"/>
              <a:t>Visualisierung des Energieflusses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z="2200"/>
              <a:t>Steuerung der Geräte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z="2200"/>
              <a:t>Auswahl der Betriebsmodi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3D9FC6C4-5823-592B-327A-5D58F7D1D03C}"/>
              </a:ext>
            </a:extLst>
          </p:cNvPr>
          <p:cNvSpPr txBox="1"/>
          <p:nvPr/>
        </p:nvSpPr>
        <p:spPr>
          <a:xfrm>
            <a:off x="2133600" y="3376991"/>
            <a:ext cx="559455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z="2200"/>
              <a:t>Historische Datenanalyse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z="2200"/>
              <a:t>Auswahl verschiedener Zeiträume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D9C2820E-0176-5F54-D0D1-8EABE8F07830}"/>
              </a:ext>
            </a:extLst>
          </p:cNvPr>
          <p:cNvSpPr txBox="1"/>
          <p:nvPr/>
        </p:nvSpPr>
        <p:spPr>
          <a:xfrm>
            <a:off x="2133599" y="4743698"/>
            <a:ext cx="559455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z="2200"/>
              <a:t>Gerätekonfiguration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z="2200"/>
              <a:t>Systemprotokolle</a:t>
            </a: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B7349221-E649-D6FA-3289-EDB116C9D8DF}"/>
              </a:ext>
            </a:extLst>
          </p:cNvPr>
          <p:cNvSpPr/>
          <p:nvPr/>
        </p:nvSpPr>
        <p:spPr>
          <a:xfrm>
            <a:off x="10009241" y="3209489"/>
            <a:ext cx="1219200" cy="1196961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>
                <a:solidFill>
                  <a:schemeClr val="tx1"/>
                </a:solidFill>
              </a:rPr>
              <a:t>React Native + Expo</a:t>
            </a: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4AEA0339-70B1-B600-9B2E-A704A69683A3}"/>
              </a:ext>
            </a:extLst>
          </p:cNvPr>
          <p:cNvSpPr/>
          <p:nvPr/>
        </p:nvSpPr>
        <p:spPr>
          <a:xfrm>
            <a:off x="8300886" y="1740674"/>
            <a:ext cx="2458063" cy="1196961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>
                <a:solidFill>
                  <a:schemeClr val="tx1"/>
                </a:solidFill>
              </a:rPr>
              <a:t>Komponenten-basierte Architektur</a:t>
            </a: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D0E97E7B-C97C-DDF8-7892-EE288C7262F3}"/>
              </a:ext>
            </a:extLst>
          </p:cNvPr>
          <p:cNvSpPr/>
          <p:nvPr/>
        </p:nvSpPr>
        <p:spPr>
          <a:xfrm>
            <a:off x="7575756" y="4403292"/>
            <a:ext cx="2236838" cy="1196961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>
                <a:solidFill>
                  <a:schemeClr val="tx1"/>
                </a:solidFill>
              </a:rPr>
              <a:t>Bottom-Tab Navigation</a:t>
            </a: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F287142A-3248-1E33-82AE-C7494A042A2C}"/>
              </a:ext>
            </a:extLst>
          </p:cNvPr>
          <p:cNvSpPr txBox="1"/>
          <p:nvPr/>
        </p:nvSpPr>
        <p:spPr>
          <a:xfrm>
            <a:off x="11123831" y="6298421"/>
            <a:ext cx="1005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>
                <a:solidFill>
                  <a:schemeClr val="bg1"/>
                </a:solidFill>
              </a:rPr>
              <a:t>5 / 30</a:t>
            </a:r>
          </a:p>
        </p:txBody>
      </p:sp>
    </p:spTree>
    <p:extLst>
      <p:ext uri="{BB962C8B-B14F-4D97-AF65-F5344CB8AC3E}">
        <p14:creationId xmlns:p14="http://schemas.microsoft.com/office/powerpoint/2010/main" val="202812473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D80A7-087B-70D0-A6D6-134055EEA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 descr="Ein Bild, das Text, Screenshot enthält.&#10;&#10;KI-generierte Inhalte können fehlerhaft sein.">
            <a:extLst>
              <a:ext uri="{FF2B5EF4-FFF2-40B4-BE49-F238E27FC236}">
                <a16:creationId xmlns:a16="http://schemas.microsoft.com/office/drawing/2014/main" id="{78EF3916-BA6C-18D0-0650-2846E5D572A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73" t="7476" r="17345" b="43293"/>
          <a:stretch>
            <a:fillRect/>
          </a:stretch>
        </p:blipFill>
        <p:spPr bwMode="auto">
          <a:xfrm>
            <a:off x="4552336" y="1729581"/>
            <a:ext cx="2821858" cy="4348701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AE31D0-424B-475C-A3F4-F1A0E8189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13.05.2026</a:t>
            </a:fld>
            <a:endParaRPr lang="de-AT"/>
          </a:p>
        </p:txBody>
      </p: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696E8582-06B8-6736-E6B0-AA8A523DA024}"/>
              </a:ext>
            </a:extLst>
          </p:cNvPr>
          <p:cNvCxnSpPr/>
          <p:nvPr/>
        </p:nvCxnSpPr>
        <p:spPr>
          <a:xfrm>
            <a:off x="2304000" y="595281"/>
            <a:ext cx="185625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itel 1">
            <a:extLst>
              <a:ext uri="{FF2B5EF4-FFF2-40B4-BE49-F238E27FC236}">
                <a16:creationId xmlns:a16="http://schemas.microsoft.com/office/drawing/2014/main" id="{AD3CD77A-52C1-28AD-470A-586892042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317" y="895418"/>
            <a:ext cx="9937225" cy="834163"/>
          </a:xfrm>
        </p:spPr>
        <p:txBody>
          <a:bodyPr>
            <a:normAutofit/>
          </a:bodyPr>
          <a:lstStyle/>
          <a:p>
            <a:r>
              <a:rPr lang="de-DE"/>
              <a:t>Energiefluss-Visualisierung</a:t>
            </a:r>
            <a:endParaRPr lang="de-AT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823AB23B-D05A-4D1B-AC30-75B58E9BB885}"/>
              </a:ext>
            </a:extLst>
          </p:cNvPr>
          <p:cNvSpPr txBox="1"/>
          <p:nvPr/>
        </p:nvSpPr>
        <p:spPr>
          <a:xfrm>
            <a:off x="7639665" y="1907458"/>
            <a:ext cx="393290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/>
              <a:t>Echtzeitdaten</a:t>
            </a:r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de-DE" sz="2000"/>
              <a:t>Dynamische Leistungswerte</a:t>
            </a:r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de-DE" sz="2000"/>
              <a:t>Automatische Aktualisierung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AC9B2C1C-C410-F348-4740-0B9595318B25}"/>
              </a:ext>
            </a:extLst>
          </p:cNvPr>
          <p:cNvSpPr txBox="1"/>
          <p:nvPr/>
        </p:nvSpPr>
        <p:spPr>
          <a:xfrm>
            <a:off x="710380" y="2158766"/>
            <a:ext cx="393290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/>
              <a:t>Energiefluss</a:t>
            </a:r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de-DE" sz="2000"/>
              <a:t>Animierte Energieflüsse</a:t>
            </a:r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de-DE" sz="2000"/>
              <a:t>Farbcodierung der Elemente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32CB313D-F924-1C6D-652D-38BCDA1A346F}"/>
              </a:ext>
            </a:extLst>
          </p:cNvPr>
          <p:cNvSpPr txBox="1"/>
          <p:nvPr/>
        </p:nvSpPr>
        <p:spPr>
          <a:xfrm>
            <a:off x="7911780" y="4238289"/>
            <a:ext cx="393290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/>
              <a:t>Energie-Priorisierung</a:t>
            </a:r>
          </a:p>
          <a:p>
            <a:pPr marL="457200" indent="-457200">
              <a:buFont typeface="+mj-lt"/>
              <a:buAutoNum type="arabicPeriod"/>
            </a:pPr>
            <a:r>
              <a:rPr lang="de-DE" sz="2000">
                <a:sym typeface="Wingdings" panose="05000000000000000000" pitchFamily="2" charset="2"/>
              </a:rPr>
              <a:t>PV 		 	Haushalt</a:t>
            </a:r>
          </a:p>
          <a:p>
            <a:pPr marL="457200" indent="-457200">
              <a:buFont typeface="+mj-lt"/>
              <a:buAutoNum type="arabicPeriod"/>
            </a:pPr>
            <a:r>
              <a:rPr lang="de-DE" sz="2000">
                <a:sym typeface="Wingdings" panose="05000000000000000000" pitchFamily="2" charset="2"/>
              </a:rPr>
              <a:t>PV 		 	Batterie</a:t>
            </a:r>
          </a:p>
          <a:p>
            <a:pPr marL="457200" indent="-457200">
              <a:buFont typeface="+mj-lt"/>
              <a:buAutoNum type="arabicPeriod"/>
            </a:pPr>
            <a:r>
              <a:rPr lang="de-DE" sz="2000">
                <a:sym typeface="Wingdings" panose="05000000000000000000" pitchFamily="2" charset="2"/>
              </a:rPr>
              <a:t>Überschuss  	Netz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40251F17-C1F2-C46E-FBED-5B544AE33AFF}"/>
              </a:ext>
            </a:extLst>
          </p:cNvPr>
          <p:cNvSpPr txBox="1"/>
          <p:nvPr/>
        </p:nvSpPr>
        <p:spPr>
          <a:xfrm>
            <a:off x="11123831" y="6298421"/>
            <a:ext cx="1005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>
                <a:solidFill>
                  <a:schemeClr val="bg1"/>
                </a:solidFill>
              </a:rPr>
              <a:t>6 / 30</a:t>
            </a:r>
          </a:p>
        </p:txBody>
      </p:sp>
    </p:spTree>
    <p:extLst>
      <p:ext uri="{BB962C8B-B14F-4D97-AF65-F5344CB8AC3E}">
        <p14:creationId xmlns:p14="http://schemas.microsoft.com/office/powerpoint/2010/main" val="91074695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27CF5-B9D7-373D-9B88-B63A693A2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1BC7AB0-5B54-FFC0-6E89-B5EBC4AF7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13.05.2026</a:t>
            </a:fld>
            <a:endParaRPr lang="de-AT"/>
          </a:p>
        </p:txBody>
      </p: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3C95AA76-07E2-CA2E-7C9D-6AA0C0FFED19}"/>
              </a:ext>
            </a:extLst>
          </p:cNvPr>
          <p:cNvCxnSpPr/>
          <p:nvPr/>
        </p:nvCxnSpPr>
        <p:spPr>
          <a:xfrm>
            <a:off x="2304000" y="595281"/>
            <a:ext cx="185625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itel 1">
            <a:extLst>
              <a:ext uri="{FF2B5EF4-FFF2-40B4-BE49-F238E27FC236}">
                <a16:creationId xmlns:a16="http://schemas.microsoft.com/office/drawing/2014/main" id="{1EDD70C6-9144-7D66-E6FF-885EA15BD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317" y="895418"/>
            <a:ext cx="9937225" cy="834163"/>
          </a:xfrm>
        </p:spPr>
        <p:txBody>
          <a:bodyPr>
            <a:normAutofit/>
          </a:bodyPr>
          <a:lstStyle/>
          <a:p>
            <a:r>
              <a:rPr lang="de-DE"/>
              <a:t>Energiefluss-Visualisierung</a:t>
            </a:r>
            <a:endParaRPr lang="de-AT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1C63109D-1B97-0DC8-7B74-B6869FAF4B93}"/>
              </a:ext>
            </a:extLst>
          </p:cNvPr>
          <p:cNvSpPr txBox="1"/>
          <p:nvPr/>
        </p:nvSpPr>
        <p:spPr>
          <a:xfrm>
            <a:off x="7639665" y="1907458"/>
            <a:ext cx="393290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>
                <a:solidFill>
                  <a:schemeClr val="bg1">
                    <a:lumMod val="85000"/>
                  </a:schemeClr>
                </a:solidFill>
              </a:rPr>
              <a:t>Echtzeitdaten</a:t>
            </a:r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de-DE" sz="2000">
                <a:solidFill>
                  <a:schemeClr val="bg1">
                    <a:lumMod val="85000"/>
                  </a:schemeClr>
                </a:solidFill>
              </a:rPr>
              <a:t>Dynamische Leistungswerte</a:t>
            </a:r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de-DE" sz="2000">
                <a:solidFill>
                  <a:schemeClr val="bg1">
                    <a:lumMod val="85000"/>
                  </a:schemeClr>
                </a:solidFill>
              </a:rPr>
              <a:t>Automatische Aktualisierung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C59EDE7C-C387-C554-BA1D-28AD9DE37E89}"/>
              </a:ext>
            </a:extLst>
          </p:cNvPr>
          <p:cNvSpPr txBox="1"/>
          <p:nvPr/>
        </p:nvSpPr>
        <p:spPr>
          <a:xfrm>
            <a:off x="710380" y="2158766"/>
            <a:ext cx="393290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>
                <a:solidFill>
                  <a:schemeClr val="bg1">
                    <a:lumMod val="85000"/>
                  </a:schemeClr>
                </a:solidFill>
              </a:rPr>
              <a:t>Energiefluss</a:t>
            </a:r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de-DE" sz="2000">
                <a:solidFill>
                  <a:schemeClr val="bg1">
                    <a:lumMod val="85000"/>
                  </a:schemeClr>
                </a:solidFill>
              </a:rPr>
              <a:t>Animierte Energieflüsse</a:t>
            </a:r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de-DE" sz="2000">
                <a:solidFill>
                  <a:schemeClr val="bg1">
                    <a:lumMod val="85000"/>
                  </a:schemeClr>
                </a:solidFill>
              </a:rPr>
              <a:t>Farbcodierung der Elemente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89DEF90B-0218-60E4-D212-8BCC1328A0E1}"/>
              </a:ext>
            </a:extLst>
          </p:cNvPr>
          <p:cNvSpPr txBox="1"/>
          <p:nvPr/>
        </p:nvSpPr>
        <p:spPr>
          <a:xfrm>
            <a:off x="7911780" y="4238289"/>
            <a:ext cx="393290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>
                <a:solidFill>
                  <a:schemeClr val="bg1">
                    <a:lumMod val="85000"/>
                  </a:schemeClr>
                </a:solidFill>
              </a:rPr>
              <a:t>Energie-Priorisierung</a:t>
            </a:r>
          </a:p>
          <a:p>
            <a:pPr marL="457200" indent="-457200">
              <a:buFont typeface="+mj-lt"/>
              <a:buAutoNum type="arabicPeriod"/>
            </a:pPr>
            <a:r>
              <a:rPr lang="de-DE" sz="200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PV 		 	Haushalt</a:t>
            </a:r>
          </a:p>
          <a:p>
            <a:pPr marL="457200" indent="-457200">
              <a:buFont typeface="+mj-lt"/>
              <a:buAutoNum type="arabicPeriod"/>
            </a:pPr>
            <a:r>
              <a:rPr lang="de-DE" sz="200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PV 		 	Batterie</a:t>
            </a:r>
          </a:p>
          <a:p>
            <a:pPr marL="457200" indent="-457200">
              <a:buFont typeface="+mj-lt"/>
              <a:buAutoNum type="arabicPeriod"/>
            </a:pPr>
            <a:r>
              <a:rPr lang="de-DE" sz="200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Überschuss  	Netz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8E1B16E-36AB-3826-CBF9-461BB63ADE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58" t="7481" r="11498"/>
          <a:stretch>
            <a:fillRect/>
          </a:stretch>
        </p:blipFill>
        <p:spPr bwMode="auto">
          <a:xfrm>
            <a:off x="4643283" y="1729581"/>
            <a:ext cx="2721079" cy="4348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F9436705-41A1-3068-E9BA-5DD505675AA8}"/>
              </a:ext>
            </a:extLst>
          </p:cNvPr>
          <p:cNvCxnSpPr/>
          <p:nvPr/>
        </p:nvCxnSpPr>
        <p:spPr>
          <a:xfrm>
            <a:off x="347317" y="3765755"/>
            <a:ext cx="381293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E7F67B3A-78B6-D109-0DFF-7D04CCA7B1AE}"/>
              </a:ext>
            </a:extLst>
          </p:cNvPr>
          <p:cNvCxnSpPr/>
          <p:nvPr/>
        </p:nvCxnSpPr>
        <p:spPr>
          <a:xfrm>
            <a:off x="347317" y="5647509"/>
            <a:ext cx="381293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D84EFA0B-2DB5-ED4A-273E-702EBCECB973}"/>
              </a:ext>
            </a:extLst>
          </p:cNvPr>
          <p:cNvCxnSpPr>
            <a:cxnSpLocks/>
          </p:cNvCxnSpPr>
          <p:nvPr/>
        </p:nvCxnSpPr>
        <p:spPr>
          <a:xfrm>
            <a:off x="363600" y="3765755"/>
            <a:ext cx="0" cy="188175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86981C28-0C6E-17F2-0B41-2DEE2F9B2601}"/>
              </a:ext>
            </a:extLst>
          </p:cNvPr>
          <p:cNvCxnSpPr>
            <a:cxnSpLocks/>
          </p:cNvCxnSpPr>
          <p:nvPr/>
        </p:nvCxnSpPr>
        <p:spPr>
          <a:xfrm>
            <a:off x="4143600" y="3765755"/>
            <a:ext cx="0" cy="188175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feld 13">
            <a:extLst>
              <a:ext uri="{FF2B5EF4-FFF2-40B4-BE49-F238E27FC236}">
                <a16:creationId xmlns:a16="http://schemas.microsoft.com/office/drawing/2014/main" id="{5D9FF24B-D383-F3FF-363F-38C7553CD262}"/>
              </a:ext>
            </a:extLst>
          </p:cNvPr>
          <p:cNvSpPr txBox="1"/>
          <p:nvPr/>
        </p:nvSpPr>
        <p:spPr>
          <a:xfrm>
            <a:off x="427622" y="3921880"/>
            <a:ext cx="3715978" cy="1523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100" b="1"/>
              <a:t>Technische Einschränkungen</a:t>
            </a:r>
          </a:p>
          <a:p>
            <a:endParaRPr lang="de-DE" sz="1000" b="1"/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de-DE" sz="1900"/>
              <a:t>Vereinfachte Berechnungslogik</a:t>
            </a:r>
          </a:p>
          <a:p>
            <a:pPr marL="342900" indent="-342900">
              <a:buFont typeface="Symbol" panose="05050102010706020507" pitchFamily="18" charset="2"/>
              <a:buChar char="-"/>
            </a:pPr>
            <a:endParaRPr lang="de-DE" sz="500"/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de-DE" sz="1900"/>
              <a:t>Asynchrone Datenquellen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B19CE043-D9CA-C362-EC00-3FB245532A8C}"/>
              </a:ext>
            </a:extLst>
          </p:cNvPr>
          <p:cNvSpPr txBox="1"/>
          <p:nvPr/>
        </p:nvSpPr>
        <p:spPr>
          <a:xfrm>
            <a:off x="11123831" y="6298421"/>
            <a:ext cx="1005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>
                <a:solidFill>
                  <a:schemeClr val="bg1"/>
                </a:solidFill>
              </a:rPr>
              <a:t>6 / 30</a:t>
            </a:r>
          </a:p>
        </p:txBody>
      </p:sp>
    </p:spTree>
    <p:extLst>
      <p:ext uri="{BB962C8B-B14F-4D97-AF65-F5344CB8AC3E}">
        <p14:creationId xmlns:p14="http://schemas.microsoft.com/office/powerpoint/2010/main" val="35551449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3E2F0-A53F-8D21-C7B1-F66BB23EA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10C9E0A-BC56-FA50-3C3B-E42D6F6A6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13.05.2026</a:t>
            </a:fld>
            <a:endParaRPr lang="de-AT"/>
          </a:p>
        </p:txBody>
      </p: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034C0332-1A4F-5208-FBC7-2CA904C26A3B}"/>
              </a:ext>
            </a:extLst>
          </p:cNvPr>
          <p:cNvCxnSpPr/>
          <p:nvPr/>
        </p:nvCxnSpPr>
        <p:spPr>
          <a:xfrm>
            <a:off x="2304000" y="595281"/>
            <a:ext cx="185625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itel 1">
            <a:extLst>
              <a:ext uri="{FF2B5EF4-FFF2-40B4-BE49-F238E27FC236}">
                <a16:creationId xmlns:a16="http://schemas.microsoft.com/office/drawing/2014/main" id="{E81824AB-35EA-5F01-E239-77B2C26C0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317" y="895418"/>
            <a:ext cx="9937225" cy="834163"/>
          </a:xfrm>
        </p:spPr>
        <p:txBody>
          <a:bodyPr>
            <a:normAutofit/>
          </a:bodyPr>
          <a:lstStyle/>
          <a:p>
            <a:r>
              <a:rPr lang="de-DE"/>
              <a:t>Analyse historischer PV-Daten</a:t>
            </a:r>
            <a:endParaRPr lang="de-AT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6D4C7486-FFA5-7D72-6281-7579D6ED43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284" y="2006740"/>
            <a:ext cx="3200847" cy="1105054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79052CB2-A3F3-361F-6624-D135DA8E2B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8141" y="2006740"/>
            <a:ext cx="2407443" cy="377115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A7E7CCE8-154C-86F8-EE3E-6AF9B97326F2}"/>
              </a:ext>
            </a:extLst>
          </p:cNvPr>
          <p:cNvSpPr txBox="1"/>
          <p:nvPr/>
        </p:nvSpPr>
        <p:spPr>
          <a:xfrm>
            <a:off x="485474" y="1863750"/>
            <a:ext cx="31676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/>
              <a:t>Datumsauswahl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10A59623-1F18-2CA1-1644-5FFFAE1083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9162" y="3583195"/>
            <a:ext cx="2484234" cy="216471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19" name="Textfeld 18">
            <a:extLst>
              <a:ext uri="{FF2B5EF4-FFF2-40B4-BE49-F238E27FC236}">
                <a16:creationId xmlns:a16="http://schemas.microsoft.com/office/drawing/2014/main" id="{1D856B55-61B1-0F82-FC98-73AF0510159C}"/>
              </a:ext>
            </a:extLst>
          </p:cNvPr>
          <p:cNvSpPr txBox="1"/>
          <p:nvPr/>
        </p:nvSpPr>
        <p:spPr>
          <a:xfrm>
            <a:off x="560439" y="2342353"/>
            <a:ext cx="35998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z="2200"/>
              <a:t>Tag-, Monats und Jahresauswahl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7A057231-0A26-D069-2F13-F05D7756F2E9}"/>
              </a:ext>
            </a:extLst>
          </p:cNvPr>
          <p:cNvSpPr txBox="1"/>
          <p:nvPr/>
        </p:nvSpPr>
        <p:spPr>
          <a:xfrm>
            <a:off x="560439" y="3583195"/>
            <a:ext cx="3092692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u="sng"/>
              <a:t>Herausforderung</a:t>
            </a:r>
          </a:p>
          <a:p>
            <a:endParaRPr lang="de-DE" sz="500" b="1"/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de-DE" sz="2000"/>
              <a:t>Große Datenmengen müssen verringert werden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147938F1-75C0-87F0-1EDC-B2B1E9FB78AA}"/>
              </a:ext>
            </a:extLst>
          </p:cNvPr>
          <p:cNvSpPr txBox="1"/>
          <p:nvPr/>
        </p:nvSpPr>
        <p:spPr>
          <a:xfrm>
            <a:off x="11123831" y="6298421"/>
            <a:ext cx="1005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>
                <a:solidFill>
                  <a:schemeClr val="bg1"/>
                </a:solidFill>
              </a:rPr>
              <a:t>7 / 30</a:t>
            </a:r>
          </a:p>
        </p:txBody>
      </p:sp>
    </p:spTree>
    <p:extLst>
      <p:ext uri="{BB962C8B-B14F-4D97-AF65-F5344CB8AC3E}">
        <p14:creationId xmlns:p14="http://schemas.microsoft.com/office/powerpoint/2010/main" val="1657227627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EF629-9EF2-5F2B-BBEA-8FCEC0408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D689926-B6AF-5F4F-7C6F-29DA2AF53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13.05.2026</a:t>
            </a:fld>
            <a:endParaRPr lang="de-AT"/>
          </a:p>
        </p:txBody>
      </p: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43445C93-7A40-627E-EDAD-610079FA1AF3}"/>
              </a:ext>
            </a:extLst>
          </p:cNvPr>
          <p:cNvCxnSpPr/>
          <p:nvPr/>
        </p:nvCxnSpPr>
        <p:spPr>
          <a:xfrm>
            <a:off x="2304000" y="595281"/>
            <a:ext cx="185625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itel 1">
            <a:extLst>
              <a:ext uri="{FF2B5EF4-FFF2-40B4-BE49-F238E27FC236}">
                <a16:creationId xmlns:a16="http://schemas.microsoft.com/office/drawing/2014/main" id="{153E300D-8E64-6538-E8B6-E9DE21D03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317" y="895418"/>
            <a:ext cx="9937225" cy="834163"/>
          </a:xfrm>
        </p:spPr>
        <p:txBody>
          <a:bodyPr>
            <a:normAutofit/>
          </a:bodyPr>
          <a:lstStyle/>
          <a:p>
            <a:r>
              <a:rPr lang="de-DE"/>
              <a:t>Analyse historischer PV-Daten</a:t>
            </a:r>
            <a:endParaRPr lang="de-AT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D01BAC2-1DFA-73F6-DC13-C7B27C92F822}"/>
              </a:ext>
            </a:extLst>
          </p:cNvPr>
          <p:cNvSpPr txBox="1"/>
          <p:nvPr/>
        </p:nvSpPr>
        <p:spPr>
          <a:xfrm>
            <a:off x="485474" y="1863750"/>
            <a:ext cx="7193520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/>
              <a:t>Diagramm</a:t>
            </a:r>
          </a:p>
          <a:p>
            <a:endParaRPr lang="de-DE" sz="800" b="1"/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de-DE" sz="2200"/>
              <a:t>Graphen für PV-Erzeugung, Hausverbrauch, Netzeinspeisung &amp; Batterie</a:t>
            </a:r>
          </a:p>
          <a:p>
            <a:pPr marL="342900" indent="-342900">
              <a:buFont typeface="Symbol" panose="05050102010706020507" pitchFamily="18" charset="2"/>
              <a:buChar char="-"/>
            </a:pPr>
            <a:endParaRPr lang="de-DE" sz="800"/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de-DE" sz="2200"/>
              <a:t>Umschaltung zwischen aktuellen Werten und Summen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9E2F47A5-08AF-7A5B-3D48-76561B25A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5482" y="1550874"/>
            <a:ext cx="3153215" cy="4582164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BC1D1960-4B4A-891B-7657-5A033CF7A0F4}"/>
              </a:ext>
            </a:extLst>
          </p:cNvPr>
          <p:cNvSpPr txBox="1"/>
          <p:nvPr/>
        </p:nvSpPr>
        <p:spPr>
          <a:xfrm>
            <a:off x="11123831" y="6298421"/>
            <a:ext cx="1005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>
                <a:solidFill>
                  <a:schemeClr val="bg1"/>
                </a:solidFill>
              </a:rPr>
              <a:t>8 / 30</a:t>
            </a:r>
          </a:p>
        </p:txBody>
      </p:sp>
    </p:spTree>
    <p:extLst>
      <p:ext uri="{BB962C8B-B14F-4D97-AF65-F5344CB8AC3E}">
        <p14:creationId xmlns:p14="http://schemas.microsoft.com/office/powerpoint/2010/main" val="1140864799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7D383-AC5B-1A21-5A81-908C775C5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C1A52D3-52C8-EB98-7C5E-5B22F5619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13.05.2026</a:t>
            </a:fld>
            <a:endParaRPr lang="de-AT"/>
          </a:p>
        </p:txBody>
      </p: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6DF67647-21D7-461F-0B34-A0098F332853}"/>
              </a:ext>
            </a:extLst>
          </p:cNvPr>
          <p:cNvCxnSpPr/>
          <p:nvPr/>
        </p:nvCxnSpPr>
        <p:spPr>
          <a:xfrm>
            <a:off x="2304000" y="595281"/>
            <a:ext cx="185625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feld 7">
            <a:extLst>
              <a:ext uri="{FF2B5EF4-FFF2-40B4-BE49-F238E27FC236}">
                <a16:creationId xmlns:a16="http://schemas.microsoft.com/office/drawing/2014/main" id="{8C0123B1-6CAF-D96C-30C1-73D0F54C6F57}"/>
              </a:ext>
            </a:extLst>
          </p:cNvPr>
          <p:cNvSpPr txBox="1"/>
          <p:nvPr/>
        </p:nvSpPr>
        <p:spPr>
          <a:xfrm>
            <a:off x="162789" y="1042219"/>
            <a:ext cx="3652127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/>
              <a:t>Touch-Logik</a:t>
            </a:r>
          </a:p>
          <a:p>
            <a:endParaRPr lang="de-DE" sz="2400" b="1"/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de-DE" sz="2200"/>
              <a:t>Fingerposition </a:t>
            </a:r>
            <a:r>
              <a:rPr lang="de-DE" sz="2200">
                <a:sym typeface="Wingdings" panose="05000000000000000000" pitchFamily="2" charset="2"/>
              </a:rPr>
              <a:t> Diagramm-X-Position</a:t>
            </a:r>
          </a:p>
          <a:p>
            <a:pPr marL="342900" indent="-342900">
              <a:buFont typeface="Symbol" panose="05050102010706020507" pitchFamily="18" charset="2"/>
              <a:buChar char="-"/>
            </a:pPr>
            <a:endParaRPr lang="de-DE" sz="900">
              <a:sym typeface="Wingdings" panose="05000000000000000000" pitchFamily="2" charset="2"/>
            </a:endParaRPr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de-DE" sz="2200">
                <a:sym typeface="Wingdings" panose="05000000000000000000" pitchFamily="2" charset="2"/>
              </a:rPr>
              <a:t>Nächstgelegener Datenpunkt wird berechnet</a:t>
            </a:r>
            <a:endParaRPr lang="de-DE" sz="900">
              <a:sym typeface="Wingdings" panose="05000000000000000000" pitchFamily="2" charset="2"/>
            </a:endParaRPr>
          </a:p>
          <a:p>
            <a:pPr marL="342900" indent="-342900">
              <a:buFont typeface="Symbol" panose="05050102010706020507" pitchFamily="18" charset="2"/>
              <a:buChar char="-"/>
            </a:pPr>
            <a:endParaRPr lang="de-DE" sz="900">
              <a:sym typeface="Wingdings" panose="05000000000000000000" pitchFamily="2" charset="2"/>
            </a:endParaRPr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de-DE" sz="2200">
                <a:sym typeface="Wingdings" panose="05000000000000000000" pitchFamily="2" charset="2"/>
              </a:rPr>
              <a:t>Binäre Suche reduziert Suchbereich</a:t>
            </a:r>
            <a:endParaRPr lang="de-DE" sz="2200"/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787093F9-2524-B4FC-653E-880D3FF0B7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4710"/>
          <a:stretch>
            <a:fillRect/>
          </a:stretch>
        </p:blipFill>
        <p:spPr>
          <a:xfrm>
            <a:off x="3232127" y="897194"/>
            <a:ext cx="8582720" cy="4707193"/>
          </a:xfrm>
          <a:prstGeom prst="rect">
            <a:avLst/>
          </a:prstGeom>
        </p:spPr>
      </p:pic>
      <p:sp>
        <p:nvSpPr>
          <p:cNvPr id="16" name="Textfeld 15">
            <a:extLst>
              <a:ext uri="{FF2B5EF4-FFF2-40B4-BE49-F238E27FC236}">
                <a16:creationId xmlns:a16="http://schemas.microsoft.com/office/drawing/2014/main" id="{088B7229-ADDC-8423-3A73-EC943FFC74F7}"/>
              </a:ext>
            </a:extLst>
          </p:cNvPr>
          <p:cNvSpPr txBox="1"/>
          <p:nvPr/>
        </p:nvSpPr>
        <p:spPr>
          <a:xfrm>
            <a:off x="11123831" y="6298421"/>
            <a:ext cx="1005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>
                <a:solidFill>
                  <a:schemeClr val="bg1"/>
                </a:solidFill>
              </a:rPr>
              <a:t>9 / 30</a:t>
            </a:r>
          </a:p>
        </p:txBody>
      </p:sp>
    </p:spTree>
    <p:extLst>
      <p:ext uri="{BB962C8B-B14F-4D97-AF65-F5344CB8AC3E}">
        <p14:creationId xmlns:p14="http://schemas.microsoft.com/office/powerpoint/2010/main" val="3410832216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95EA0-DC36-9DAB-AC78-9A61B9F2C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10263E6-B4EB-2285-0B08-E3D25CF8E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13.05.2026</a:t>
            </a:fld>
            <a:endParaRPr lang="de-AT"/>
          </a:p>
        </p:txBody>
      </p: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C7240673-82B9-4702-2A9F-104F46E27433}"/>
              </a:ext>
            </a:extLst>
          </p:cNvPr>
          <p:cNvCxnSpPr/>
          <p:nvPr/>
        </p:nvCxnSpPr>
        <p:spPr>
          <a:xfrm>
            <a:off x="2304000" y="595281"/>
            <a:ext cx="185625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feld 7">
            <a:extLst>
              <a:ext uri="{FF2B5EF4-FFF2-40B4-BE49-F238E27FC236}">
                <a16:creationId xmlns:a16="http://schemas.microsoft.com/office/drawing/2014/main" id="{9B14D4C6-A278-0376-26FC-ACE22396CD28}"/>
              </a:ext>
            </a:extLst>
          </p:cNvPr>
          <p:cNvSpPr txBox="1"/>
          <p:nvPr/>
        </p:nvSpPr>
        <p:spPr>
          <a:xfrm>
            <a:off x="162789" y="1042219"/>
            <a:ext cx="3652127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/>
              <a:t>Touch-Logik</a:t>
            </a:r>
          </a:p>
          <a:p>
            <a:endParaRPr lang="de-DE" sz="2400" b="1"/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de-DE" sz="2200"/>
              <a:t>Fingerposition </a:t>
            </a:r>
            <a:r>
              <a:rPr lang="de-DE" sz="2200">
                <a:sym typeface="Wingdings" panose="05000000000000000000" pitchFamily="2" charset="2"/>
              </a:rPr>
              <a:t> Diagramm-X-Position</a:t>
            </a:r>
          </a:p>
          <a:p>
            <a:pPr marL="342900" indent="-342900">
              <a:buFont typeface="Symbol" panose="05050102010706020507" pitchFamily="18" charset="2"/>
              <a:buChar char="-"/>
            </a:pPr>
            <a:endParaRPr lang="de-DE" sz="900">
              <a:sym typeface="Wingdings" panose="05000000000000000000" pitchFamily="2" charset="2"/>
            </a:endParaRPr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de-DE" sz="2200">
                <a:sym typeface="Wingdings" panose="05000000000000000000" pitchFamily="2" charset="2"/>
              </a:rPr>
              <a:t>Nächstgelegener Datenpunkt wird berechnet</a:t>
            </a:r>
            <a:endParaRPr lang="de-DE" sz="900">
              <a:sym typeface="Wingdings" panose="05000000000000000000" pitchFamily="2" charset="2"/>
            </a:endParaRPr>
          </a:p>
          <a:p>
            <a:pPr marL="342900" indent="-342900">
              <a:buFont typeface="Symbol" panose="05050102010706020507" pitchFamily="18" charset="2"/>
              <a:buChar char="-"/>
            </a:pPr>
            <a:endParaRPr lang="de-DE" sz="900">
              <a:sym typeface="Wingdings" panose="05000000000000000000" pitchFamily="2" charset="2"/>
            </a:endParaRPr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de-DE" sz="2200">
                <a:sym typeface="Wingdings" panose="05000000000000000000" pitchFamily="2" charset="2"/>
              </a:rPr>
              <a:t>Binäre Suche reduziert Suchbereich</a:t>
            </a:r>
            <a:endParaRPr lang="de-DE" sz="220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6F5A45D-458C-58F6-8EE0-42649EBE12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5405" b="-215"/>
          <a:stretch>
            <a:fillRect/>
          </a:stretch>
        </p:blipFill>
        <p:spPr>
          <a:xfrm>
            <a:off x="3330450" y="1521542"/>
            <a:ext cx="8582720" cy="3814915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CF84E30B-B59F-2B79-313D-7C1B433AE1E0}"/>
              </a:ext>
            </a:extLst>
          </p:cNvPr>
          <p:cNvSpPr txBox="1"/>
          <p:nvPr/>
        </p:nvSpPr>
        <p:spPr>
          <a:xfrm>
            <a:off x="11123831" y="6298421"/>
            <a:ext cx="1005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>
                <a:solidFill>
                  <a:schemeClr val="bg1"/>
                </a:solidFill>
              </a:rPr>
              <a:t>9 / 30</a:t>
            </a:r>
          </a:p>
        </p:txBody>
      </p:sp>
    </p:spTree>
    <p:extLst>
      <p:ext uri="{BB962C8B-B14F-4D97-AF65-F5344CB8AC3E}">
        <p14:creationId xmlns:p14="http://schemas.microsoft.com/office/powerpoint/2010/main" val="28284326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4DB08-4858-7C92-219D-539A04F78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F1DFB8F-0FA2-636C-4E40-55CB074E8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13.05.2026</a:t>
            </a:fld>
            <a:endParaRPr lang="de-AT"/>
          </a:p>
        </p:txBody>
      </p: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395A7D19-FC95-A6B4-A039-8CE83640590B}"/>
              </a:ext>
            </a:extLst>
          </p:cNvPr>
          <p:cNvCxnSpPr/>
          <p:nvPr/>
        </p:nvCxnSpPr>
        <p:spPr>
          <a:xfrm>
            <a:off x="2304000" y="595281"/>
            <a:ext cx="185625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feld 7">
            <a:extLst>
              <a:ext uri="{FF2B5EF4-FFF2-40B4-BE49-F238E27FC236}">
                <a16:creationId xmlns:a16="http://schemas.microsoft.com/office/drawing/2014/main" id="{73EDD42E-EDFA-FD6C-8A3C-2DDF6D7FFF8F}"/>
              </a:ext>
            </a:extLst>
          </p:cNvPr>
          <p:cNvSpPr txBox="1"/>
          <p:nvPr/>
        </p:nvSpPr>
        <p:spPr>
          <a:xfrm>
            <a:off x="162789" y="1042219"/>
            <a:ext cx="3652127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/>
              <a:t>Berechnen der Energie-Summen</a:t>
            </a:r>
          </a:p>
          <a:p>
            <a:endParaRPr lang="de-DE" sz="2400" b="1"/>
          </a:p>
          <a:p>
            <a:endParaRPr lang="de-DE" sz="2400" b="1"/>
          </a:p>
          <a:p>
            <a:endParaRPr lang="de-DE" sz="2400" b="1"/>
          </a:p>
          <a:p>
            <a:endParaRPr lang="de-DE" sz="2400" b="1"/>
          </a:p>
          <a:p>
            <a:endParaRPr lang="de-DE" sz="2200">
              <a:sym typeface="Wingdings" panose="05000000000000000000" pitchFamily="2" charset="2"/>
            </a:endParaRPr>
          </a:p>
          <a:p>
            <a:endParaRPr lang="de-DE" sz="2200">
              <a:sym typeface="Wingdings" panose="05000000000000000000" pitchFamily="2" charset="2"/>
            </a:endParaRPr>
          </a:p>
          <a:p>
            <a:pPr marL="342900" indent="-342900">
              <a:buFont typeface="Symbol" panose="05050102010706020507" pitchFamily="18" charset="2"/>
              <a:buChar char="-"/>
            </a:pPr>
            <a:endParaRPr lang="de-DE" sz="900">
              <a:sym typeface="Wingdings" panose="05000000000000000000" pitchFamily="2" charset="2"/>
            </a:endParaRPr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de-DE" sz="2200">
                <a:sym typeface="Wingdings" panose="05000000000000000000" pitchFamily="2" charset="2"/>
              </a:rPr>
              <a:t>Umrechnung von Leistung (W) zu Energie (kWh)</a:t>
            </a:r>
            <a:endParaRPr lang="de-DE" sz="900">
              <a:sym typeface="Wingdings" panose="05000000000000000000" pitchFamily="2" charset="2"/>
            </a:endParaRPr>
          </a:p>
          <a:p>
            <a:pPr marL="342900" indent="-342900">
              <a:buFont typeface="Symbol" panose="05050102010706020507" pitchFamily="18" charset="2"/>
              <a:buChar char="-"/>
            </a:pPr>
            <a:endParaRPr lang="de-DE" sz="900">
              <a:sym typeface="Wingdings" panose="05000000000000000000" pitchFamily="2" charset="2"/>
            </a:endParaRPr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de-DE" sz="2200">
                <a:sym typeface="Wingdings" panose="05000000000000000000" pitchFamily="2" charset="2"/>
              </a:rPr>
              <a:t>Zeitliche Integration über Messintervalle</a:t>
            </a:r>
            <a:endParaRPr lang="de-DE" sz="220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C8621D0-A722-54CE-087E-45A0D58FB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02" y="2006735"/>
            <a:ext cx="3048425" cy="1743318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70233E3F-7CCD-D615-2D50-86415CA61C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1635"/>
          <a:stretch>
            <a:fillRect/>
          </a:stretch>
        </p:blipFill>
        <p:spPr>
          <a:xfrm>
            <a:off x="3471475" y="1885335"/>
            <a:ext cx="9010583" cy="3087329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B9145C9A-C64C-0063-5D1A-1FABE3E32E17}"/>
              </a:ext>
            </a:extLst>
          </p:cNvPr>
          <p:cNvSpPr txBox="1"/>
          <p:nvPr/>
        </p:nvSpPr>
        <p:spPr>
          <a:xfrm>
            <a:off x="11123831" y="6298421"/>
            <a:ext cx="1005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>
                <a:solidFill>
                  <a:schemeClr val="bg1"/>
                </a:solidFill>
              </a:rPr>
              <a:t>10 / 30</a:t>
            </a:r>
          </a:p>
        </p:txBody>
      </p:sp>
    </p:spTree>
    <p:extLst>
      <p:ext uri="{BB962C8B-B14F-4D97-AF65-F5344CB8AC3E}">
        <p14:creationId xmlns:p14="http://schemas.microsoft.com/office/powerpoint/2010/main" val="44611673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C9EC9-2673-BC78-FEC0-6AA8000FC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8F6438C-8E69-98F1-5B57-4DEA44632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13.05.2026</a:t>
            </a:fld>
            <a:endParaRPr lang="de-AT"/>
          </a:p>
        </p:txBody>
      </p: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7ABA510C-E434-2A91-48AD-746A7D41CE6E}"/>
              </a:ext>
            </a:extLst>
          </p:cNvPr>
          <p:cNvCxnSpPr/>
          <p:nvPr/>
        </p:nvCxnSpPr>
        <p:spPr>
          <a:xfrm>
            <a:off x="2304000" y="595281"/>
            <a:ext cx="185625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feld 7">
            <a:extLst>
              <a:ext uri="{FF2B5EF4-FFF2-40B4-BE49-F238E27FC236}">
                <a16:creationId xmlns:a16="http://schemas.microsoft.com/office/drawing/2014/main" id="{D4E9A85C-2C32-433A-C9A7-757C8B5C43B8}"/>
              </a:ext>
            </a:extLst>
          </p:cNvPr>
          <p:cNvSpPr txBox="1"/>
          <p:nvPr/>
        </p:nvSpPr>
        <p:spPr>
          <a:xfrm>
            <a:off x="162789" y="1042219"/>
            <a:ext cx="3652127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/>
              <a:t>Berechnen der Energie-Summen</a:t>
            </a:r>
          </a:p>
          <a:p>
            <a:endParaRPr lang="de-DE" sz="2400" b="1"/>
          </a:p>
          <a:p>
            <a:endParaRPr lang="de-DE" sz="2400" b="1"/>
          </a:p>
          <a:p>
            <a:endParaRPr lang="de-DE" sz="2400" b="1"/>
          </a:p>
          <a:p>
            <a:endParaRPr lang="de-DE" sz="2400" b="1"/>
          </a:p>
          <a:p>
            <a:endParaRPr lang="de-DE" sz="2200">
              <a:sym typeface="Wingdings" panose="05000000000000000000" pitchFamily="2" charset="2"/>
            </a:endParaRPr>
          </a:p>
          <a:p>
            <a:endParaRPr lang="de-DE" sz="2200">
              <a:sym typeface="Wingdings" panose="05000000000000000000" pitchFamily="2" charset="2"/>
            </a:endParaRPr>
          </a:p>
          <a:p>
            <a:pPr marL="342900" indent="-342900">
              <a:buFont typeface="Symbol" panose="05050102010706020507" pitchFamily="18" charset="2"/>
              <a:buChar char="-"/>
            </a:pPr>
            <a:endParaRPr lang="de-DE" sz="900">
              <a:sym typeface="Wingdings" panose="05000000000000000000" pitchFamily="2" charset="2"/>
            </a:endParaRPr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de-DE" sz="2200">
                <a:sym typeface="Wingdings" panose="05000000000000000000" pitchFamily="2" charset="2"/>
              </a:rPr>
              <a:t>Umrechnung von Leistung (W) zu Energie (kWh)</a:t>
            </a:r>
            <a:endParaRPr lang="de-DE" sz="900">
              <a:sym typeface="Wingdings" panose="05000000000000000000" pitchFamily="2" charset="2"/>
            </a:endParaRPr>
          </a:p>
          <a:p>
            <a:pPr marL="342900" indent="-342900">
              <a:buFont typeface="Symbol" panose="05050102010706020507" pitchFamily="18" charset="2"/>
              <a:buChar char="-"/>
            </a:pPr>
            <a:endParaRPr lang="de-DE" sz="900">
              <a:sym typeface="Wingdings" panose="05000000000000000000" pitchFamily="2" charset="2"/>
            </a:endParaRPr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de-DE" sz="2200">
                <a:sym typeface="Wingdings" panose="05000000000000000000" pitchFamily="2" charset="2"/>
              </a:rPr>
              <a:t>Zeitliche Integration über Messintervalle</a:t>
            </a:r>
            <a:endParaRPr lang="de-DE" sz="220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0EF90DA-D6B5-B575-BC96-DD224B6B7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02" y="2006735"/>
            <a:ext cx="3048425" cy="1743318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541F1B0F-B3F2-ED9B-59DC-A4A73D5120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204" b="74368"/>
          <a:stretch>
            <a:fillRect/>
          </a:stretch>
        </p:blipFill>
        <p:spPr>
          <a:xfrm>
            <a:off x="3471474" y="2973309"/>
            <a:ext cx="9010583" cy="1248693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311B9A08-D713-6B0B-21E3-6F4A6EB51DA7}"/>
              </a:ext>
            </a:extLst>
          </p:cNvPr>
          <p:cNvSpPr txBox="1"/>
          <p:nvPr/>
        </p:nvSpPr>
        <p:spPr>
          <a:xfrm>
            <a:off x="11123831" y="6298421"/>
            <a:ext cx="1005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>
                <a:solidFill>
                  <a:schemeClr val="bg1"/>
                </a:solidFill>
              </a:rPr>
              <a:t>10 / 30</a:t>
            </a:r>
          </a:p>
        </p:txBody>
      </p:sp>
    </p:spTree>
    <p:extLst>
      <p:ext uri="{BB962C8B-B14F-4D97-AF65-F5344CB8AC3E}">
        <p14:creationId xmlns:p14="http://schemas.microsoft.com/office/powerpoint/2010/main" val="31165574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38E5F-DE9C-1ADA-5FD1-DDB09CD69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1559AAA-D91A-BB3D-A079-03DC99CA8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13.05.2026</a:t>
            </a:fld>
            <a:endParaRPr lang="de-AT"/>
          </a:p>
        </p:txBody>
      </p: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52D58593-FA10-9FD9-9A4D-2415AAB68485}"/>
              </a:ext>
            </a:extLst>
          </p:cNvPr>
          <p:cNvCxnSpPr/>
          <p:nvPr/>
        </p:nvCxnSpPr>
        <p:spPr>
          <a:xfrm>
            <a:off x="2304000" y="595281"/>
            <a:ext cx="185625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feld 7">
            <a:extLst>
              <a:ext uri="{FF2B5EF4-FFF2-40B4-BE49-F238E27FC236}">
                <a16:creationId xmlns:a16="http://schemas.microsoft.com/office/drawing/2014/main" id="{E4C6B01E-D5DD-E145-5207-ABF18CA95B0B}"/>
              </a:ext>
            </a:extLst>
          </p:cNvPr>
          <p:cNvSpPr txBox="1"/>
          <p:nvPr/>
        </p:nvSpPr>
        <p:spPr>
          <a:xfrm>
            <a:off x="162789" y="1042219"/>
            <a:ext cx="3652127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/>
              <a:t>Berechnen der Energie-Summen</a:t>
            </a:r>
          </a:p>
          <a:p>
            <a:endParaRPr lang="de-DE" sz="2400" b="1"/>
          </a:p>
          <a:p>
            <a:endParaRPr lang="de-DE" sz="2400" b="1"/>
          </a:p>
          <a:p>
            <a:endParaRPr lang="de-DE" sz="2400" b="1"/>
          </a:p>
          <a:p>
            <a:endParaRPr lang="de-DE" sz="2400" b="1"/>
          </a:p>
          <a:p>
            <a:endParaRPr lang="de-DE" sz="2200">
              <a:sym typeface="Wingdings" panose="05000000000000000000" pitchFamily="2" charset="2"/>
            </a:endParaRPr>
          </a:p>
          <a:p>
            <a:endParaRPr lang="de-DE" sz="2200">
              <a:sym typeface="Wingdings" panose="05000000000000000000" pitchFamily="2" charset="2"/>
            </a:endParaRPr>
          </a:p>
          <a:p>
            <a:pPr marL="342900" indent="-342900">
              <a:buFont typeface="Symbol" panose="05050102010706020507" pitchFamily="18" charset="2"/>
              <a:buChar char="-"/>
            </a:pPr>
            <a:endParaRPr lang="de-DE" sz="900">
              <a:sym typeface="Wingdings" panose="05000000000000000000" pitchFamily="2" charset="2"/>
            </a:endParaRPr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de-DE" sz="2200">
                <a:sym typeface="Wingdings" panose="05000000000000000000" pitchFamily="2" charset="2"/>
              </a:rPr>
              <a:t>Umrechnung von Leistung (W) zu Energie (kWh)</a:t>
            </a:r>
            <a:endParaRPr lang="de-DE" sz="900">
              <a:sym typeface="Wingdings" panose="05000000000000000000" pitchFamily="2" charset="2"/>
            </a:endParaRPr>
          </a:p>
          <a:p>
            <a:pPr marL="342900" indent="-342900">
              <a:buFont typeface="Symbol" panose="05050102010706020507" pitchFamily="18" charset="2"/>
              <a:buChar char="-"/>
            </a:pPr>
            <a:endParaRPr lang="de-DE" sz="900">
              <a:sym typeface="Wingdings" panose="05000000000000000000" pitchFamily="2" charset="2"/>
            </a:endParaRPr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de-DE" sz="2200">
                <a:sym typeface="Wingdings" panose="05000000000000000000" pitchFamily="2" charset="2"/>
              </a:rPr>
              <a:t>Zeitliche Integration über Messintervalle</a:t>
            </a:r>
            <a:endParaRPr lang="de-DE" sz="220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319A173-168A-A21C-86E3-561DBAF5F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02" y="2006735"/>
            <a:ext cx="3048425" cy="1743318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6F24B993-C515-7E4E-1331-839D8A6251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632" b="62694"/>
          <a:stretch>
            <a:fillRect/>
          </a:stretch>
        </p:blipFill>
        <p:spPr>
          <a:xfrm>
            <a:off x="3491138" y="2768809"/>
            <a:ext cx="9010583" cy="1962488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8F4AD030-5E7E-8460-FA46-7652D45E8935}"/>
              </a:ext>
            </a:extLst>
          </p:cNvPr>
          <p:cNvSpPr txBox="1"/>
          <p:nvPr/>
        </p:nvSpPr>
        <p:spPr>
          <a:xfrm>
            <a:off x="11123831" y="6298421"/>
            <a:ext cx="1005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>
                <a:solidFill>
                  <a:schemeClr val="bg1"/>
                </a:solidFill>
              </a:rPr>
              <a:t>10 / 30</a:t>
            </a:r>
          </a:p>
        </p:txBody>
      </p:sp>
    </p:spTree>
    <p:extLst>
      <p:ext uri="{BB962C8B-B14F-4D97-AF65-F5344CB8AC3E}">
        <p14:creationId xmlns:p14="http://schemas.microsoft.com/office/powerpoint/2010/main" val="21166409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8D049-9E9E-16CF-C34F-6FB8C8488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7053F19-A8DD-F307-BE03-0D834AAC3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13.05.2026</a:t>
            </a:fld>
            <a:endParaRPr lang="de-AT"/>
          </a:p>
        </p:txBody>
      </p: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E493694F-1E46-0AF6-DB3C-5BA8C7E25044}"/>
              </a:ext>
            </a:extLst>
          </p:cNvPr>
          <p:cNvCxnSpPr/>
          <p:nvPr/>
        </p:nvCxnSpPr>
        <p:spPr>
          <a:xfrm>
            <a:off x="2304000" y="595281"/>
            <a:ext cx="185625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feld 7">
            <a:extLst>
              <a:ext uri="{FF2B5EF4-FFF2-40B4-BE49-F238E27FC236}">
                <a16:creationId xmlns:a16="http://schemas.microsoft.com/office/drawing/2014/main" id="{A3E77C78-5A43-9B9E-5B28-E29AB5CB5E94}"/>
              </a:ext>
            </a:extLst>
          </p:cNvPr>
          <p:cNvSpPr txBox="1"/>
          <p:nvPr/>
        </p:nvSpPr>
        <p:spPr>
          <a:xfrm>
            <a:off x="162789" y="1042219"/>
            <a:ext cx="3652127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/>
              <a:t>Berechnen der Energie-Summen</a:t>
            </a:r>
          </a:p>
          <a:p>
            <a:endParaRPr lang="de-DE" sz="2400" b="1"/>
          </a:p>
          <a:p>
            <a:endParaRPr lang="de-DE" sz="2400" b="1"/>
          </a:p>
          <a:p>
            <a:endParaRPr lang="de-DE" sz="2400" b="1"/>
          </a:p>
          <a:p>
            <a:endParaRPr lang="de-DE" sz="2400" b="1"/>
          </a:p>
          <a:p>
            <a:endParaRPr lang="de-DE" sz="2200">
              <a:sym typeface="Wingdings" panose="05000000000000000000" pitchFamily="2" charset="2"/>
            </a:endParaRPr>
          </a:p>
          <a:p>
            <a:endParaRPr lang="de-DE" sz="2200">
              <a:sym typeface="Wingdings" panose="05000000000000000000" pitchFamily="2" charset="2"/>
            </a:endParaRPr>
          </a:p>
          <a:p>
            <a:pPr marL="342900" indent="-342900">
              <a:buFont typeface="Symbol" panose="05050102010706020507" pitchFamily="18" charset="2"/>
              <a:buChar char="-"/>
            </a:pPr>
            <a:endParaRPr lang="de-DE" sz="900">
              <a:sym typeface="Wingdings" panose="05000000000000000000" pitchFamily="2" charset="2"/>
            </a:endParaRPr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de-DE" sz="2200">
                <a:sym typeface="Wingdings" panose="05000000000000000000" pitchFamily="2" charset="2"/>
              </a:rPr>
              <a:t>Umrechnung von Leistung (W) zu Energie (kWh)</a:t>
            </a:r>
            <a:endParaRPr lang="de-DE" sz="900">
              <a:sym typeface="Wingdings" panose="05000000000000000000" pitchFamily="2" charset="2"/>
            </a:endParaRPr>
          </a:p>
          <a:p>
            <a:pPr marL="342900" indent="-342900">
              <a:buFont typeface="Symbol" panose="05050102010706020507" pitchFamily="18" charset="2"/>
              <a:buChar char="-"/>
            </a:pPr>
            <a:endParaRPr lang="de-DE" sz="900">
              <a:sym typeface="Wingdings" panose="05000000000000000000" pitchFamily="2" charset="2"/>
            </a:endParaRPr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de-DE" sz="2200">
                <a:sym typeface="Wingdings" panose="05000000000000000000" pitchFamily="2" charset="2"/>
              </a:rPr>
              <a:t>Zeitliche Integration über Messintervalle</a:t>
            </a:r>
            <a:endParaRPr lang="de-DE" sz="220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3B17811-8573-248C-4278-8738684B8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02" y="2006735"/>
            <a:ext cx="3048425" cy="1743318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530981E3-1B18-D285-1A36-59775F1745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7353" b="53584"/>
          <a:stretch>
            <a:fillRect/>
          </a:stretch>
        </p:blipFill>
        <p:spPr>
          <a:xfrm>
            <a:off x="3441977" y="2758037"/>
            <a:ext cx="9010583" cy="1523565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57006ADB-EF87-9DA1-0D67-6938D246E464}"/>
              </a:ext>
            </a:extLst>
          </p:cNvPr>
          <p:cNvSpPr txBox="1"/>
          <p:nvPr/>
        </p:nvSpPr>
        <p:spPr>
          <a:xfrm>
            <a:off x="11123831" y="6298421"/>
            <a:ext cx="1005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>
                <a:solidFill>
                  <a:schemeClr val="bg1"/>
                </a:solidFill>
              </a:rPr>
              <a:t>10 / 30</a:t>
            </a:r>
          </a:p>
        </p:txBody>
      </p:sp>
    </p:spTree>
    <p:extLst>
      <p:ext uri="{BB962C8B-B14F-4D97-AF65-F5344CB8AC3E}">
        <p14:creationId xmlns:p14="http://schemas.microsoft.com/office/powerpoint/2010/main" val="38228190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128EB-B4DE-6929-808C-4DA0F51CE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C79820F-9345-5029-F582-5AF2A586C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13.05.2026</a:t>
            </a:fld>
            <a:endParaRPr lang="de-AT"/>
          </a:p>
        </p:txBody>
      </p: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D2DC0308-D860-2047-1302-73C15336BB76}"/>
              </a:ext>
            </a:extLst>
          </p:cNvPr>
          <p:cNvCxnSpPr/>
          <p:nvPr/>
        </p:nvCxnSpPr>
        <p:spPr>
          <a:xfrm>
            <a:off x="2304000" y="595281"/>
            <a:ext cx="185625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feld 7">
            <a:extLst>
              <a:ext uri="{FF2B5EF4-FFF2-40B4-BE49-F238E27FC236}">
                <a16:creationId xmlns:a16="http://schemas.microsoft.com/office/drawing/2014/main" id="{99DA1E81-1543-7AA2-7E10-E3BA5A0E4321}"/>
              </a:ext>
            </a:extLst>
          </p:cNvPr>
          <p:cNvSpPr txBox="1"/>
          <p:nvPr/>
        </p:nvSpPr>
        <p:spPr>
          <a:xfrm>
            <a:off x="162789" y="1042219"/>
            <a:ext cx="3652127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/>
              <a:t>Berechnen der Energie-Summen</a:t>
            </a:r>
          </a:p>
          <a:p>
            <a:endParaRPr lang="de-DE" sz="2400" b="1"/>
          </a:p>
          <a:p>
            <a:endParaRPr lang="de-DE" sz="2400" b="1"/>
          </a:p>
          <a:p>
            <a:endParaRPr lang="de-DE" sz="2400" b="1"/>
          </a:p>
          <a:p>
            <a:endParaRPr lang="de-DE" sz="2400" b="1"/>
          </a:p>
          <a:p>
            <a:endParaRPr lang="de-DE" sz="2200">
              <a:sym typeface="Wingdings" panose="05000000000000000000" pitchFamily="2" charset="2"/>
            </a:endParaRPr>
          </a:p>
          <a:p>
            <a:endParaRPr lang="de-DE" sz="2200">
              <a:sym typeface="Wingdings" panose="05000000000000000000" pitchFamily="2" charset="2"/>
            </a:endParaRPr>
          </a:p>
          <a:p>
            <a:pPr marL="342900" indent="-342900">
              <a:buFont typeface="Symbol" panose="05050102010706020507" pitchFamily="18" charset="2"/>
              <a:buChar char="-"/>
            </a:pPr>
            <a:endParaRPr lang="de-DE" sz="900">
              <a:sym typeface="Wingdings" panose="05000000000000000000" pitchFamily="2" charset="2"/>
            </a:endParaRPr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de-DE" sz="2200">
                <a:sym typeface="Wingdings" panose="05000000000000000000" pitchFamily="2" charset="2"/>
              </a:rPr>
              <a:t>Umrechnung von Leistung (W) zu Energie (kWh)</a:t>
            </a:r>
            <a:endParaRPr lang="de-DE" sz="900">
              <a:sym typeface="Wingdings" panose="05000000000000000000" pitchFamily="2" charset="2"/>
            </a:endParaRPr>
          </a:p>
          <a:p>
            <a:pPr marL="342900" indent="-342900">
              <a:buFont typeface="Symbol" panose="05050102010706020507" pitchFamily="18" charset="2"/>
              <a:buChar char="-"/>
            </a:pPr>
            <a:endParaRPr lang="de-DE" sz="900">
              <a:sym typeface="Wingdings" panose="05000000000000000000" pitchFamily="2" charset="2"/>
            </a:endParaRPr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de-DE" sz="2200">
                <a:sym typeface="Wingdings" panose="05000000000000000000" pitchFamily="2" charset="2"/>
              </a:rPr>
              <a:t>Zeitliche Integration über Messintervalle</a:t>
            </a:r>
            <a:endParaRPr lang="de-DE" sz="220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5B851C0-ED05-6883-E753-E72D9F5AE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02" y="2006735"/>
            <a:ext cx="3048425" cy="1743318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82C59BDE-20AF-8E1E-074B-3346AB60FE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6212" b="44459"/>
          <a:stretch>
            <a:fillRect/>
          </a:stretch>
        </p:blipFill>
        <p:spPr>
          <a:xfrm>
            <a:off x="3461642" y="2965930"/>
            <a:ext cx="9010583" cy="1568245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AAE6B5EF-73A8-21F9-D7D1-322596B51AD3}"/>
              </a:ext>
            </a:extLst>
          </p:cNvPr>
          <p:cNvSpPr txBox="1"/>
          <p:nvPr/>
        </p:nvSpPr>
        <p:spPr>
          <a:xfrm>
            <a:off x="11123831" y="6298421"/>
            <a:ext cx="1005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>
                <a:solidFill>
                  <a:schemeClr val="bg1"/>
                </a:solidFill>
              </a:rPr>
              <a:t>10 / 30</a:t>
            </a:r>
          </a:p>
        </p:txBody>
      </p:sp>
    </p:spTree>
    <p:extLst>
      <p:ext uri="{BB962C8B-B14F-4D97-AF65-F5344CB8AC3E}">
        <p14:creationId xmlns:p14="http://schemas.microsoft.com/office/powerpoint/2010/main" val="29568624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31029-9540-E60D-30AA-DF73624A8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844EB3A-5A96-6248-E062-9AB348236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13.05.2026</a:t>
            </a:fld>
            <a:endParaRPr lang="de-AT"/>
          </a:p>
        </p:txBody>
      </p: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AC8A3921-120B-3E4A-A128-83B8E1B4FCD0}"/>
              </a:ext>
            </a:extLst>
          </p:cNvPr>
          <p:cNvCxnSpPr/>
          <p:nvPr/>
        </p:nvCxnSpPr>
        <p:spPr>
          <a:xfrm>
            <a:off x="2304000" y="595281"/>
            <a:ext cx="185625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feld 7">
            <a:extLst>
              <a:ext uri="{FF2B5EF4-FFF2-40B4-BE49-F238E27FC236}">
                <a16:creationId xmlns:a16="http://schemas.microsoft.com/office/drawing/2014/main" id="{E7BFEFB2-AF60-4EFC-CDC3-D16DB005BD6D}"/>
              </a:ext>
            </a:extLst>
          </p:cNvPr>
          <p:cNvSpPr txBox="1"/>
          <p:nvPr/>
        </p:nvSpPr>
        <p:spPr>
          <a:xfrm>
            <a:off x="162789" y="1042219"/>
            <a:ext cx="3652127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/>
              <a:t>Berechnen der Energie-Summen</a:t>
            </a:r>
          </a:p>
          <a:p>
            <a:endParaRPr lang="de-DE" sz="2400" b="1"/>
          </a:p>
          <a:p>
            <a:endParaRPr lang="de-DE" sz="2400" b="1"/>
          </a:p>
          <a:p>
            <a:endParaRPr lang="de-DE" sz="2400" b="1"/>
          </a:p>
          <a:p>
            <a:endParaRPr lang="de-DE" sz="2400" b="1"/>
          </a:p>
          <a:p>
            <a:endParaRPr lang="de-DE" sz="2200">
              <a:sym typeface="Wingdings" panose="05000000000000000000" pitchFamily="2" charset="2"/>
            </a:endParaRPr>
          </a:p>
          <a:p>
            <a:endParaRPr lang="de-DE" sz="2200">
              <a:sym typeface="Wingdings" panose="05000000000000000000" pitchFamily="2" charset="2"/>
            </a:endParaRPr>
          </a:p>
          <a:p>
            <a:pPr marL="342900" indent="-342900">
              <a:buFont typeface="Symbol" panose="05050102010706020507" pitchFamily="18" charset="2"/>
              <a:buChar char="-"/>
            </a:pPr>
            <a:endParaRPr lang="de-DE" sz="900">
              <a:sym typeface="Wingdings" panose="05000000000000000000" pitchFamily="2" charset="2"/>
            </a:endParaRPr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de-DE" sz="2200">
                <a:sym typeface="Wingdings" panose="05000000000000000000" pitchFamily="2" charset="2"/>
              </a:rPr>
              <a:t>Umrechnung von Leistung (W) zu Energie (kWh)</a:t>
            </a:r>
            <a:endParaRPr lang="de-DE" sz="900">
              <a:sym typeface="Wingdings" panose="05000000000000000000" pitchFamily="2" charset="2"/>
            </a:endParaRPr>
          </a:p>
          <a:p>
            <a:pPr marL="342900" indent="-342900">
              <a:buFont typeface="Symbol" panose="05050102010706020507" pitchFamily="18" charset="2"/>
              <a:buChar char="-"/>
            </a:pPr>
            <a:endParaRPr lang="de-DE" sz="900">
              <a:sym typeface="Wingdings" panose="05000000000000000000" pitchFamily="2" charset="2"/>
            </a:endParaRPr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de-DE" sz="2200">
                <a:sym typeface="Wingdings" panose="05000000000000000000" pitchFamily="2" charset="2"/>
              </a:rPr>
              <a:t>Zeitliche Integration über Messintervalle</a:t>
            </a:r>
            <a:endParaRPr lang="de-DE" sz="220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5C8325D-1F9C-3EE3-B7E1-CEBE1555A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02" y="2006735"/>
            <a:ext cx="3048425" cy="1743318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3C524427-29B3-BC4E-8DEF-C5079EF0D0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6233" b="35755"/>
          <a:stretch>
            <a:fillRect/>
          </a:stretch>
        </p:blipFill>
        <p:spPr>
          <a:xfrm>
            <a:off x="3491139" y="3076673"/>
            <a:ext cx="9010583" cy="1346759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92C86B43-98ED-1AA4-7F37-6FB663CEBBA8}"/>
              </a:ext>
            </a:extLst>
          </p:cNvPr>
          <p:cNvSpPr txBox="1"/>
          <p:nvPr/>
        </p:nvSpPr>
        <p:spPr>
          <a:xfrm>
            <a:off x="11123831" y="6298421"/>
            <a:ext cx="1005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>
                <a:solidFill>
                  <a:schemeClr val="bg1"/>
                </a:solidFill>
              </a:rPr>
              <a:t>10 / 30</a:t>
            </a:r>
          </a:p>
        </p:txBody>
      </p:sp>
    </p:spTree>
    <p:extLst>
      <p:ext uri="{BB962C8B-B14F-4D97-AF65-F5344CB8AC3E}">
        <p14:creationId xmlns:p14="http://schemas.microsoft.com/office/powerpoint/2010/main" val="10669203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C4673-FE2D-E140-B957-53A38D1C2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16387C0-FDAC-BD08-A4BB-04906D204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13.05.2026</a:t>
            </a:fld>
            <a:endParaRPr lang="de-AT"/>
          </a:p>
        </p:txBody>
      </p: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5392F37B-BC28-A5DD-A21F-1AC1339B6C70}"/>
              </a:ext>
            </a:extLst>
          </p:cNvPr>
          <p:cNvCxnSpPr/>
          <p:nvPr/>
        </p:nvCxnSpPr>
        <p:spPr>
          <a:xfrm>
            <a:off x="2304000" y="595281"/>
            <a:ext cx="185625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feld 7">
            <a:extLst>
              <a:ext uri="{FF2B5EF4-FFF2-40B4-BE49-F238E27FC236}">
                <a16:creationId xmlns:a16="http://schemas.microsoft.com/office/drawing/2014/main" id="{D0F5A259-362C-D47F-8733-E86BDAF9D9FF}"/>
              </a:ext>
            </a:extLst>
          </p:cNvPr>
          <p:cNvSpPr txBox="1"/>
          <p:nvPr/>
        </p:nvSpPr>
        <p:spPr>
          <a:xfrm>
            <a:off x="162789" y="1042219"/>
            <a:ext cx="3652127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/>
              <a:t>Berechnen der Energie-Summen</a:t>
            </a:r>
          </a:p>
          <a:p>
            <a:endParaRPr lang="de-DE" sz="2400" b="1"/>
          </a:p>
          <a:p>
            <a:endParaRPr lang="de-DE" sz="2400" b="1"/>
          </a:p>
          <a:p>
            <a:endParaRPr lang="de-DE" sz="2400" b="1"/>
          </a:p>
          <a:p>
            <a:endParaRPr lang="de-DE" sz="2400" b="1"/>
          </a:p>
          <a:p>
            <a:endParaRPr lang="de-DE" sz="2200">
              <a:sym typeface="Wingdings" panose="05000000000000000000" pitchFamily="2" charset="2"/>
            </a:endParaRPr>
          </a:p>
          <a:p>
            <a:endParaRPr lang="de-DE" sz="2200">
              <a:sym typeface="Wingdings" panose="05000000000000000000" pitchFamily="2" charset="2"/>
            </a:endParaRPr>
          </a:p>
          <a:p>
            <a:pPr marL="342900" indent="-342900">
              <a:buFont typeface="Symbol" panose="05050102010706020507" pitchFamily="18" charset="2"/>
              <a:buChar char="-"/>
            </a:pPr>
            <a:endParaRPr lang="de-DE" sz="900">
              <a:sym typeface="Wingdings" panose="05000000000000000000" pitchFamily="2" charset="2"/>
            </a:endParaRPr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de-DE" sz="2200">
                <a:sym typeface="Wingdings" panose="05000000000000000000" pitchFamily="2" charset="2"/>
              </a:rPr>
              <a:t>Umrechnung von Leistung (W) zu Energie (kWh)</a:t>
            </a:r>
            <a:endParaRPr lang="de-DE" sz="900">
              <a:sym typeface="Wingdings" panose="05000000000000000000" pitchFamily="2" charset="2"/>
            </a:endParaRPr>
          </a:p>
          <a:p>
            <a:pPr marL="342900" indent="-342900">
              <a:buFont typeface="Symbol" panose="05050102010706020507" pitchFamily="18" charset="2"/>
              <a:buChar char="-"/>
            </a:pPr>
            <a:endParaRPr lang="de-DE" sz="900">
              <a:sym typeface="Wingdings" panose="05000000000000000000" pitchFamily="2" charset="2"/>
            </a:endParaRPr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de-DE" sz="2200">
                <a:sym typeface="Wingdings" panose="05000000000000000000" pitchFamily="2" charset="2"/>
              </a:rPr>
              <a:t>Zeitliche Integration über Messintervalle</a:t>
            </a:r>
            <a:endParaRPr lang="de-DE" sz="220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F571FEA-9DAD-CDD4-3766-B589ABFAF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02" y="2006735"/>
            <a:ext cx="3048425" cy="1743318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88F78B55-1950-7719-A69C-FE286FAD2A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3668" b="33394"/>
          <a:stretch>
            <a:fillRect/>
          </a:stretch>
        </p:blipFill>
        <p:spPr>
          <a:xfrm>
            <a:off x="3481307" y="3256258"/>
            <a:ext cx="9010583" cy="493795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3A2BBB94-E767-0DB4-0D08-C071EC62C506}"/>
              </a:ext>
            </a:extLst>
          </p:cNvPr>
          <p:cNvSpPr txBox="1"/>
          <p:nvPr/>
        </p:nvSpPr>
        <p:spPr>
          <a:xfrm>
            <a:off x="11123831" y="6298421"/>
            <a:ext cx="1005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>
                <a:solidFill>
                  <a:schemeClr val="bg1"/>
                </a:solidFill>
              </a:rPr>
              <a:t>10 / 30</a:t>
            </a:r>
          </a:p>
        </p:txBody>
      </p:sp>
    </p:spTree>
    <p:extLst>
      <p:ext uri="{BB962C8B-B14F-4D97-AF65-F5344CB8AC3E}">
        <p14:creationId xmlns:p14="http://schemas.microsoft.com/office/powerpoint/2010/main" val="40848801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48ADD-89EE-315D-AB84-B084933A6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7CAC909-FEE3-420D-C739-A539BACA3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13.05.2026</a:t>
            </a:fld>
            <a:endParaRPr lang="de-AT"/>
          </a:p>
        </p:txBody>
      </p: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1E9C8B61-0141-4882-838F-9A175F7C9FCA}"/>
              </a:ext>
            </a:extLst>
          </p:cNvPr>
          <p:cNvCxnSpPr/>
          <p:nvPr/>
        </p:nvCxnSpPr>
        <p:spPr>
          <a:xfrm>
            <a:off x="2304000" y="595281"/>
            <a:ext cx="185625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feld 7">
            <a:extLst>
              <a:ext uri="{FF2B5EF4-FFF2-40B4-BE49-F238E27FC236}">
                <a16:creationId xmlns:a16="http://schemas.microsoft.com/office/drawing/2014/main" id="{3107A7AE-9EB5-C0F6-5F01-081216D4D91C}"/>
              </a:ext>
            </a:extLst>
          </p:cNvPr>
          <p:cNvSpPr txBox="1"/>
          <p:nvPr/>
        </p:nvSpPr>
        <p:spPr>
          <a:xfrm>
            <a:off x="162789" y="1042219"/>
            <a:ext cx="3652127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/>
              <a:t>Berechnen der Energie-Summen</a:t>
            </a:r>
          </a:p>
          <a:p>
            <a:endParaRPr lang="de-DE" sz="2400" b="1"/>
          </a:p>
          <a:p>
            <a:endParaRPr lang="de-DE" sz="2400" b="1"/>
          </a:p>
          <a:p>
            <a:endParaRPr lang="de-DE" sz="2400" b="1"/>
          </a:p>
          <a:p>
            <a:endParaRPr lang="de-DE" sz="2400" b="1"/>
          </a:p>
          <a:p>
            <a:endParaRPr lang="de-DE" sz="2200">
              <a:sym typeface="Wingdings" panose="05000000000000000000" pitchFamily="2" charset="2"/>
            </a:endParaRPr>
          </a:p>
          <a:p>
            <a:endParaRPr lang="de-DE" sz="2200">
              <a:sym typeface="Wingdings" panose="05000000000000000000" pitchFamily="2" charset="2"/>
            </a:endParaRPr>
          </a:p>
          <a:p>
            <a:pPr marL="342900" indent="-342900">
              <a:buFont typeface="Symbol" panose="05050102010706020507" pitchFamily="18" charset="2"/>
              <a:buChar char="-"/>
            </a:pPr>
            <a:endParaRPr lang="de-DE" sz="900">
              <a:sym typeface="Wingdings" panose="05000000000000000000" pitchFamily="2" charset="2"/>
            </a:endParaRPr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de-DE" sz="2200">
                <a:sym typeface="Wingdings" panose="05000000000000000000" pitchFamily="2" charset="2"/>
              </a:rPr>
              <a:t>Umrechnung von Leistung (W) zu Energie (kWh)</a:t>
            </a:r>
            <a:endParaRPr lang="de-DE" sz="900">
              <a:sym typeface="Wingdings" panose="05000000000000000000" pitchFamily="2" charset="2"/>
            </a:endParaRPr>
          </a:p>
          <a:p>
            <a:pPr marL="342900" indent="-342900">
              <a:buFont typeface="Symbol" panose="05050102010706020507" pitchFamily="18" charset="2"/>
              <a:buChar char="-"/>
            </a:pPr>
            <a:endParaRPr lang="de-DE" sz="900">
              <a:sym typeface="Wingdings" panose="05000000000000000000" pitchFamily="2" charset="2"/>
            </a:endParaRPr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de-DE" sz="2200">
                <a:sym typeface="Wingdings" panose="05000000000000000000" pitchFamily="2" charset="2"/>
              </a:rPr>
              <a:t>Zeitliche Integration über Messintervalle</a:t>
            </a:r>
            <a:endParaRPr lang="de-DE" sz="220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ECCEB79-C693-A831-FA76-67CE11B36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02" y="2006735"/>
            <a:ext cx="3048425" cy="1743318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67A840F3-4960-C9E0-CDAA-995650ED34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6605" b="24644"/>
          <a:stretch>
            <a:fillRect/>
          </a:stretch>
        </p:blipFill>
        <p:spPr>
          <a:xfrm>
            <a:off x="3471475" y="3014615"/>
            <a:ext cx="9010583" cy="1470875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0168A935-FB05-0E9F-1E98-99F050583DBC}"/>
              </a:ext>
            </a:extLst>
          </p:cNvPr>
          <p:cNvSpPr txBox="1"/>
          <p:nvPr/>
        </p:nvSpPr>
        <p:spPr>
          <a:xfrm>
            <a:off x="11123831" y="6298421"/>
            <a:ext cx="1005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>
                <a:solidFill>
                  <a:schemeClr val="bg1"/>
                </a:solidFill>
              </a:rPr>
              <a:t>10 / 30</a:t>
            </a:r>
          </a:p>
        </p:txBody>
      </p:sp>
    </p:spTree>
    <p:extLst>
      <p:ext uri="{BB962C8B-B14F-4D97-AF65-F5344CB8AC3E}">
        <p14:creationId xmlns:p14="http://schemas.microsoft.com/office/powerpoint/2010/main" val="28216051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AB392-3FDD-F539-CE5B-21FA2D7EC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44520CA-A113-5C53-5627-4753986CC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13.05.2026</a:t>
            </a:fld>
            <a:endParaRPr lang="de-AT"/>
          </a:p>
        </p:txBody>
      </p: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F0B882A0-2111-A729-4153-1B4E46DBC878}"/>
              </a:ext>
            </a:extLst>
          </p:cNvPr>
          <p:cNvCxnSpPr/>
          <p:nvPr/>
        </p:nvCxnSpPr>
        <p:spPr>
          <a:xfrm>
            <a:off x="2304000" y="595281"/>
            <a:ext cx="185625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feld 7">
            <a:extLst>
              <a:ext uri="{FF2B5EF4-FFF2-40B4-BE49-F238E27FC236}">
                <a16:creationId xmlns:a16="http://schemas.microsoft.com/office/drawing/2014/main" id="{7DD84A5A-9F3F-807F-8A1A-AA35A6AA64B8}"/>
              </a:ext>
            </a:extLst>
          </p:cNvPr>
          <p:cNvSpPr txBox="1"/>
          <p:nvPr/>
        </p:nvSpPr>
        <p:spPr>
          <a:xfrm>
            <a:off x="162789" y="1042219"/>
            <a:ext cx="3652127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/>
              <a:t>Berechnen der Energie-Summen</a:t>
            </a:r>
          </a:p>
          <a:p>
            <a:endParaRPr lang="de-DE" sz="2400" b="1"/>
          </a:p>
          <a:p>
            <a:endParaRPr lang="de-DE" sz="2400" b="1"/>
          </a:p>
          <a:p>
            <a:endParaRPr lang="de-DE" sz="2400" b="1"/>
          </a:p>
          <a:p>
            <a:endParaRPr lang="de-DE" sz="2400" b="1"/>
          </a:p>
          <a:p>
            <a:endParaRPr lang="de-DE" sz="2200">
              <a:sym typeface="Wingdings" panose="05000000000000000000" pitchFamily="2" charset="2"/>
            </a:endParaRPr>
          </a:p>
          <a:p>
            <a:endParaRPr lang="de-DE" sz="2200">
              <a:sym typeface="Wingdings" panose="05000000000000000000" pitchFamily="2" charset="2"/>
            </a:endParaRPr>
          </a:p>
          <a:p>
            <a:pPr marL="342900" indent="-342900">
              <a:buFont typeface="Symbol" panose="05050102010706020507" pitchFamily="18" charset="2"/>
              <a:buChar char="-"/>
            </a:pPr>
            <a:endParaRPr lang="de-DE" sz="900">
              <a:sym typeface="Wingdings" panose="05000000000000000000" pitchFamily="2" charset="2"/>
            </a:endParaRPr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de-DE" sz="2200">
                <a:sym typeface="Wingdings" panose="05000000000000000000" pitchFamily="2" charset="2"/>
              </a:rPr>
              <a:t>Umrechnung von Leistung (W) zu Energie (kWh)</a:t>
            </a:r>
            <a:endParaRPr lang="de-DE" sz="900">
              <a:sym typeface="Wingdings" panose="05000000000000000000" pitchFamily="2" charset="2"/>
            </a:endParaRPr>
          </a:p>
          <a:p>
            <a:pPr marL="342900" indent="-342900">
              <a:buFont typeface="Symbol" panose="05050102010706020507" pitchFamily="18" charset="2"/>
              <a:buChar char="-"/>
            </a:pPr>
            <a:endParaRPr lang="de-DE" sz="900">
              <a:sym typeface="Wingdings" panose="05000000000000000000" pitchFamily="2" charset="2"/>
            </a:endParaRPr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de-DE" sz="2200">
                <a:sym typeface="Wingdings" panose="05000000000000000000" pitchFamily="2" charset="2"/>
              </a:rPr>
              <a:t>Zeitliche Integration über Messintervalle</a:t>
            </a:r>
            <a:endParaRPr lang="de-DE" sz="220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10B7DEC-31CA-80D1-7226-75A78399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02" y="2006735"/>
            <a:ext cx="3048425" cy="1743318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D6B2262E-1050-178A-D187-68F2B328F8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5461" b="17461"/>
          <a:stretch>
            <a:fillRect/>
          </a:stretch>
        </p:blipFill>
        <p:spPr>
          <a:xfrm>
            <a:off x="3471475" y="3155203"/>
            <a:ext cx="9010583" cy="1189700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9F112FD1-2A6C-06DC-0671-30B7C2CC8A36}"/>
              </a:ext>
            </a:extLst>
          </p:cNvPr>
          <p:cNvSpPr txBox="1"/>
          <p:nvPr/>
        </p:nvSpPr>
        <p:spPr>
          <a:xfrm>
            <a:off x="11123831" y="6298421"/>
            <a:ext cx="1005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>
                <a:solidFill>
                  <a:schemeClr val="bg1"/>
                </a:solidFill>
              </a:rPr>
              <a:t>10 / 30</a:t>
            </a:r>
          </a:p>
        </p:txBody>
      </p:sp>
    </p:spTree>
    <p:extLst>
      <p:ext uri="{BB962C8B-B14F-4D97-AF65-F5344CB8AC3E}">
        <p14:creationId xmlns:p14="http://schemas.microsoft.com/office/powerpoint/2010/main" val="29710332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05F0B-C7FD-5085-1050-1A496FC59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BB84505-AF17-180F-F079-1B209B71C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13.05.2026</a:t>
            </a:fld>
            <a:endParaRPr lang="de-AT"/>
          </a:p>
        </p:txBody>
      </p: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67363662-4CCD-CAC9-4F49-34DCA399E6C9}"/>
              </a:ext>
            </a:extLst>
          </p:cNvPr>
          <p:cNvCxnSpPr/>
          <p:nvPr/>
        </p:nvCxnSpPr>
        <p:spPr>
          <a:xfrm>
            <a:off x="2304000" y="595281"/>
            <a:ext cx="185625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feld 7">
            <a:extLst>
              <a:ext uri="{FF2B5EF4-FFF2-40B4-BE49-F238E27FC236}">
                <a16:creationId xmlns:a16="http://schemas.microsoft.com/office/drawing/2014/main" id="{5494B918-5661-A8FE-9E59-C395E84B58C6}"/>
              </a:ext>
            </a:extLst>
          </p:cNvPr>
          <p:cNvSpPr txBox="1"/>
          <p:nvPr/>
        </p:nvSpPr>
        <p:spPr>
          <a:xfrm>
            <a:off x="162789" y="1042219"/>
            <a:ext cx="3652127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/>
              <a:t>Berechnen der Energie-Summen</a:t>
            </a:r>
          </a:p>
          <a:p>
            <a:endParaRPr lang="de-DE" sz="2400" b="1"/>
          </a:p>
          <a:p>
            <a:endParaRPr lang="de-DE" sz="2400" b="1"/>
          </a:p>
          <a:p>
            <a:endParaRPr lang="de-DE" sz="2400" b="1"/>
          </a:p>
          <a:p>
            <a:endParaRPr lang="de-DE" sz="2400" b="1"/>
          </a:p>
          <a:p>
            <a:endParaRPr lang="de-DE" sz="2200">
              <a:sym typeface="Wingdings" panose="05000000000000000000" pitchFamily="2" charset="2"/>
            </a:endParaRPr>
          </a:p>
          <a:p>
            <a:endParaRPr lang="de-DE" sz="2200">
              <a:sym typeface="Wingdings" panose="05000000000000000000" pitchFamily="2" charset="2"/>
            </a:endParaRPr>
          </a:p>
          <a:p>
            <a:pPr marL="342900" indent="-342900">
              <a:buFont typeface="Symbol" panose="05050102010706020507" pitchFamily="18" charset="2"/>
              <a:buChar char="-"/>
            </a:pPr>
            <a:endParaRPr lang="de-DE" sz="900">
              <a:sym typeface="Wingdings" panose="05000000000000000000" pitchFamily="2" charset="2"/>
            </a:endParaRPr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de-DE" sz="2200">
                <a:sym typeface="Wingdings" panose="05000000000000000000" pitchFamily="2" charset="2"/>
              </a:rPr>
              <a:t>Umrechnung von Leistung (W) zu Energie (kWh)</a:t>
            </a:r>
            <a:endParaRPr lang="de-DE" sz="900">
              <a:sym typeface="Wingdings" panose="05000000000000000000" pitchFamily="2" charset="2"/>
            </a:endParaRPr>
          </a:p>
          <a:p>
            <a:pPr marL="342900" indent="-342900">
              <a:buFont typeface="Symbol" panose="05050102010706020507" pitchFamily="18" charset="2"/>
              <a:buChar char="-"/>
            </a:pPr>
            <a:endParaRPr lang="de-DE" sz="900">
              <a:sym typeface="Wingdings" panose="05000000000000000000" pitchFamily="2" charset="2"/>
            </a:endParaRPr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de-DE" sz="2200">
                <a:sym typeface="Wingdings" panose="05000000000000000000" pitchFamily="2" charset="2"/>
              </a:rPr>
              <a:t>Zeitliche Integration über Messintervalle</a:t>
            </a:r>
            <a:endParaRPr lang="de-DE" sz="220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90EC333-5BBE-5675-6F50-78BDCB540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02" y="2006735"/>
            <a:ext cx="3048425" cy="1743318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8339E87E-BB48-D5D8-2D43-542AA37D9A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3188" b="13127"/>
          <a:stretch>
            <a:fillRect/>
          </a:stretch>
        </p:blipFill>
        <p:spPr>
          <a:xfrm>
            <a:off x="3451810" y="3210107"/>
            <a:ext cx="9010583" cy="619425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B35804F0-CA1B-5945-ACE8-65418001E3CC}"/>
              </a:ext>
            </a:extLst>
          </p:cNvPr>
          <p:cNvSpPr txBox="1"/>
          <p:nvPr/>
        </p:nvSpPr>
        <p:spPr>
          <a:xfrm>
            <a:off x="11123831" y="6298421"/>
            <a:ext cx="1005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>
                <a:solidFill>
                  <a:schemeClr val="bg1"/>
                </a:solidFill>
              </a:rPr>
              <a:t>10 / 30</a:t>
            </a:r>
          </a:p>
        </p:txBody>
      </p:sp>
    </p:spTree>
    <p:extLst>
      <p:ext uri="{BB962C8B-B14F-4D97-AF65-F5344CB8AC3E}">
        <p14:creationId xmlns:p14="http://schemas.microsoft.com/office/powerpoint/2010/main" val="20565913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442C9-52E2-1EAE-3B42-0ED8827FF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C0C19D2-EDEB-F2E0-20CE-FA4A105CB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13.05.2026</a:t>
            </a:fld>
            <a:endParaRPr lang="de-AT"/>
          </a:p>
        </p:txBody>
      </p: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FEC6644E-B32F-101C-CBA2-EEE1CCB30C9C}"/>
              </a:ext>
            </a:extLst>
          </p:cNvPr>
          <p:cNvCxnSpPr/>
          <p:nvPr/>
        </p:nvCxnSpPr>
        <p:spPr>
          <a:xfrm>
            <a:off x="2304000" y="595281"/>
            <a:ext cx="185625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feld 7">
            <a:extLst>
              <a:ext uri="{FF2B5EF4-FFF2-40B4-BE49-F238E27FC236}">
                <a16:creationId xmlns:a16="http://schemas.microsoft.com/office/drawing/2014/main" id="{6C218581-B74B-FA47-A8C4-D17F6575E2E2}"/>
              </a:ext>
            </a:extLst>
          </p:cNvPr>
          <p:cNvSpPr txBox="1"/>
          <p:nvPr/>
        </p:nvSpPr>
        <p:spPr>
          <a:xfrm>
            <a:off x="162789" y="1042219"/>
            <a:ext cx="3652127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/>
              <a:t>Berechnen der Energie-Summen</a:t>
            </a:r>
          </a:p>
          <a:p>
            <a:endParaRPr lang="de-DE" sz="2400" b="1"/>
          </a:p>
          <a:p>
            <a:endParaRPr lang="de-DE" sz="2400" b="1"/>
          </a:p>
          <a:p>
            <a:endParaRPr lang="de-DE" sz="2400" b="1"/>
          </a:p>
          <a:p>
            <a:endParaRPr lang="de-DE" sz="2400" b="1"/>
          </a:p>
          <a:p>
            <a:endParaRPr lang="de-DE" sz="2200">
              <a:sym typeface="Wingdings" panose="05000000000000000000" pitchFamily="2" charset="2"/>
            </a:endParaRPr>
          </a:p>
          <a:p>
            <a:endParaRPr lang="de-DE" sz="2200">
              <a:sym typeface="Wingdings" panose="05000000000000000000" pitchFamily="2" charset="2"/>
            </a:endParaRPr>
          </a:p>
          <a:p>
            <a:pPr marL="342900" indent="-342900">
              <a:buFont typeface="Symbol" panose="05050102010706020507" pitchFamily="18" charset="2"/>
              <a:buChar char="-"/>
            </a:pPr>
            <a:endParaRPr lang="de-DE" sz="900">
              <a:sym typeface="Wingdings" panose="05000000000000000000" pitchFamily="2" charset="2"/>
            </a:endParaRPr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de-DE" sz="2200">
                <a:sym typeface="Wingdings" panose="05000000000000000000" pitchFamily="2" charset="2"/>
              </a:rPr>
              <a:t>Umrechnung von Leistung (W) zu Energie (kWh)</a:t>
            </a:r>
            <a:endParaRPr lang="de-DE" sz="900">
              <a:sym typeface="Wingdings" panose="05000000000000000000" pitchFamily="2" charset="2"/>
            </a:endParaRPr>
          </a:p>
          <a:p>
            <a:pPr marL="342900" indent="-342900">
              <a:buFont typeface="Symbol" panose="05050102010706020507" pitchFamily="18" charset="2"/>
              <a:buChar char="-"/>
            </a:pPr>
            <a:endParaRPr lang="de-DE" sz="900">
              <a:sym typeface="Wingdings" panose="05000000000000000000" pitchFamily="2" charset="2"/>
            </a:endParaRPr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de-DE" sz="2200">
                <a:sym typeface="Wingdings" panose="05000000000000000000" pitchFamily="2" charset="2"/>
              </a:rPr>
              <a:t>Zeitliche Integration über Messintervalle</a:t>
            </a:r>
            <a:endParaRPr lang="de-DE" sz="220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7E90B69-DDA4-D730-5A1B-DB6ACA4A0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02" y="2006735"/>
            <a:ext cx="3048425" cy="1743318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28092017-B0FE-6777-F8B6-BFFE8387DE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7079" b="1866"/>
          <a:stretch>
            <a:fillRect/>
          </a:stretch>
        </p:blipFill>
        <p:spPr>
          <a:xfrm>
            <a:off x="3471474" y="2820906"/>
            <a:ext cx="9010583" cy="1858293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E102F780-B3FA-BA7F-5284-4E15DA235B18}"/>
              </a:ext>
            </a:extLst>
          </p:cNvPr>
          <p:cNvSpPr txBox="1"/>
          <p:nvPr/>
        </p:nvSpPr>
        <p:spPr>
          <a:xfrm>
            <a:off x="11123831" y="6298421"/>
            <a:ext cx="1005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>
                <a:solidFill>
                  <a:schemeClr val="bg1"/>
                </a:solidFill>
              </a:rPr>
              <a:t>10 / 30</a:t>
            </a:r>
          </a:p>
        </p:txBody>
      </p:sp>
    </p:spTree>
    <p:extLst>
      <p:ext uri="{BB962C8B-B14F-4D97-AF65-F5344CB8AC3E}">
        <p14:creationId xmlns:p14="http://schemas.microsoft.com/office/powerpoint/2010/main" val="1459777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2DCCB-82FB-3067-2EDD-651314649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95FDF68-F5C5-1B50-7DFB-C1E22AF13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13.05.2026</a:t>
            </a:fld>
            <a:endParaRPr lang="de-AT"/>
          </a:p>
        </p:txBody>
      </p: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9F08C54A-12D9-9410-A724-73418D382324}"/>
              </a:ext>
            </a:extLst>
          </p:cNvPr>
          <p:cNvCxnSpPr/>
          <p:nvPr/>
        </p:nvCxnSpPr>
        <p:spPr>
          <a:xfrm>
            <a:off x="2304000" y="595281"/>
            <a:ext cx="185625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itel 1">
            <a:extLst>
              <a:ext uri="{FF2B5EF4-FFF2-40B4-BE49-F238E27FC236}">
                <a16:creationId xmlns:a16="http://schemas.microsoft.com/office/drawing/2014/main" id="{3E6BA336-FABE-7545-60F7-DEFD4AFFD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317" y="895418"/>
            <a:ext cx="9937225" cy="834163"/>
          </a:xfrm>
        </p:spPr>
        <p:txBody>
          <a:bodyPr>
            <a:normAutofit/>
          </a:bodyPr>
          <a:lstStyle/>
          <a:p>
            <a:r>
              <a:rPr lang="de-DE"/>
              <a:t>Protokollierung und Fehleranzeige</a:t>
            </a:r>
            <a:endParaRPr lang="de-AT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53DCA1B3-83E7-ADB5-0221-E896A3086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682" y="2594574"/>
            <a:ext cx="3124636" cy="314368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37848055-B269-BA94-7253-C8DAC6661421}"/>
              </a:ext>
            </a:extLst>
          </p:cNvPr>
          <p:cNvSpPr txBox="1"/>
          <p:nvPr/>
        </p:nvSpPr>
        <p:spPr>
          <a:xfrm>
            <a:off x="320539" y="1835365"/>
            <a:ext cx="38517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b="1"/>
              <a:t>Protokollierung der Steuerentscheidungen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AD8217D-F853-406A-2982-C3D76B9E23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4155" y="2543251"/>
            <a:ext cx="3143689" cy="312463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C400A7AD-FCE7-BF34-AFCF-67FBF4798C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0068" y="2867537"/>
            <a:ext cx="3143689" cy="28003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1832EA5E-7D2F-39F5-E968-49A50942D9B1}"/>
              </a:ext>
            </a:extLst>
          </p:cNvPr>
          <p:cNvSpPr txBox="1"/>
          <p:nvPr/>
        </p:nvSpPr>
        <p:spPr>
          <a:xfrm>
            <a:off x="7736017" y="1934873"/>
            <a:ext cx="38517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b="1"/>
              <a:t>Protokollierung der Systemfehler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DD3495A6-8E28-AB4E-382B-0756D39A4A3C}"/>
              </a:ext>
            </a:extLst>
          </p:cNvPr>
          <p:cNvSpPr txBox="1"/>
          <p:nvPr/>
        </p:nvSpPr>
        <p:spPr>
          <a:xfrm>
            <a:off x="4312655" y="1812133"/>
            <a:ext cx="38517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b="1"/>
              <a:t>Protokollierung der Gerätezustände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73F765DE-54AB-FAC3-C3B7-417392C04DD9}"/>
              </a:ext>
            </a:extLst>
          </p:cNvPr>
          <p:cNvSpPr txBox="1"/>
          <p:nvPr/>
        </p:nvSpPr>
        <p:spPr>
          <a:xfrm>
            <a:off x="11123831" y="6298421"/>
            <a:ext cx="1005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>
                <a:solidFill>
                  <a:schemeClr val="bg1"/>
                </a:solidFill>
              </a:rPr>
              <a:t>11 / 30</a:t>
            </a:r>
          </a:p>
        </p:txBody>
      </p:sp>
    </p:spTree>
    <p:extLst>
      <p:ext uri="{BB962C8B-B14F-4D97-AF65-F5344CB8AC3E}">
        <p14:creationId xmlns:p14="http://schemas.microsoft.com/office/powerpoint/2010/main" val="4074229770"/>
      </p:ext>
    </p:extLst>
  </p:cSld>
  <p:clrMapOvr>
    <a:masterClrMapping/>
  </p:clrMapOvr>
  <p:transition spd="med">
    <p:pull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56018-06E9-9F17-52C7-02F52C1C8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A0C8AAF-2FC4-141C-E9A3-C6EB75D71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13.05.2026</a:t>
            </a:fld>
            <a:endParaRPr lang="de-AT"/>
          </a:p>
        </p:txBody>
      </p: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60B04A35-9729-0E7D-9918-628249A802BB}"/>
              </a:ext>
            </a:extLst>
          </p:cNvPr>
          <p:cNvCxnSpPr/>
          <p:nvPr/>
        </p:nvCxnSpPr>
        <p:spPr>
          <a:xfrm>
            <a:off x="2304000" y="595281"/>
            <a:ext cx="185625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itel 1">
            <a:extLst>
              <a:ext uri="{FF2B5EF4-FFF2-40B4-BE49-F238E27FC236}">
                <a16:creationId xmlns:a16="http://schemas.microsoft.com/office/drawing/2014/main" id="{01CA0A8B-C628-64D4-4A97-391676FD3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317" y="895418"/>
            <a:ext cx="9937225" cy="834163"/>
          </a:xfrm>
        </p:spPr>
        <p:txBody>
          <a:bodyPr>
            <a:normAutofit/>
          </a:bodyPr>
          <a:lstStyle/>
          <a:p>
            <a:r>
              <a:rPr lang="de-DE"/>
              <a:t>Protokollierung und Fehleranzeige</a:t>
            </a:r>
            <a:endParaRPr lang="de-AT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7F0DEAA-E938-7987-4A85-681205C8DB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3523" y="1935813"/>
            <a:ext cx="3640175" cy="366237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F0CF8C92-9D3A-EA94-E6C7-0F18FF8682D9}"/>
              </a:ext>
            </a:extLst>
          </p:cNvPr>
          <p:cNvSpPr txBox="1"/>
          <p:nvPr/>
        </p:nvSpPr>
        <p:spPr>
          <a:xfrm>
            <a:off x="727587" y="2375306"/>
            <a:ext cx="6558116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Symbol" panose="05050102010706020507" pitchFamily="18" charset="2"/>
              <a:buChar char="-"/>
            </a:pPr>
            <a:endParaRPr lang="de-DE" sz="900"/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de-DE" sz="2200"/>
              <a:t>Einheitliche Listenstruktur</a:t>
            </a:r>
          </a:p>
          <a:p>
            <a:pPr marL="342900" indent="-342900">
              <a:buFont typeface="Symbol" panose="05050102010706020507" pitchFamily="18" charset="2"/>
              <a:buChar char="-"/>
            </a:pPr>
            <a:endParaRPr lang="de-DE" sz="900"/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de-DE" sz="2200"/>
              <a:t>Sortierung nach Datum</a:t>
            </a:r>
          </a:p>
          <a:p>
            <a:pPr marL="342900" indent="-342900">
              <a:buFont typeface="Symbol" panose="05050102010706020507" pitchFamily="18" charset="2"/>
              <a:buChar char="-"/>
            </a:pPr>
            <a:endParaRPr lang="de-DE" sz="900"/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de-DE" sz="2200"/>
              <a:t>Anzeige von Einträgen in einem bestimmten Zeitraum</a:t>
            </a:r>
          </a:p>
          <a:p>
            <a:pPr marL="342900" indent="-342900">
              <a:buFont typeface="Symbol" panose="05050102010706020507" pitchFamily="18" charset="2"/>
              <a:buChar char="-"/>
            </a:pPr>
            <a:endParaRPr lang="de-DE" sz="900"/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de-DE" sz="2200"/>
              <a:t>Automatische Aktualisierung beim Öffnen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8C80C928-2447-7693-88D7-3D23AEC53291}"/>
              </a:ext>
            </a:extLst>
          </p:cNvPr>
          <p:cNvSpPr txBox="1"/>
          <p:nvPr/>
        </p:nvSpPr>
        <p:spPr>
          <a:xfrm>
            <a:off x="11123831" y="6298421"/>
            <a:ext cx="1005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>
                <a:solidFill>
                  <a:schemeClr val="bg1"/>
                </a:solidFill>
              </a:rPr>
              <a:t>12 / 30</a:t>
            </a:r>
          </a:p>
        </p:txBody>
      </p:sp>
    </p:spTree>
    <p:extLst>
      <p:ext uri="{BB962C8B-B14F-4D97-AF65-F5344CB8AC3E}">
        <p14:creationId xmlns:p14="http://schemas.microsoft.com/office/powerpoint/2010/main" val="3696834057"/>
      </p:ext>
    </p:extLst>
  </p:cSld>
  <p:clrMapOvr>
    <a:masterClrMapping/>
  </p:clrMapOvr>
  <p:transition spd="med">
    <p:pull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CE3E41-4651-D1C8-E379-CA2A0A386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317" y="895418"/>
            <a:ext cx="7741555" cy="834163"/>
          </a:xfrm>
        </p:spPr>
        <p:txBody>
          <a:bodyPr/>
          <a:lstStyle/>
          <a:p>
            <a:r>
              <a:rPr lang="de-DE"/>
              <a:t>Übersicht - Aberger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E919BC1-C44B-2471-C500-CE070725D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13.05.2026</a:t>
            </a:fld>
            <a:endParaRPr lang="de-AT"/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F9F6F930-4C4F-BE57-B9DC-C54ACE0ABC09}"/>
              </a:ext>
            </a:extLst>
          </p:cNvPr>
          <p:cNvCxnSpPr/>
          <p:nvPr/>
        </p:nvCxnSpPr>
        <p:spPr>
          <a:xfrm>
            <a:off x="4483167" y="595281"/>
            <a:ext cx="185625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AD4F6ABB-3F8E-AB2D-CC91-0EAA91B75371}"/>
              </a:ext>
            </a:extLst>
          </p:cNvPr>
          <p:cNvGrpSpPr/>
          <p:nvPr/>
        </p:nvGrpSpPr>
        <p:grpSpPr>
          <a:xfrm>
            <a:off x="1855708" y="1914707"/>
            <a:ext cx="2627459" cy="4054887"/>
            <a:chOff x="270024" y="1865620"/>
            <a:chExt cx="2627459" cy="4054887"/>
          </a:xfrm>
        </p:grpSpPr>
        <p:sp>
          <p:nvSpPr>
            <p:cNvPr id="14" name="Rechteck: abgerundete Ecken 13">
              <a:extLst>
                <a:ext uri="{FF2B5EF4-FFF2-40B4-BE49-F238E27FC236}">
                  <a16:creationId xmlns:a16="http://schemas.microsoft.com/office/drawing/2014/main" id="{0A882021-C0EF-676C-AF5F-32B2DDDE72ED}"/>
                </a:ext>
              </a:extLst>
            </p:cNvPr>
            <p:cNvSpPr/>
            <p:nvPr/>
          </p:nvSpPr>
          <p:spPr>
            <a:xfrm>
              <a:off x="350664" y="1865620"/>
              <a:ext cx="2546819" cy="4054887"/>
            </a:xfrm>
            <a:prstGeom prst="roundRect">
              <a:avLst/>
            </a:prstGeom>
            <a:solidFill>
              <a:srgbClr val="1D0E8C">
                <a:alpha val="50000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AD37FCA2-8259-8DD2-0E72-2A453BB57EB7}"/>
                </a:ext>
              </a:extLst>
            </p:cNvPr>
            <p:cNvCxnSpPr>
              <a:cxnSpLocks/>
            </p:cNvCxnSpPr>
            <p:nvPr/>
          </p:nvCxnSpPr>
          <p:spPr>
            <a:xfrm>
              <a:off x="270024" y="2479313"/>
              <a:ext cx="2627459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E2484578-70D2-8F6A-A2E0-0F98D8AED98B}"/>
                </a:ext>
              </a:extLst>
            </p:cNvPr>
            <p:cNvSpPr txBox="1"/>
            <p:nvPr/>
          </p:nvSpPr>
          <p:spPr>
            <a:xfrm>
              <a:off x="663216" y="1883007"/>
              <a:ext cx="1841074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3000">
                  <a:solidFill>
                    <a:schemeClr val="bg1"/>
                  </a:solidFill>
                  <a:latin typeface="Bahnschrift" panose="020B0502040204020203" pitchFamily="34" charset="0"/>
                </a:rPr>
                <a:t>Frontend</a:t>
              </a:r>
              <a:endParaRPr lang="de-AT" sz="3000">
                <a:solidFill>
                  <a:schemeClr val="bg1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1AD68590-DA3C-55F3-91BB-98661F1BF5C5}"/>
                </a:ext>
              </a:extLst>
            </p:cNvPr>
            <p:cNvSpPr txBox="1"/>
            <p:nvPr/>
          </p:nvSpPr>
          <p:spPr>
            <a:xfrm>
              <a:off x="447995" y="2632736"/>
              <a:ext cx="2368848" cy="29238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000" b="1">
                  <a:solidFill>
                    <a:schemeClr val="bg1"/>
                  </a:solidFill>
                </a:rPr>
                <a:t>Expo-</a:t>
              </a:r>
              <a:r>
                <a:rPr lang="de-DE" sz="2000" b="1" err="1">
                  <a:solidFill>
                    <a:schemeClr val="bg1"/>
                  </a:solidFill>
                </a:rPr>
                <a:t>Prototyping</a:t>
              </a:r>
              <a:endParaRPr lang="de-DE" sz="2000" b="1">
                <a:solidFill>
                  <a:schemeClr val="bg1"/>
                </a:solidFill>
              </a:endParaRPr>
            </a:p>
            <a:p>
              <a:endParaRPr lang="de-DE" b="1">
                <a:solidFill>
                  <a:schemeClr val="bg1"/>
                </a:solidFill>
              </a:endParaRPr>
            </a:p>
            <a:p>
              <a:r>
                <a:rPr lang="de-DE" sz="2000" b="1">
                  <a:solidFill>
                    <a:schemeClr val="bg1"/>
                  </a:solidFill>
                </a:rPr>
                <a:t>Mode-Selector</a:t>
              </a:r>
            </a:p>
            <a:p>
              <a:endParaRPr lang="de-DE" sz="200" b="1">
                <a:solidFill>
                  <a:schemeClr val="bg1"/>
                </a:solidFill>
              </a:endParaRPr>
            </a:p>
            <a:p>
              <a:r>
                <a:rPr lang="de-DE" sz="2000" b="1">
                  <a:solidFill>
                    <a:schemeClr val="bg1"/>
                  </a:solidFill>
                </a:rPr>
                <a:t>Weather-Forecast</a:t>
              </a:r>
            </a:p>
            <a:p>
              <a:endParaRPr lang="de-DE" sz="200" b="1">
                <a:solidFill>
                  <a:schemeClr val="bg1"/>
                </a:solidFill>
              </a:endParaRPr>
            </a:p>
            <a:p>
              <a:r>
                <a:rPr lang="de-DE" sz="2000" b="1">
                  <a:solidFill>
                    <a:schemeClr val="bg1"/>
                  </a:solidFill>
                </a:rPr>
                <a:t>Wallbox-Settings</a:t>
              </a:r>
            </a:p>
            <a:p>
              <a:endParaRPr lang="de-DE" sz="200" b="1">
                <a:solidFill>
                  <a:schemeClr val="bg1"/>
                </a:solidFill>
              </a:endParaRPr>
            </a:p>
            <a:p>
              <a:r>
                <a:rPr lang="de-DE" sz="2000" b="1">
                  <a:solidFill>
                    <a:schemeClr val="bg1"/>
                  </a:solidFill>
                </a:rPr>
                <a:t>Boiler-Settings</a:t>
              </a:r>
            </a:p>
            <a:p>
              <a:endParaRPr lang="de-DE" b="1">
                <a:solidFill>
                  <a:schemeClr val="bg1"/>
                </a:solidFill>
              </a:endParaRPr>
            </a:p>
            <a:p>
              <a:r>
                <a:rPr lang="de-DE" sz="2000" b="1">
                  <a:solidFill>
                    <a:schemeClr val="bg1"/>
                  </a:solidFill>
                </a:rPr>
                <a:t>Device-Settings</a:t>
              </a:r>
            </a:p>
            <a:p>
              <a:endParaRPr lang="de-DE" sz="200" b="1">
                <a:solidFill>
                  <a:schemeClr val="bg1"/>
                </a:solidFill>
              </a:endParaRPr>
            </a:p>
            <a:p>
              <a:r>
                <a:rPr lang="de-DE" sz="2000" b="1">
                  <a:solidFill>
                    <a:schemeClr val="bg1"/>
                  </a:solidFill>
                </a:rPr>
                <a:t>Emergency-Screen</a:t>
              </a:r>
              <a:endParaRPr lang="de-AT" sz="20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BC054FC4-DE6B-B6EC-EC60-64208E036856}"/>
              </a:ext>
            </a:extLst>
          </p:cNvPr>
          <p:cNvGrpSpPr/>
          <p:nvPr/>
        </p:nvGrpSpPr>
        <p:grpSpPr>
          <a:xfrm>
            <a:off x="4782270" y="1914707"/>
            <a:ext cx="2627459" cy="4054887"/>
            <a:chOff x="270024" y="1865620"/>
            <a:chExt cx="2627459" cy="4054887"/>
          </a:xfrm>
        </p:grpSpPr>
        <p:sp>
          <p:nvSpPr>
            <p:cNvPr id="29" name="Rechteck: abgerundete Ecken 28">
              <a:extLst>
                <a:ext uri="{FF2B5EF4-FFF2-40B4-BE49-F238E27FC236}">
                  <a16:creationId xmlns:a16="http://schemas.microsoft.com/office/drawing/2014/main" id="{0BE45754-07E8-AADE-BDED-774BEE0EF858}"/>
                </a:ext>
              </a:extLst>
            </p:cNvPr>
            <p:cNvSpPr/>
            <p:nvPr/>
          </p:nvSpPr>
          <p:spPr>
            <a:xfrm>
              <a:off x="350664" y="1865620"/>
              <a:ext cx="2546819" cy="4054887"/>
            </a:xfrm>
            <a:prstGeom prst="roundRect">
              <a:avLst/>
            </a:prstGeom>
            <a:solidFill>
              <a:srgbClr val="73580B">
                <a:alpha val="49804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AD07B572-19D1-B3C7-3FD6-84125618FFD0}"/>
                </a:ext>
              </a:extLst>
            </p:cNvPr>
            <p:cNvCxnSpPr>
              <a:cxnSpLocks/>
            </p:cNvCxnSpPr>
            <p:nvPr/>
          </p:nvCxnSpPr>
          <p:spPr>
            <a:xfrm>
              <a:off x="270024" y="2479313"/>
              <a:ext cx="2627459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13DCAA18-4411-2C62-654A-B0445E05897E}"/>
                </a:ext>
              </a:extLst>
            </p:cNvPr>
            <p:cNvSpPr txBox="1"/>
            <p:nvPr/>
          </p:nvSpPr>
          <p:spPr>
            <a:xfrm>
              <a:off x="663216" y="1883007"/>
              <a:ext cx="1841074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3000">
                  <a:solidFill>
                    <a:schemeClr val="bg1"/>
                  </a:solidFill>
                  <a:latin typeface="Bahnschrift" panose="020B0502040204020203" pitchFamily="34" charset="0"/>
                </a:rPr>
                <a:t>Backend</a:t>
              </a:r>
              <a:endParaRPr lang="de-AT" sz="3000">
                <a:solidFill>
                  <a:schemeClr val="bg1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894E92C7-A994-D386-E991-BDCAA8C935C0}"/>
                </a:ext>
              </a:extLst>
            </p:cNvPr>
            <p:cNvSpPr txBox="1"/>
            <p:nvPr/>
          </p:nvSpPr>
          <p:spPr>
            <a:xfrm>
              <a:off x="431304" y="2632736"/>
              <a:ext cx="2466179" cy="28931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000" b="1">
                  <a:solidFill>
                    <a:schemeClr val="bg1"/>
                  </a:solidFill>
                </a:rPr>
                <a:t>Datenabfragen</a:t>
              </a:r>
            </a:p>
            <a:p>
              <a:endParaRPr lang="de-DE" sz="200" b="1">
                <a:solidFill>
                  <a:schemeClr val="bg1"/>
                </a:solidFill>
              </a:endParaRPr>
            </a:p>
            <a:p>
              <a:r>
                <a:rPr lang="de-DE" sz="2000" b="1" err="1">
                  <a:solidFill>
                    <a:schemeClr val="bg1"/>
                  </a:solidFill>
                </a:rPr>
                <a:t>Gerätekonfig</a:t>
              </a:r>
              <a:r>
                <a:rPr lang="de-DE" sz="2000" b="1">
                  <a:solidFill>
                    <a:schemeClr val="bg1"/>
                  </a:solidFill>
                </a:rPr>
                <a:t>-</a:t>
              </a:r>
            </a:p>
            <a:p>
              <a:r>
                <a:rPr lang="de-DE" sz="2000" b="1">
                  <a:solidFill>
                    <a:schemeClr val="bg1"/>
                  </a:solidFill>
                </a:rPr>
                <a:t>Verwaltung</a:t>
              </a:r>
            </a:p>
            <a:p>
              <a:endParaRPr lang="de-DE" b="1">
                <a:solidFill>
                  <a:schemeClr val="bg1"/>
                </a:solidFill>
              </a:endParaRPr>
            </a:p>
            <a:p>
              <a:r>
                <a:rPr lang="de-DE" sz="2000" b="1">
                  <a:solidFill>
                    <a:schemeClr val="bg1"/>
                  </a:solidFill>
                </a:rPr>
                <a:t>EPEX-Endpoints</a:t>
              </a:r>
            </a:p>
            <a:p>
              <a:endParaRPr lang="de-DE" sz="200" b="1">
                <a:solidFill>
                  <a:schemeClr val="bg1"/>
                </a:solidFill>
              </a:endParaRPr>
            </a:p>
            <a:p>
              <a:r>
                <a:rPr lang="de-DE" sz="2000" b="1" err="1">
                  <a:solidFill>
                    <a:schemeClr val="bg1"/>
                  </a:solidFill>
                </a:rPr>
                <a:t>Config</a:t>
              </a:r>
              <a:r>
                <a:rPr lang="de-DE" sz="2000" b="1">
                  <a:solidFill>
                    <a:schemeClr val="bg1"/>
                  </a:solidFill>
                </a:rPr>
                <a:t>-Endpoints</a:t>
              </a:r>
            </a:p>
            <a:p>
              <a:endParaRPr lang="de-DE" b="1">
                <a:solidFill>
                  <a:schemeClr val="bg1"/>
                </a:solidFill>
              </a:endParaRPr>
            </a:p>
            <a:p>
              <a:r>
                <a:rPr lang="de-DE" sz="2000" b="1">
                  <a:solidFill>
                    <a:schemeClr val="bg1"/>
                  </a:solidFill>
                </a:rPr>
                <a:t>Debugging</a:t>
              </a:r>
            </a:p>
            <a:p>
              <a:endParaRPr lang="de-DE" sz="200" b="1">
                <a:solidFill>
                  <a:schemeClr val="bg1"/>
                </a:solidFill>
              </a:endParaRPr>
            </a:p>
            <a:p>
              <a:r>
                <a:rPr lang="de-DE" sz="2000" b="1" err="1">
                  <a:solidFill>
                    <a:schemeClr val="bg1"/>
                  </a:solidFill>
                </a:rPr>
                <a:t>Deployment</a:t>
              </a:r>
              <a:endParaRPr lang="de-DE" sz="20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BC4DCF24-60DB-D2BE-7A9E-3646E2AED7B5}"/>
              </a:ext>
            </a:extLst>
          </p:cNvPr>
          <p:cNvGrpSpPr/>
          <p:nvPr/>
        </p:nvGrpSpPr>
        <p:grpSpPr>
          <a:xfrm>
            <a:off x="7626559" y="1914708"/>
            <a:ext cx="2628000" cy="4054887"/>
            <a:chOff x="269483" y="1865620"/>
            <a:chExt cx="2628000" cy="4054887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40" name="Rechteck: abgerundete Ecken 39">
              <a:extLst>
                <a:ext uri="{FF2B5EF4-FFF2-40B4-BE49-F238E27FC236}">
                  <a16:creationId xmlns:a16="http://schemas.microsoft.com/office/drawing/2014/main" id="{D74FFB25-B956-3CD0-CDBE-14A6C02C566A}"/>
                </a:ext>
              </a:extLst>
            </p:cNvPr>
            <p:cNvSpPr/>
            <p:nvPr/>
          </p:nvSpPr>
          <p:spPr>
            <a:xfrm>
              <a:off x="350664" y="1865620"/>
              <a:ext cx="2546819" cy="4054887"/>
            </a:xfrm>
            <a:prstGeom prst="round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cxnSp>
          <p:nvCxnSpPr>
            <p:cNvPr id="41" name="Gerader Verbinder 40">
              <a:extLst>
                <a:ext uri="{FF2B5EF4-FFF2-40B4-BE49-F238E27FC236}">
                  <a16:creationId xmlns:a16="http://schemas.microsoft.com/office/drawing/2014/main" id="{CFDEF344-0C0A-1AD8-EE96-96E8DF148EAD}"/>
                </a:ext>
              </a:extLst>
            </p:cNvPr>
            <p:cNvCxnSpPr>
              <a:cxnSpLocks/>
            </p:cNvCxnSpPr>
            <p:nvPr/>
          </p:nvCxnSpPr>
          <p:spPr>
            <a:xfrm>
              <a:off x="269483" y="2945719"/>
              <a:ext cx="2628000" cy="0"/>
            </a:xfrm>
            <a:prstGeom prst="line">
              <a:avLst/>
            </a:prstGeom>
            <a:grpFill/>
            <a:ln w="571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feld 41">
              <a:extLst>
                <a:ext uri="{FF2B5EF4-FFF2-40B4-BE49-F238E27FC236}">
                  <a16:creationId xmlns:a16="http://schemas.microsoft.com/office/drawing/2014/main" id="{9F69C120-20FE-E6E2-90CD-A4FF0CEBF36D}"/>
                </a:ext>
              </a:extLst>
            </p:cNvPr>
            <p:cNvSpPr txBox="1"/>
            <p:nvPr/>
          </p:nvSpPr>
          <p:spPr>
            <a:xfrm>
              <a:off x="440936" y="1865620"/>
              <a:ext cx="2366274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3000">
                  <a:solidFill>
                    <a:schemeClr val="bg1"/>
                  </a:solidFill>
                  <a:latin typeface="Bahnschrift" panose="020B0502040204020203" pitchFamily="34" charset="0"/>
                </a:rPr>
                <a:t>Projekt</a:t>
              </a:r>
            </a:p>
            <a:p>
              <a:pPr algn="ctr"/>
              <a:r>
                <a:rPr lang="de-DE" sz="3000">
                  <a:solidFill>
                    <a:schemeClr val="bg1"/>
                  </a:solidFill>
                  <a:latin typeface="Bahnschrift" panose="020B0502040204020203" pitchFamily="34" charset="0"/>
                </a:rPr>
                <a:t>Organisation</a:t>
              </a:r>
              <a:endParaRPr lang="de-AT" sz="3000">
                <a:solidFill>
                  <a:schemeClr val="bg1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FE31C2EF-47BF-AA13-E422-B5B2FFCA3996}"/>
                </a:ext>
              </a:extLst>
            </p:cNvPr>
            <p:cNvSpPr txBox="1"/>
            <p:nvPr/>
          </p:nvSpPr>
          <p:spPr>
            <a:xfrm>
              <a:off x="410251" y="3111411"/>
              <a:ext cx="2487232" cy="27699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000" b="1">
                  <a:solidFill>
                    <a:schemeClr val="bg1"/>
                  </a:solidFill>
                </a:rPr>
                <a:t>Projektkoordination</a:t>
              </a:r>
            </a:p>
            <a:p>
              <a:endParaRPr lang="de-DE" sz="200" b="1">
                <a:solidFill>
                  <a:schemeClr val="bg1"/>
                </a:solidFill>
              </a:endParaRPr>
            </a:p>
            <a:p>
              <a:r>
                <a:rPr lang="de-DE" sz="2000" b="1" err="1">
                  <a:solidFill>
                    <a:schemeClr val="bg1"/>
                  </a:solidFill>
                </a:rPr>
                <a:t>Github-Issues</a:t>
              </a:r>
              <a:endParaRPr lang="de-DE" sz="2000" b="1">
                <a:solidFill>
                  <a:schemeClr val="bg1"/>
                </a:solidFill>
              </a:endParaRPr>
            </a:p>
            <a:p>
              <a:endParaRPr lang="de-DE" sz="1500" b="1">
                <a:solidFill>
                  <a:schemeClr val="bg1"/>
                </a:solidFill>
              </a:endParaRPr>
            </a:p>
            <a:p>
              <a:r>
                <a:rPr lang="de-DE" sz="2000" b="1">
                  <a:solidFill>
                    <a:schemeClr val="bg1"/>
                  </a:solidFill>
                </a:rPr>
                <a:t>Dokumentation</a:t>
              </a:r>
            </a:p>
            <a:p>
              <a:endParaRPr lang="de-DE" sz="200" b="1">
                <a:solidFill>
                  <a:schemeClr val="bg1"/>
                </a:solidFill>
              </a:endParaRPr>
            </a:p>
            <a:p>
              <a:r>
                <a:rPr lang="de-DE" sz="2000" b="1">
                  <a:solidFill>
                    <a:schemeClr val="bg1"/>
                  </a:solidFill>
                </a:rPr>
                <a:t>Präsentationen</a:t>
              </a:r>
            </a:p>
            <a:p>
              <a:endParaRPr lang="de-DE" sz="200" b="1">
                <a:solidFill>
                  <a:schemeClr val="bg1"/>
                </a:solidFill>
              </a:endParaRPr>
            </a:p>
            <a:p>
              <a:r>
                <a:rPr lang="de-DE" sz="2000" b="1">
                  <a:solidFill>
                    <a:schemeClr val="bg1"/>
                  </a:solidFill>
                </a:rPr>
                <a:t>Diagramme</a:t>
              </a:r>
            </a:p>
            <a:p>
              <a:endParaRPr lang="de-DE" sz="1500" b="1">
                <a:solidFill>
                  <a:schemeClr val="bg1"/>
                </a:solidFill>
              </a:endParaRPr>
            </a:p>
            <a:p>
              <a:r>
                <a:rPr lang="de-DE" sz="2000" b="1">
                  <a:solidFill>
                    <a:schemeClr val="bg1"/>
                  </a:solidFill>
                </a:rPr>
                <a:t>ABA-Portal Einträge</a:t>
              </a:r>
            </a:p>
            <a:p>
              <a:endParaRPr lang="de-AT">
                <a:solidFill>
                  <a:schemeClr val="bg1"/>
                </a:solidFill>
              </a:endParaRPr>
            </a:p>
          </p:txBody>
        </p:sp>
      </p:grpSp>
      <p:sp>
        <p:nvSpPr>
          <p:cNvPr id="3" name="Textfeld 2">
            <a:extLst>
              <a:ext uri="{FF2B5EF4-FFF2-40B4-BE49-F238E27FC236}">
                <a16:creationId xmlns:a16="http://schemas.microsoft.com/office/drawing/2014/main" id="{02DD4EA9-7A9C-2EC3-850F-F4023BCC343D}"/>
              </a:ext>
            </a:extLst>
          </p:cNvPr>
          <p:cNvSpPr txBox="1"/>
          <p:nvPr/>
        </p:nvSpPr>
        <p:spPr>
          <a:xfrm>
            <a:off x="11123831" y="6298421"/>
            <a:ext cx="1005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>
                <a:solidFill>
                  <a:schemeClr val="bg1"/>
                </a:solidFill>
              </a:rPr>
              <a:t>13 / 30</a:t>
            </a:r>
          </a:p>
        </p:txBody>
      </p:sp>
    </p:spTree>
    <p:extLst>
      <p:ext uri="{BB962C8B-B14F-4D97-AF65-F5344CB8AC3E}">
        <p14:creationId xmlns:p14="http://schemas.microsoft.com/office/powerpoint/2010/main" val="1375868071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AAF8B4-7B21-53EE-49D3-DFA11F32C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151" y="869125"/>
            <a:ext cx="10515600" cy="834163"/>
          </a:xfrm>
        </p:spPr>
        <p:txBody>
          <a:bodyPr/>
          <a:lstStyle/>
          <a:p>
            <a:r>
              <a:rPr lang="de-AT"/>
              <a:t>Frontend Datenabfragen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58536A3-50C2-0951-7D3A-6CCF9F85A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762" y="1908581"/>
            <a:ext cx="11744005" cy="4011928"/>
          </a:xfrm>
        </p:spPr>
        <p:txBody>
          <a:bodyPr>
            <a:normAutofit/>
          </a:bodyPr>
          <a:lstStyle/>
          <a:p>
            <a:r>
              <a:rPr lang="de-AT"/>
              <a:t>Zentrale Helper-Komponente für CRUD-Operationen</a:t>
            </a:r>
          </a:p>
          <a:p>
            <a:endParaRPr lang="de-AT" sz="500"/>
          </a:p>
          <a:p>
            <a:r>
              <a:rPr lang="de-AT"/>
              <a:t>Servicebasierte Frontend-Architektur</a:t>
            </a:r>
          </a:p>
          <a:p>
            <a:pPr lvl="1"/>
            <a:r>
              <a:rPr lang="de-AT"/>
              <a:t>Klare Trennung von UI, Datenabfrage und Logik</a:t>
            </a:r>
          </a:p>
          <a:p>
            <a:pPr lvl="1"/>
            <a:r>
              <a:rPr lang="de-AT"/>
              <a:t>Einfache Erweiterbarkeit für neue Komponenten</a:t>
            </a:r>
          </a:p>
          <a:p>
            <a:pPr lvl="1"/>
            <a:endParaRPr lang="de-AT" sz="500"/>
          </a:p>
          <a:p>
            <a:pPr marL="228600" lvl="1">
              <a:spcBef>
                <a:spcPts val="1000"/>
              </a:spcBef>
            </a:pPr>
            <a:r>
              <a:rPr lang="de-AT" sz="2800"/>
              <a:t>Regelmäßige Backend-Statusabfragen</a:t>
            </a:r>
          </a:p>
          <a:p>
            <a:pPr lvl="1"/>
            <a:r>
              <a:rPr lang="de-DE"/>
              <a:t>Automatische Aktualisierung der Daten</a:t>
            </a:r>
          </a:p>
          <a:p>
            <a:pPr lvl="1"/>
            <a:r>
              <a:rPr lang="de-AT"/>
              <a:t>Dynamische Anpassung der Benutzeroberfläche</a:t>
            </a:r>
          </a:p>
          <a:p>
            <a:pPr lvl="1"/>
            <a:r>
              <a:rPr lang="de-AT"/>
              <a:t>„Unavailable States“ bei Verbindungsproblemen</a:t>
            </a:r>
          </a:p>
          <a:p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C56CACD-9356-12D0-82F4-3C3D6B8EA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13.05.2026</a:t>
            </a:fld>
            <a:endParaRPr lang="de-AT"/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1760F59F-EC05-1B68-9721-9938A1509DDC}"/>
              </a:ext>
            </a:extLst>
          </p:cNvPr>
          <p:cNvCxnSpPr/>
          <p:nvPr/>
        </p:nvCxnSpPr>
        <p:spPr>
          <a:xfrm>
            <a:off x="4483167" y="595281"/>
            <a:ext cx="185625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Grafik 6">
            <a:extLst>
              <a:ext uri="{FF2B5EF4-FFF2-40B4-BE49-F238E27FC236}">
                <a16:creationId xmlns:a16="http://schemas.microsoft.com/office/drawing/2014/main" id="{68ADDB6E-2052-4998-7D7B-66008587D8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1623"/>
          <a:stretch>
            <a:fillRect/>
          </a:stretch>
        </p:blipFill>
        <p:spPr>
          <a:xfrm>
            <a:off x="9688084" y="1103845"/>
            <a:ext cx="2337249" cy="229017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46A000D1-670D-C3F0-6523-A40225E4BCEA}"/>
              </a:ext>
            </a:extLst>
          </p:cNvPr>
          <p:cNvSpPr txBox="1"/>
          <p:nvPr/>
        </p:nvSpPr>
        <p:spPr>
          <a:xfrm>
            <a:off x="11123831" y="6298421"/>
            <a:ext cx="1005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>
                <a:solidFill>
                  <a:schemeClr val="bg1"/>
                </a:solidFill>
              </a:rPr>
              <a:t>14 / 30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342C8ADD-B790-F317-DD30-21E8EEDAE3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22" t="2536" r="1329" b="3615"/>
          <a:stretch>
            <a:fillRect/>
          </a:stretch>
        </p:blipFill>
        <p:spPr>
          <a:xfrm>
            <a:off x="7729494" y="3505548"/>
            <a:ext cx="4295839" cy="241496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61334040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A40F0-50F1-CC36-245B-30650BAF7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068A93-E0DF-1435-7DD9-9C8247BBF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317" y="895418"/>
            <a:ext cx="7741555" cy="834163"/>
          </a:xfrm>
        </p:spPr>
        <p:txBody>
          <a:bodyPr>
            <a:normAutofit/>
          </a:bodyPr>
          <a:lstStyle/>
          <a:p>
            <a:r>
              <a:rPr lang="de-DE"/>
              <a:t>Interaktive UI-Komponenten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1DE519A-524A-0542-C24A-0576935A1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13.05.2026</a:t>
            </a:fld>
            <a:endParaRPr lang="de-AT"/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A23385AE-A3CB-D90F-B2D1-17FAC5B15D1E}"/>
              </a:ext>
            </a:extLst>
          </p:cNvPr>
          <p:cNvCxnSpPr/>
          <p:nvPr/>
        </p:nvCxnSpPr>
        <p:spPr>
          <a:xfrm>
            <a:off x="4483167" y="595281"/>
            <a:ext cx="185625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feld 6">
            <a:extLst>
              <a:ext uri="{FF2B5EF4-FFF2-40B4-BE49-F238E27FC236}">
                <a16:creationId xmlns:a16="http://schemas.microsoft.com/office/drawing/2014/main" id="{59A77C05-C866-BD8F-B63B-49B937472990}"/>
              </a:ext>
            </a:extLst>
          </p:cNvPr>
          <p:cNvSpPr txBox="1"/>
          <p:nvPr/>
        </p:nvSpPr>
        <p:spPr>
          <a:xfrm>
            <a:off x="456177" y="2029717"/>
            <a:ext cx="6128730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DE" sz="2200"/>
              <a:t>Die Hauptseite (</a:t>
            </a:r>
            <a:r>
              <a:rPr lang="de-DE" sz="2200" i="1" err="1"/>
              <a:t>HomeScreen</a:t>
            </a:r>
            <a:r>
              <a:rPr lang="de-DE" sz="2200"/>
              <a:t>)</a:t>
            </a:r>
            <a:r>
              <a:rPr lang="de-AT" sz="2200"/>
              <a:t> ist aus mehreren</a:t>
            </a:r>
          </a:p>
          <a:p>
            <a:pPr algn="just"/>
            <a:r>
              <a:rPr lang="de-AT" sz="2200" b="1"/>
              <a:t>eigenständigen Komponenten </a:t>
            </a:r>
            <a:r>
              <a:rPr lang="de-AT" sz="2200"/>
              <a:t>aufgebaut.</a:t>
            </a:r>
          </a:p>
          <a:p>
            <a:pPr algn="just"/>
            <a:endParaRPr lang="de-AT" sz="2200"/>
          </a:p>
          <a:p>
            <a:pPr algn="just"/>
            <a:endParaRPr lang="de-AT" sz="2200"/>
          </a:p>
          <a:p>
            <a:pPr algn="just"/>
            <a:r>
              <a:rPr lang="de-AT" sz="2800" b="1"/>
              <a:t>HControlPanel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de-AT" sz="2600"/>
              <a:t>Modus-Auswahl (Manuell / Zeit / Auto)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de-AT" sz="2600"/>
              <a:t>Konfigurationsparameter</a:t>
            </a:r>
          </a:p>
          <a:p>
            <a:pPr algn="just"/>
            <a:endParaRPr lang="de-AT" sz="2200"/>
          </a:p>
          <a:p>
            <a:pPr algn="just"/>
            <a:endParaRPr lang="de-AT" sz="2200" b="1"/>
          </a:p>
          <a:p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070CCECE-8CE4-48FA-2501-A4A9676338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53" t="701" r="2266" b="1456"/>
          <a:stretch>
            <a:fillRect/>
          </a:stretch>
        </p:blipFill>
        <p:spPr>
          <a:xfrm>
            <a:off x="8088872" y="753932"/>
            <a:ext cx="2927307" cy="5350135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D4DC3572-A3BD-28D0-87B5-6F7DC5A762E0}"/>
              </a:ext>
            </a:extLst>
          </p:cNvPr>
          <p:cNvSpPr txBox="1"/>
          <p:nvPr/>
        </p:nvSpPr>
        <p:spPr>
          <a:xfrm>
            <a:off x="11123831" y="6298421"/>
            <a:ext cx="1005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>
                <a:solidFill>
                  <a:schemeClr val="bg1"/>
                </a:solidFill>
              </a:rPr>
              <a:t>15 / 30</a:t>
            </a:r>
          </a:p>
        </p:txBody>
      </p:sp>
    </p:spTree>
    <p:extLst>
      <p:ext uri="{BB962C8B-B14F-4D97-AF65-F5344CB8AC3E}">
        <p14:creationId xmlns:p14="http://schemas.microsoft.com/office/powerpoint/2010/main" val="3315736428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0C9FE-A829-5F0C-D4E4-143D73BF3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6ADF49-72C3-0AC8-E9B8-A31AC22F2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317" y="895418"/>
            <a:ext cx="7741555" cy="834163"/>
          </a:xfrm>
        </p:spPr>
        <p:txBody>
          <a:bodyPr>
            <a:normAutofit/>
          </a:bodyPr>
          <a:lstStyle/>
          <a:p>
            <a:r>
              <a:rPr lang="de-DE"/>
              <a:t>Interaktive UI-Komponenten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AB1CAAA-2F41-31AA-0A5C-37777F61F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13.05.2026</a:t>
            </a:fld>
            <a:endParaRPr lang="de-AT"/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78EC3029-0AD0-AAB5-C4D8-E60C9B573943}"/>
              </a:ext>
            </a:extLst>
          </p:cNvPr>
          <p:cNvCxnSpPr/>
          <p:nvPr/>
        </p:nvCxnSpPr>
        <p:spPr>
          <a:xfrm>
            <a:off x="4483167" y="595281"/>
            <a:ext cx="185625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feld 6">
            <a:extLst>
              <a:ext uri="{FF2B5EF4-FFF2-40B4-BE49-F238E27FC236}">
                <a16:creationId xmlns:a16="http://schemas.microsoft.com/office/drawing/2014/main" id="{97A5A83E-D12F-1067-37B5-631FBCADEA45}"/>
              </a:ext>
            </a:extLst>
          </p:cNvPr>
          <p:cNvSpPr txBox="1"/>
          <p:nvPr/>
        </p:nvSpPr>
        <p:spPr>
          <a:xfrm>
            <a:off x="456177" y="2029717"/>
            <a:ext cx="6128730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DE" sz="2200"/>
              <a:t>Die Hauptseite (</a:t>
            </a:r>
            <a:r>
              <a:rPr lang="de-DE" sz="2200" i="1" err="1"/>
              <a:t>HomeScreen</a:t>
            </a:r>
            <a:r>
              <a:rPr lang="de-DE" sz="2200"/>
              <a:t>)</a:t>
            </a:r>
            <a:r>
              <a:rPr lang="de-AT" sz="2200"/>
              <a:t> ist aus mehreren</a:t>
            </a:r>
          </a:p>
          <a:p>
            <a:pPr algn="just"/>
            <a:r>
              <a:rPr lang="de-AT" sz="2200" b="1"/>
              <a:t>eigenständigen Komponenten </a:t>
            </a:r>
            <a:r>
              <a:rPr lang="de-AT" sz="2200"/>
              <a:t>aufgebaut.</a:t>
            </a:r>
          </a:p>
          <a:p>
            <a:pPr algn="just"/>
            <a:endParaRPr lang="de-AT" sz="2200"/>
          </a:p>
          <a:p>
            <a:pPr algn="just"/>
            <a:endParaRPr lang="de-AT" sz="2200"/>
          </a:p>
          <a:p>
            <a:pPr algn="just"/>
            <a:r>
              <a:rPr lang="de-AT" sz="2800" b="1"/>
              <a:t>HControlPanel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de-AT" sz="2600"/>
              <a:t>Modus-Auswahl (Manuell / Zeit / Auto)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de-AT" sz="2600"/>
              <a:t>Konfigurationsparameter</a:t>
            </a:r>
          </a:p>
          <a:p>
            <a:pPr algn="just"/>
            <a:endParaRPr lang="de-AT" sz="2200"/>
          </a:p>
          <a:p>
            <a:pPr algn="just"/>
            <a:endParaRPr lang="de-AT" sz="2200" b="1"/>
          </a:p>
          <a:p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2C7C14BE-0F7A-17FC-D8EB-821EDCE6B2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08"/>
          <a:stretch>
            <a:fillRect/>
          </a:stretch>
        </p:blipFill>
        <p:spPr>
          <a:xfrm>
            <a:off x="8027082" y="850569"/>
            <a:ext cx="2967658" cy="5112013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76AD6938-782A-834D-50E0-A04E956FEF02}"/>
              </a:ext>
            </a:extLst>
          </p:cNvPr>
          <p:cNvSpPr txBox="1"/>
          <p:nvPr/>
        </p:nvSpPr>
        <p:spPr>
          <a:xfrm>
            <a:off x="11123831" y="6298421"/>
            <a:ext cx="1005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>
                <a:solidFill>
                  <a:schemeClr val="bg1"/>
                </a:solidFill>
              </a:rPr>
              <a:t>15 / 30</a:t>
            </a:r>
          </a:p>
        </p:txBody>
      </p:sp>
    </p:spTree>
    <p:extLst>
      <p:ext uri="{BB962C8B-B14F-4D97-AF65-F5344CB8AC3E}">
        <p14:creationId xmlns:p14="http://schemas.microsoft.com/office/powerpoint/2010/main" val="39067312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D2AC6-C26D-3BFE-6957-5B50681CE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D4226C-34CC-6ADA-EF1A-217B4D7A1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317" y="895418"/>
            <a:ext cx="7741555" cy="834163"/>
          </a:xfrm>
        </p:spPr>
        <p:txBody>
          <a:bodyPr>
            <a:normAutofit/>
          </a:bodyPr>
          <a:lstStyle/>
          <a:p>
            <a:r>
              <a:rPr lang="de-DE"/>
              <a:t>Interaktive UI-Komponenten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D6DE126-FAB4-6094-33C3-AF3FC3B46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13.05.2026</a:t>
            </a:fld>
            <a:endParaRPr lang="de-AT"/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70069029-DA9B-603E-62A2-D571FB96D246}"/>
              </a:ext>
            </a:extLst>
          </p:cNvPr>
          <p:cNvCxnSpPr/>
          <p:nvPr/>
        </p:nvCxnSpPr>
        <p:spPr>
          <a:xfrm>
            <a:off x="4483167" y="595281"/>
            <a:ext cx="185625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feld 6">
            <a:extLst>
              <a:ext uri="{FF2B5EF4-FFF2-40B4-BE49-F238E27FC236}">
                <a16:creationId xmlns:a16="http://schemas.microsoft.com/office/drawing/2014/main" id="{413DC3D4-14BC-95C1-630F-F67A4FE0C3FC}"/>
              </a:ext>
            </a:extLst>
          </p:cNvPr>
          <p:cNvSpPr txBox="1"/>
          <p:nvPr/>
        </p:nvSpPr>
        <p:spPr>
          <a:xfrm>
            <a:off x="456177" y="2029717"/>
            <a:ext cx="5883245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DE" sz="2200"/>
              <a:t>Die Hauptseite (</a:t>
            </a:r>
            <a:r>
              <a:rPr lang="de-DE" sz="2200" i="1" err="1"/>
              <a:t>HomeScreen</a:t>
            </a:r>
            <a:r>
              <a:rPr lang="de-DE" sz="2200"/>
              <a:t>)</a:t>
            </a:r>
            <a:r>
              <a:rPr lang="de-AT" sz="2200"/>
              <a:t> ist aus mehreren</a:t>
            </a:r>
          </a:p>
          <a:p>
            <a:pPr algn="just"/>
            <a:r>
              <a:rPr lang="de-AT" sz="2200" b="1"/>
              <a:t>eigenständigen Komponenten </a:t>
            </a:r>
            <a:r>
              <a:rPr lang="de-AT" sz="2200"/>
              <a:t>aufgebaut.</a:t>
            </a:r>
          </a:p>
          <a:p>
            <a:pPr algn="just"/>
            <a:endParaRPr lang="de-AT" sz="2200"/>
          </a:p>
          <a:p>
            <a:pPr algn="just"/>
            <a:r>
              <a:rPr lang="de-AT" sz="2800" b="1" err="1"/>
              <a:t>HForecast</a:t>
            </a:r>
            <a:endParaRPr lang="de-AT" sz="2800" b="1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de-AT" sz="2600"/>
              <a:t>Ertragsvorhersage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de-AT" sz="2600"/>
              <a:t>Externe Open-Meteo API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de-AT" sz="2600"/>
              <a:t>Grundlage für </a:t>
            </a:r>
            <a:r>
              <a:rPr lang="de-AT" sz="2600" err="1"/>
              <a:t>Automatic</a:t>
            </a:r>
            <a:r>
              <a:rPr lang="de-AT" sz="2600"/>
              <a:t>-Mode</a:t>
            </a:r>
          </a:p>
          <a:p>
            <a:pPr algn="just"/>
            <a:endParaRPr lang="de-AT" sz="2800" b="1"/>
          </a:p>
          <a:p>
            <a:pPr algn="just"/>
            <a:endParaRPr lang="de-AT" sz="2800" b="1"/>
          </a:p>
          <a:p>
            <a:pPr marL="342900" indent="-342900" algn="just">
              <a:buFontTx/>
              <a:buChar char="-"/>
            </a:pPr>
            <a:r>
              <a:rPr lang="de-AT" sz="2000"/>
              <a:t>HControlPanel</a:t>
            </a:r>
          </a:p>
          <a:p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85283E2-1BFF-F99D-6CD4-79D274985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373" y="2786158"/>
            <a:ext cx="4779381" cy="1771065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F9055E6E-B5F9-6822-477F-D1A29E80E982}"/>
              </a:ext>
            </a:extLst>
          </p:cNvPr>
          <p:cNvSpPr txBox="1"/>
          <p:nvPr/>
        </p:nvSpPr>
        <p:spPr>
          <a:xfrm>
            <a:off x="11123831" y="6298421"/>
            <a:ext cx="1005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>
                <a:solidFill>
                  <a:schemeClr val="bg1"/>
                </a:solidFill>
              </a:rPr>
              <a:t>16 / 30</a:t>
            </a:r>
          </a:p>
        </p:txBody>
      </p:sp>
    </p:spTree>
    <p:extLst>
      <p:ext uri="{BB962C8B-B14F-4D97-AF65-F5344CB8AC3E}">
        <p14:creationId xmlns:p14="http://schemas.microsoft.com/office/powerpoint/2010/main" val="19826783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CB6BB-8B31-D463-965E-8F70313BB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0988E8-FC7F-909A-F39E-C87BFA044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317" y="895418"/>
            <a:ext cx="7741555" cy="834163"/>
          </a:xfrm>
        </p:spPr>
        <p:txBody>
          <a:bodyPr>
            <a:normAutofit/>
          </a:bodyPr>
          <a:lstStyle/>
          <a:p>
            <a:r>
              <a:rPr lang="de-DE"/>
              <a:t>Interaktive UI-Komponenten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0CD733E-FAFB-7D55-1C39-9D39A0FC7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13.05.2026</a:t>
            </a:fld>
            <a:endParaRPr lang="de-AT"/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08F99447-7576-E160-D50E-A4AAAB67267A}"/>
              </a:ext>
            </a:extLst>
          </p:cNvPr>
          <p:cNvCxnSpPr/>
          <p:nvPr/>
        </p:nvCxnSpPr>
        <p:spPr>
          <a:xfrm>
            <a:off x="4483167" y="595281"/>
            <a:ext cx="185625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feld 6">
            <a:extLst>
              <a:ext uri="{FF2B5EF4-FFF2-40B4-BE49-F238E27FC236}">
                <a16:creationId xmlns:a16="http://schemas.microsoft.com/office/drawing/2014/main" id="{97B3FA28-BDB4-D14C-026E-2AF952B71D75}"/>
              </a:ext>
            </a:extLst>
          </p:cNvPr>
          <p:cNvSpPr txBox="1"/>
          <p:nvPr/>
        </p:nvSpPr>
        <p:spPr>
          <a:xfrm>
            <a:off x="456177" y="2029717"/>
            <a:ext cx="588324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DE" sz="2200"/>
              <a:t>Die Hauptseite (</a:t>
            </a:r>
            <a:r>
              <a:rPr lang="de-DE" sz="2200" i="1" err="1"/>
              <a:t>HomeScreen</a:t>
            </a:r>
            <a:r>
              <a:rPr lang="de-DE" sz="2200"/>
              <a:t>)</a:t>
            </a:r>
            <a:r>
              <a:rPr lang="de-AT" sz="2200"/>
              <a:t> ist aus mehreren</a:t>
            </a:r>
          </a:p>
          <a:p>
            <a:pPr algn="just"/>
            <a:r>
              <a:rPr lang="de-AT" sz="2200" b="1"/>
              <a:t>eigenständigen Komponenten </a:t>
            </a:r>
            <a:r>
              <a:rPr lang="de-AT" sz="2200"/>
              <a:t>aufgebaut.</a:t>
            </a:r>
          </a:p>
          <a:p>
            <a:pPr algn="just"/>
            <a:endParaRPr lang="de-AT" sz="2200"/>
          </a:p>
          <a:p>
            <a:pPr algn="just"/>
            <a:r>
              <a:rPr lang="de-AT" sz="2800" b="1" err="1"/>
              <a:t>HPrices</a:t>
            </a:r>
            <a:endParaRPr lang="de-AT" sz="2800" b="1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de-AT" sz="2600"/>
              <a:t>Aktuelle EPEX-Strompreise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de-AT" sz="2600"/>
              <a:t>Zusätzliche Offset-Konfiguration</a:t>
            </a:r>
          </a:p>
          <a:p>
            <a:pPr algn="just"/>
            <a:endParaRPr lang="de-AT" sz="2200"/>
          </a:p>
          <a:p>
            <a:pPr algn="just"/>
            <a:endParaRPr lang="de-AT" sz="2200"/>
          </a:p>
          <a:p>
            <a:pPr algn="just"/>
            <a:endParaRPr lang="de-AT" sz="2200"/>
          </a:p>
          <a:p>
            <a:pPr marL="342900" indent="-342900" algn="just">
              <a:buFontTx/>
              <a:buChar char="-"/>
            </a:pPr>
            <a:r>
              <a:rPr lang="de-AT" sz="2000" err="1"/>
              <a:t>HForecast</a:t>
            </a:r>
            <a:endParaRPr lang="de-AT" sz="2800" b="1"/>
          </a:p>
          <a:p>
            <a:pPr marL="342900" indent="-342900" algn="just">
              <a:buFontTx/>
              <a:buChar char="-"/>
            </a:pPr>
            <a:r>
              <a:rPr lang="de-AT" sz="2000"/>
              <a:t>HControlPanel</a:t>
            </a:r>
          </a:p>
          <a:p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CAABACE3-803D-6902-F923-E2E947721C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4" t="2382" r="1040" b="1913"/>
          <a:stretch>
            <a:fillRect/>
          </a:stretch>
        </p:blipFill>
        <p:spPr>
          <a:xfrm>
            <a:off x="7175381" y="1862284"/>
            <a:ext cx="4466343" cy="3133432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CFA14EDA-D70D-EE3B-27D5-5A75BF920EEF}"/>
              </a:ext>
            </a:extLst>
          </p:cNvPr>
          <p:cNvSpPr txBox="1"/>
          <p:nvPr/>
        </p:nvSpPr>
        <p:spPr>
          <a:xfrm>
            <a:off x="11123831" y="6298421"/>
            <a:ext cx="1005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>
                <a:solidFill>
                  <a:schemeClr val="bg1"/>
                </a:solidFill>
              </a:rPr>
              <a:t>17 / 30</a:t>
            </a:r>
          </a:p>
        </p:txBody>
      </p:sp>
    </p:spTree>
    <p:extLst>
      <p:ext uri="{BB962C8B-B14F-4D97-AF65-F5344CB8AC3E}">
        <p14:creationId xmlns:p14="http://schemas.microsoft.com/office/powerpoint/2010/main" val="2335461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C28BA-BB05-BA01-C2DA-3339E9BE1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B7A2C6-C363-FA04-379B-40BBA61E4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317" y="895418"/>
            <a:ext cx="7741555" cy="834163"/>
          </a:xfrm>
        </p:spPr>
        <p:txBody>
          <a:bodyPr>
            <a:normAutofit/>
          </a:bodyPr>
          <a:lstStyle/>
          <a:p>
            <a:r>
              <a:rPr lang="de-DE"/>
              <a:t>Interaktive UI-Komponenten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F4A3564-C9D3-CD71-5BD7-9884145A7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13.05.2026</a:t>
            </a:fld>
            <a:endParaRPr lang="de-AT"/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4FCE5F75-FD1E-21E8-81B1-61D030AC4A8B}"/>
              </a:ext>
            </a:extLst>
          </p:cNvPr>
          <p:cNvCxnSpPr/>
          <p:nvPr/>
        </p:nvCxnSpPr>
        <p:spPr>
          <a:xfrm>
            <a:off x="4483167" y="595281"/>
            <a:ext cx="185625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feld 6">
            <a:extLst>
              <a:ext uri="{FF2B5EF4-FFF2-40B4-BE49-F238E27FC236}">
                <a16:creationId xmlns:a16="http://schemas.microsoft.com/office/drawing/2014/main" id="{29289926-1AB4-282A-073B-0DD028F11DCB}"/>
              </a:ext>
            </a:extLst>
          </p:cNvPr>
          <p:cNvSpPr txBox="1"/>
          <p:nvPr/>
        </p:nvSpPr>
        <p:spPr>
          <a:xfrm>
            <a:off x="456177" y="2029717"/>
            <a:ext cx="5883245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DE" sz="2200"/>
              <a:t>Die Hauptseite (</a:t>
            </a:r>
            <a:r>
              <a:rPr lang="de-DE" sz="2200" i="1" err="1"/>
              <a:t>HomeScreen</a:t>
            </a:r>
            <a:r>
              <a:rPr lang="de-DE" sz="2200"/>
              <a:t>)</a:t>
            </a:r>
            <a:r>
              <a:rPr lang="de-AT" sz="2200"/>
              <a:t> ist aus mehreren</a:t>
            </a:r>
          </a:p>
          <a:p>
            <a:pPr algn="just"/>
            <a:r>
              <a:rPr lang="de-AT" sz="2200" b="1"/>
              <a:t>eigenständigen Komponenten </a:t>
            </a:r>
            <a:r>
              <a:rPr lang="de-AT" sz="2200"/>
              <a:t>aufgebaut.</a:t>
            </a:r>
          </a:p>
          <a:p>
            <a:pPr algn="just"/>
            <a:endParaRPr lang="de-AT" sz="2200"/>
          </a:p>
          <a:p>
            <a:pPr algn="just"/>
            <a:r>
              <a:rPr lang="de-AT" sz="2800" b="1" err="1"/>
              <a:t>HWallbox</a:t>
            </a:r>
            <a:endParaRPr lang="de-AT" sz="2800" b="1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de-AT" sz="2600"/>
              <a:t>GO-E Wallbox Status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de-AT" sz="2600"/>
              <a:t>Ladesteuerung &amp; Ampereanpassung</a:t>
            </a:r>
          </a:p>
          <a:p>
            <a:pPr algn="just"/>
            <a:endParaRPr lang="de-AT" sz="2200"/>
          </a:p>
          <a:p>
            <a:pPr algn="just"/>
            <a:endParaRPr lang="de-AT" sz="2000"/>
          </a:p>
          <a:p>
            <a:pPr marL="342900" indent="-342900" algn="just">
              <a:buFontTx/>
              <a:buChar char="-"/>
            </a:pPr>
            <a:r>
              <a:rPr lang="de-AT" sz="2000" err="1"/>
              <a:t>HPrices</a:t>
            </a:r>
            <a:endParaRPr lang="de-AT" sz="2200"/>
          </a:p>
          <a:p>
            <a:pPr marL="342900" indent="-342900" algn="just">
              <a:buFontTx/>
              <a:buChar char="-"/>
            </a:pPr>
            <a:r>
              <a:rPr lang="de-AT" sz="2000" err="1"/>
              <a:t>HForecast</a:t>
            </a:r>
            <a:endParaRPr lang="de-AT" sz="2800" b="1"/>
          </a:p>
          <a:p>
            <a:pPr marL="342900" indent="-342900" algn="just">
              <a:buFontTx/>
              <a:buChar char="-"/>
            </a:pPr>
            <a:r>
              <a:rPr lang="de-AT" sz="2000"/>
              <a:t>HControlPanel</a:t>
            </a:r>
          </a:p>
          <a:p>
            <a:endParaRPr lang="de-DE"/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AAD5FD92-2C97-99DB-C905-42C50D8FAA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4618" y="1202034"/>
            <a:ext cx="3471205" cy="4805263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EA3E3238-103B-0929-1E65-6930696459A5}"/>
              </a:ext>
            </a:extLst>
          </p:cNvPr>
          <p:cNvSpPr txBox="1"/>
          <p:nvPr/>
        </p:nvSpPr>
        <p:spPr>
          <a:xfrm>
            <a:off x="11123831" y="6298421"/>
            <a:ext cx="1005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>
                <a:solidFill>
                  <a:schemeClr val="bg1"/>
                </a:solidFill>
              </a:rPr>
              <a:t>18 / 30</a:t>
            </a:r>
          </a:p>
        </p:txBody>
      </p:sp>
    </p:spTree>
    <p:extLst>
      <p:ext uri="{BB962C8B-B14F-4D97-AF65-F5344CB8AC3E}">
        <p14:creationId xmlns:p14="http://schemas.microsoft.com/office/powerpoint/2010/main" val="19277438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80D13-C660-CEEE-BD56-BD2BA37FB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96EAB8-87B6-CFC5-68C4-7ABDAD893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317" y="895418"/>
            <a:ext cx="7741555" cy="834163"/>
          </a:xfrm>
        </p:spPr>
        <p:txBody>
          <a:bodyPr>
            <a:normAutofit/>
          </a:bodyPr>
          <a:lstStyle/>
          <a:p>
            <a:r>
              <a:rPr lang="de-DE"/>
              <a:t>Interaktive UI-Komponenten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4AFC7F4-7D27-5D3D-7B19-57279384C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13.05.2026</a:t>
            </a:fld>
            <a:endParaRPr lang="de-AT"/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2FCCDF69-B3AD-9026-6ADB-EB718612E5F5}"/>
              </a:ext>
            </a:extLst>
          </p:cNvPr>
          <p:cNvCxnSpPr/>
          <p:nvPr/>
        </p:nvCxnSpPr>
        <p:spPr>
          <a:xfrm>
            <a:off x="4483167" y="595281"/>
            <a:ext cx="185625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feld 6">
            <a:extLst>
              <a:ext uri="{FF2B5EF4-FFF2-40B4-BE49-F238E27FC236}">
                <a16:creationId xmlns:a16="http://schemas.microsoft.com/office/drawing/2014/main" id="{83DF395F-3AF5-0725-DC5D-C1BB80D0AF6B}"/>
              </a:ext>
            </a:extLst>
          </p:cNvPr>
          <p:cNvSpPr txBox="1"/>
          <p:nvPr/>
        </p:nvSpPr>
        <p:spPr>
          <a:xfrm>
            <a:off x="456177" y="2029717"/>
            <a:ext cx="5883245" cy="4262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DE" sz="2200"/>
              <a:t>Die Hauptseite (</a:t>
            </a:r>
            <a:r>
              <a:rPr lang="de-DE" sz="2200" i="1" err="1"/>
              <a:t>HomeScreen</a:t>
            </a:r>
            <a:r>
              <a:rPr lang="de-DE" sz="2200"/>
              <a:t>)</a:t>
            </a:r>
            <a:r>
              <a:rPr lang="de-AT" sz="2200"/>
              <a:t> ist aus mehreren</a:t>
            </a:r>
          </a:p>
          <a:p>
            <a:pPr algn="just"/>
            <a:r>
              <a:rPr lang="de-AT" sz="2200" b="1"/>
              <a:t>eigenständigen Komponenten </a:t>
            </a:r>
            <a:r>
              <a:rPr lang="de-AT" sz="2200"/>
              <a:t>aufgebaut.</a:t>
            </a:r>
          </a:p>
          <a:p>
            <a:pPr algn="just"/>
            <a:endParaRPr lang="de-AT" sz="2200"/>
          </a:p>
          <a:p>
            <a:pPr algn="just"/>
            <a:r>
              <a:rPr lang="de-AT" sz="2800" b="1" err="1"/>
              <a:t>HBoiler</a:t>
            </a:r>
            <a:endParaRPr lang="de-AT" sz="2800" b="1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de-AT" sz="2600"/>
              <a:t>Temperaturanzeige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de-AT" sz="2600"/>
              <a:t>Manuelles Heizen des Boilers</a:t>
            </a:r>
          </a:p>
          <a:p>
            <a:pPr algn="just"/>
            <a:endParaRPr lang="de-AT" sz="2200"/>
          </a:p>
          <a:p>
            <a:pPr algn="just"/>
            <a:endParaRPr lang="de-AT" sz="500"/>
          </a:p>
          <a:p>
            <a:pPr marL="342900" indent="-342900" algn="just">
              <a:buFontTx/>
              <a:buChar char="-"/>
            </a:pPr>
            <a:r>
              <a:rPr lang="de-AT" sz="2000" err="1"/>
              <a:t>HWallbox</a:t>
            </a:r>
            <a:endParaRPr lang="de-AT" sz="2000"/>
          </a:p>
          <a:p>
            <a:pPr marL="342900" indent="-342900" algn="just">
              <a:buFontTx/>
              <a:buChar char="-"/>
            </a:pPr>
            <a:r>
              <a:rPr lang="de-AT" sz="2000" err="1"/>
              <a:t>HPrices</a:t>
            </a:r>
            <a:endParaRPr lang="de-AT" sz="2200"/>
          </a:p>
          <a:p>
            <a:pPr marL="342900" indent="-342900" algn="just">
              <a:buFontTx/>
              <a:buChar char="-"/>
            </a:pPr>
            <a:r>
              <a:rPr lang="de-AT" sz="2000" err="1"/>
              <a:t>HForecast</a:t>
            </a:r>
            <a:endParaRPr lang="de-AT" sz="2800" b="1"/>
          </a:p>
          <a:p>
            <a:pPr marL="342900" indent="-342900" algn="just">
              <a:buFontTx/>
              <a:buChar char="-"/>
            </a:pPr>
            <a:r>
              <a:rPr lang="de-AT" sz="2000"/>
              <a:t>HControlPanel</a:t>
            </a:r>
          </a:p>
          <a:p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82002C9C-411A-C1B7-C623-7C5CCAE8B7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91" t="1066" r="1641" b="984"/>
          <a:stretch>
            <a:fillRect/>
          </a:stretch>
        </p:blipFill>
        <p:spPr>
          <a:xfrm>
            <a:off x="7628181" y="1362394"/>
            <a:ext cx="4334965" cy="4401204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7A8E2222-BDC9-80F8-6A6C-B0A63A57EBFC}"/>
              </a:ext>
            </a:extLst>
          </p:cNvPr>
          <p:cNvSpPr txBox="1"/>
          <p:nvPr/>
        </p:nvSpPr>
        <p:spPr>
          <a:xfrm>
            <a:off x="11123831" y="6298421"/>
            <a:ext cx="1005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>
                <a:solidFill>
                  <a:schemeClr val="bg1"/>
                </a:solidFill>
              </a:rPr>
              <a:t>19 / 30</a:t>
            </a:r>
          </a:p>
        </p:txBody>
      </p:sp>
    </p:spTree>
    <p:extLst>
      <p:ext uri="{BB962C8B-B14F-4D97-AF65-F5344CB8AC3E}">
        <p14:creationId xmlns:p14="http://schemas.microsoft.com/office/powerpoint/2010/main" val="26303650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F58D8-BC58-B607-641A-F3FF06F10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38A9CFA-57C4-B036-AD24-780C93B7B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13.05.2026</a:t>
            </a:fld>
            <a:endParaRPr lang="de-AT"/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25353220-9B8C-F98D-2566-BD123D2DA265}"/>
              </a:ext>
            </a:extLst>
          </p:cNvPr>
          <p:cNvCxnSpPr/>
          <p:nvPr/>
        </p:nvCxnSpPr>
        <p:spPr>
          <a:xfrm>
            <a:off x="4483167" y="595281"/>
            <a:ext cx="185625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feld 6">
            <a:extLst>
              <a:ext uri="{FF2B5EF4-FFF2-40B4-BE49-F238E27FC236}">
                <a16:creationId xmlns:a16="http://schemas.microsoft.com/office/drawing/2014/main" id="{00335981-B28B-10E6-3706-F0F9CFE1DCB2}"/>
              </a:ext>
            </a:extLst>
          </p:cNvPr>
          <p:cNvSpPr txBox="1"/>
          <p:nvPr/>
        </p:nvSpPr>
        <p:spPr>
          <a:xfrm>
            <a:off x="162789" y="822348"/>
            <a:ext cx="6176633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AT" sz="2800" b="1"/>
              <a:t>Steuerungsablauf einer Komponente</a:t>
            </a:r>
          </a:p>
          <a:p>
            <a:pPr algn="just"/>
            <a:r>
              <a:rPr lang="de-AT" sz="2600" b="1" i="1">
                <a:solidFill>
                  <a:schemeClr val="bg1">
                    <a:lumMod val="65000"/>
                  </a:schemeClr>
                </a:solidFill>
              </a:rPr>
              <a:t>Beispiel </a:t>
            </a:r>
            <a:r>
              <a:rPr lang="de-AT" sz="2600" b="1" i="1" err="1">
                <a:solidFill>
                  <a:schemeClr val="bg1">
                    <a:lumMod val="65000"/>
                  </a:schemeClr>
                </a:solidFill>
              </a:rPr>
              <a:t>HBoiler</a:t>
            </a:r>
            <a:endParaRPr lang="de-AT" sz="2600" b="1" i="1">
              <a:solidFill>
                <a:schemeClr val="bg1">
                  <a:lumMod val="65000"/>
                </a:schemeClr>
              </a:solidFill>
            </a:endParaRPr>
          </a:p>
          <a:p>
            <a:pPr algn="just"/>
            <a:endParaRPr lang="de-AT" sz="2600" b="1" i="1">
              <a:solidFill>
                <a:schemeClr val="bg1">
                  <a:lumMod val="65000"/>
                </a:schemeClr>
              </a:solidFill>
            </a:endParaRPr>
          </a:p>
          <a:p>
            <a:pPr marL="457200" indent="-457200" algn="just">
              <a:buAutoNum type="arabicPeriod"/>
            </a:pPr>
            <a:r>
              <a:rPr lang="de-AT" sz="2200" b="1"/>
              <a:t>Anzeige – Aktuelle Temperatur &amp; Heizstatus 		vom Backend</a:t>
            </a:r>
          </a:p>
          <a:p>
            <a:pPr algn="just"/>
            <a:endParaRPr lang="de-AT" sz="2600" b="1" i="1"/>
          </a:p>
          <a:p>
            <a:pPr algn="just"/>
            <a:endParaRPr lang="de-AT" sz="2200"/>
          </a:p>
          <a:p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57311FC-67BD-D4CC-0394-CB01935E7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419" y="3890803"/>
            <a:ext cx="5664586" cy="2190633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C4651D7E-E604-4650-90FA-90473B843F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02" t="2306" r="2757" b="2557"/>
          <a:stretch>
            <a:fillRect/>
          </a:stretch>
        </p:blipFill>
        <p:spPr>
          <a:xfrm>
            <a:off x="7788604" y="1215117"/>
            <a:ext cx="4240607" cy="2392137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D9394FC3-83EA-A10A-502C-2DE63CBE88A5}"/>
              </a:ext>
            </a:extLst>
          </p:cNvPr>
          <p:cNvSpPr txBox="1"/>
          <p:nvPr/>
        </p:nvSpPr>
        <p:spPr>
          <a:xfrm>
            <a:off x="11123831" y="6298421"/>
            <a:ext cx="1005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>
                <a:solidFill>
                  <a:schemeClr val="bg1"/>
                </a:solidFill>
              </a:rPr>
              <a:t>20 / 30</a:t>
            </a:r>
          </a:p>
        </p:txBody>
      </p:sp>
    </p:spTree>
    <p:extLst>
      <p:ext uri="{BB962C8B-B14F-4D97-AF65-F5344CB8AC3E}">
        <p14:creationId xmlns:p14="http://schemas.microsoft.com/office/powerpoint/2010/main" val="12088656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B6CFE-355C-E315-E652-BE1890679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22F73E2-145B-A4A8-F736-B53AE58A2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13.05.2026</a:t>
            </a:fld>
            <a:endParaRPr lang="de-AT"/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9E236FBE-A03E-036B-F453-67933E65EDA6}"/>
              </a:ext>
            </a:extLst>
          </p:cNvPr>
          <p:cNvCxnSpPr/>
          <p:nvPr/>
        </p:nvCxnSpPr>
        <p:spPr>
          <a:xfrm>
            <a:off x="4483167" y="595281"/>
            <a:ext cx="185625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feld 6">
            <a:extLst>
              <a:ext uri="{FF2B5EF4-FFF2-40B4-BE49-F238E27FC236}">
                <a16:creationId xmlns:a16="http://schemas.microsoft.com/office/drawing/2014/main" id="{362E4F97-8958-4382-8D13-CEE7492F154D}"/>
              </a:ext>
            </a:extLst>
          </p:cNvPr>
          <p:cNvSpPr txBox="1"/>
          <p:nvPr/>
        </p:nvSpPr>
        <p:spPr>
          <a:xfrm>
            <a:off x="162789" y="822348"/>
            <a:ext cx="650803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AT" sz="2800" b="1"/>
              <a:t>Steuerungsablauf einer Komponente</a:t>
            </a:r>
          </a:p>
          <a:p>
            <a:pPr algn="just"/>
            <a:r>
              <a:rPr lang="de-AT" sz="2600" b="1" i="1">
                <a:solidFill>
                  <a:schemeClr val="bg1">
                    <a:lumMod val="65000"/>
                  </a:schemeClr>
                </a:solidFill>
              </a:rPr>
              <a:t>Beispiel </a:t>
            </a:r>
            <a:r>
              <a:rPr lang="de-AT" sz="2600" b="1" i="1" err="1">
                <a:solidFill>
                  <a:schemeClr val="bg1">
                    <a:lumMod val="65000"/>
                  </a:schemeClr>
                </a:solidFill>
              </a:rPr>
              <a:t>HBoiler</a:t>
            </a:r>
            <a:endParaRPr lang="de-AT" sz="2600" b="1" i="1">
              <a:solidFill>
                <a:schemeClr val="bg1">
                  <a:lumMod val="65000"/>
                </a:schemeClr>
              </a:solidFill>
            </a:endParaRPr>
          </a:p>
          <a:p>
            <a:pPr algn="just"/>
            <a:endParaRPr lang="de-AT" sz="2600" b="1" i="1">
              <a:solidFill>
                <a:schemeClr val="bg1">
                  <a:lumMod val="65000"/>
                </a:schemeClr>
              </a:solidFill>
            </a:endParaRPr>
          </a:p>
          <a:p>
            <a:pPr marL="457200" indent="-457200" algn="just">
              <a:buAutoNum type="arabicPeriod"/>
            </a:pPr>
            <a:r>
              <a:rPr lang="de-AT" sz="2200"/>
              <a:t>Anzeige </a:t>
            </a:r>
            <a:endParaRPr lang="de-AT" sz="2200">
              <a:solidFill>
                <a:schemeClr val="bg1"/>
              </a:solidFill>
            </a:endParaRPr>
          </a:p>
          <a:p>
            <a:pPr marL="457200" indent="-457200" algn="just">
              <a:buAutoNum type="arabicPeriod"/>
            </a:pPr>
            <a:endParaRPr lang="de-AT" sz="500"/>
          </a:p>
          <a:p>
            <a:pPr marL="457200" indent="-457200" algn="just">
              <a:buAutoNum type="arabicPeriod"/>
            </a:pPr>
            <a:endParaRPr lang="de-AT" sz="500" b="1"/>
          </a:p>
          <a:p>
            <a:pPr marL="457200" indent="-457200" algn="just">
              <a:buAutoNum type="arabicPeriod"/>
            </a:pPr>
            <a:r>
              <a:rPr lang="de-AT" sz="2200" b="1"/>
              <a:t>Benutzerinteraktion : Manuelle Steuerung EIN</a:t>
            </a:r>
          </a:p>
          <a:p>
            <a:pPr algn="just"/>
            <a:endParaRPr lang="de-AT" sz="2600" b="1" i="1"/>
          </a:p>
          <a:p>
            <a:pPr algn="just"/>
            <a:endParaRPr lang="de-AT" sz="2200"/>
          </a:p>
          <a:p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D7FAB48-BC3C-01A9-2695-7BA5DCB3D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164" y="5213669"/>
            <a:ext cx="6253514" cy="821983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C0C72916-E264-1028-C96D-4984AE1D61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51" t="1600" r="1400" b="1285"/>
          <a:stretch>
            <a:fillRect/>
          </a:stretch>
        </p:blipFill>
        <p:spPr>
          <a:xfrm>
            <a:off x="7916619" y="1178288"/>
            <a:ext cx="3946034" cy="3985104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64162277-08C9-F219-36BE-937AB5DA1BF4}"/>
              </a:ext>
            </a:extLst>
          </p:cNvPr>
          <p:cNvSpPr txBox="1"/>
          <p:nvPr/>
        </p:nvSpPr>
        <p:spPr>
          <a:xfrm>
            <a:off x="11123831" y="6298421"/>
            <a:ext cx="1005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>
                <a:solidFill>
                  <a:schemeClr val="bg1"/>
                </a:solidFill>
              </a:rPr>
              <a:t>20 / 30</a:t>
            </a:r>
          </a:p>
        </p:txBody>
      </p:sp>
    </p:spTree>
    <p:extLst>
      <p:ext uri="{BB962C8B-B14F-4D97-AF65-F5344CB8AC3E}">
        <p14:creationId xmlns:p14="http://schemas.microsoft.com/office/powerpoint/2010/main" val="11006079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8EB49-C6BF-1078-EEF3-B93310409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CA3E2CA-F757-E7B8-9784-71861462B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13.05.2026</a:t>
            </a:fld>
            <a:endParaRPr lang="de-AT"/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01FB3220-462A-DD43-0EC1-931D79AEBC4F}"/>
              </a:ext>
            </a:extLst>
          </p:cNvPr>
          <p:cNvCxnSpPr/>
          <p:nvPr/>
        </p:nvCxnSpPr>
        <p:spPr>
          <a:xfrm>
            <a:off x="4483167" y="595281"/>
            <a:ext cx="185625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feld 6">
            <a:extLst>
              <a:ext uri="{FF2B5EF4-FFF2-40B4-BE49-F238E27FC236}">
                <a16:creationId xmlns:a16="http://schemas.microsoft.com/office/drawing/2014/main" id="{ADCAB3B8-0FCB-6E36-D82F-94631E175ADD}"/>
              </a:ext>
            </a:extLst>
          </p:cNvPr>
          <p:cNvSpPr txBox="1"/>
          <p:nvPr/>
        </p:nvSpPr>
        <p:spPr>
          <a:xfrm>
            <a:off x="162789" y="822348"/>
            <a:ext cx="6508035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AT" sz="2800" b="1"/>
              <a:t>Steuerungsablauf einer Komponente</a:t>
            </a:r>
          </a:p>
          <a:p>
            <a:pPr algn="just"/>
            <a:r>
              <a:rPr lang="de-AT" sz="2600" b="1" i="1">
                <a:solidFill>
                  <a:schemeClr val="bg1">
                    <a:lumMod val="65000"/>
                  </a:schemeClr>
                </a:solidFill>
              </a:rPr>
              <a:t>Beispiel </a:t>
            </a:r>
            <a:r>
              <a:rPr lang="de-AT" sz="2600" b="1" i="1" err="1">
                <a:solidFill>
                  <a:schemeClr val="bg1">
                    <a:lumMod val="65000"/>
                  </a:schemeClr>
                </a:solidFill>
              </a:rPr>
              <a:t>HBoiler</a:t>
            </a:r>
            <a:endParaRPr lang="de-AT" sz="2600" b="1" i="1">
              <a:solidFill>
                <a:schemeClr val="bg1">
                  <a:lumMod val="65000"/>
                </a:schemeClr>
              </a:solidFill>
            </a:endParaRPr>
          </a:p>
          <a:p>
            <a:pPr algn="just"/>
            <a:endParaRPr lang="de-AT" sz="2600" b="1" i="1">
              <a:solidFill>
                <a:schemeClr val="bg1">
                  <a:lumMod val="65000"/>
                </a:schemeClr>
              </a:solidFill>
            </a:endParaRPr>
          </a:p>
          <a:p>
            <a:pPr marL="457200" indent="-457200" algn="just">
              <a:buAutoNum type="arabicPeriod"/>
            </a:pPr>
            <a:r>
              <a:rPr lang="de-AT" sz="2200"/>
              <a:t>Anzeige</a:t>
            </a:r>
          </a:p>
          <a:p>
            <a:pPr marL="457200" indent="-457200" algn="just">
              <a:buAutoNum type="arabicPeriod"/>
            </a:pPr>
            <a:endParaRPr lang="de-AT" sz="500" b="1"/>
          </a:p>
          <a:p>
            <a:pPr marL="457200" indent="-457200" algn="just">
              <a:buAutoNum type="arabicPeriod"/>
            </a:pPr>
            <a:r>
              <a:rPr lang="de-AT" sz="2200"/>
              <a:t>Benutzerinteraktion</a:t>
            </a:r>
          </a:p>
          <a:p>
            <a:pPr marL="457200" indent="-457200" algn="just">
              <a:buAutoNum type="arabicPeriod"/>
            </a:pPr>
            <a:endParaRPr lang="de-AT" sz="500" b="1"/>
          </a:p>
          <a:p>
            <a:pPr marL="457200" indent="-457200" algn="just">
              <a:buAutoNum type="arabicPeriod"/>
            </a:pPr>
            <a:r>
              <a:rPr lang="de-AT" sz="2200" b="1" err="1"/>
              <a:t>Optimistic</a:t>
            </a:r>
            <a:r>
              <a:rPr lang="de-AT" sz="2200" b="1"/>
              <a:t> UI-Update</a:t>
            </a:r>
          </a:p>
          <a:p>
            <a:pPr algn="just"/>
            <a:endParaRPr lang="de-AT" sz="2600" b="1" i="1"/>
          </a:p>
          <a:p>
            <a:pPr algn="just"/>
            <a:endParaRPr lang="de-AT" sz="2200"/>
          </a:p>
          <a:p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48E05C0-D273-5CE1-64B7-22C1F5D52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3292" y="1319024"/>
            <a:ext cx="8108708" cy="3508653"/>
          </a:xfrm>
          <a:prstGeom prst="rect">
            <a:avLst/>
          </a:prstGeom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1E603122-2FF9-762E-2438-69EEDBA222B9}"/>
              </a:ext>
            </a:extLst>
          </p:cNvPr>
          <p:cNvSpPr/>
          <p:nvPr/>
        </p:nvSpPr>
        <p:spPr>
          <a:xfrm>
            <a:off x="4921804" y="1896306"/>
            <a:ext cx="6179871" cy="41731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9C25A91B-75A5-1585-6D66-6A3E947506AA}"/>
              </a:ext>
            </a:extLst>
          </p:cNvPr>
          <p:cNvSpPr txBox="1"/>
          <p:nvPr/>
        </p:nvSpPr>
        <p:spPr>
          <a:xfrm>
            <a:off x="4483167" y="4774518"/>
            <a:ext cx="7428581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2200" b="1"/>
              <a:t>Die Heizstatus-Anzeige wird sofort lokal aktualisiert!</a:t>
            </a:r>
          </a:p>
          <a:p>
            <a:endParaRPr lang="de-AT" sz="800"/>
          </a:p>
          <a:p>
            <a:r>
              <a:rPr lang="de-AT" sz="2200" i="1"/>
              <a:t>…</a:t>
            </a:r>
            <a:r>
              <a:rPr lang="de-AT" sz="2200" i="1" err="1"/>
              <a:t>prev</a:t>
            </a:r>
            <a:r>
              <a:rPr lang="de-AT" sz="2200" i="1"/>
              <a:t>, =&gt; </a:t>
            </a:r>
            <a:r>
              <a:rPr lang="de-DE" sz="2200" i="1"/>
              <a:t>Übernimmt alle bisherigen Zustände und überschreibt nur </a:t>
            </a:r>
            <a:r>
              <a:rPr lang="de-DE" sz="2200" i="1" err="1"/>
              <a:t>selectedBoilerSetting</a:t>
            </a:r>
            <a:r>
              <a:rPr lang="de-DE" sz="2200" i="1"/>
              <a:t>.</a:t>
            </a:r>
            <a:endParaRPr lang="de-AT" sz="2200" i="1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A342B237-5032-EE13-722F-1EB96C92A845}"/>
              </a:ext>
            </a:extLst>
          </p:cNvPr>
          <p:cNvSpPr txBox="1"/>
          <p:nvPr/>
        </p:nvSpPr>
        <p:spPr>
          <a:xfrm>
            <a:off x="11123831" y="6298421"/>
            <a:ext cx="1005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>
                <a:solidFill>
                  <a:schemeClr val="bg1"/>
                </a:solidFill>
              </a:rPr>
              <a:t>20 / 30</a:t>
            </a:r>
          </a:p>
        </p:txBody>
      </p:sp>
    </p:spTree>
    <p:extLst>
      <p:ext uri="{BB962C8B-B14F-4D97-AF65-F5344CB8AC3E}">
        <p14:creationId xmlns:p14="http://schemas.microsoft.com/office/powerpoint/2010/main" val="30452699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3651F-9CBA-9C96-DA01-D7794D8A1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D97B8AB-268C-FE05-91AA-1C21701B4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13.05.2026</a:t>
            </a:fld>
            <a:endParaRPr lang="de-AT"/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ABA3E4CF-020C-DC2E-8608-ED60B8D0B1D9}"/>
              </a:ext>
            </a:extLst>
          </p:cNvPr>
          <p:cNvCxnSpPr/>
          <p:nvPr/>
        </p:nvCxnSpPr>
        <p:spPr>
          <a:xfrm>
            <a:off x="4483167" y="595281"/>
            <a:ext cx="185625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feld 6">
            <a:extLst>
              <a:ext uri="{FF2B5EF4-FFF2-40B4-BE49-F238E27FC236}">
                <a16:creationId xmlns:a16="http://schemas.microsoft.com/office/drawing/2014/main" id="{F9126B66-5C0D-9681-1387-C99A371D972A}"/>
              </a:ext>
            </a:extLst>
          </p:cNvPr>
          <p:cNvSpPr txBox="1"/>
          <p:nvPr/>
        </p:nvSpPr>
        <p:spPr>
          <a:xfrm>
            <a:off x="162789" y="822348"/>
            <a:ext cx="6508035" cy="3924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AT" sz="2800" b="1"/>
              <a:t>Steuerungsablauf einer Komponente</a:t>
            </a:r>
          </a:p>
          <a:p>
            <a:pPr algn="just"/>
            <a:r>
              <a:rPr lang="de-AT" sz="2600" b="1" i="1">
                <a:solidFill>
                  <a:schemeClr val="bg1">
                    <a:lumMod val="65000"/>
                  </a:schemeClr>
                </a:solidFill>
              </a:rPr>
              <a:t>Beispiel </a:t>
            </a:r>
            <a:r>
              <a:rPr lang="de-AT" sz="2600" b="1" i="1" err="1">
                <a:solidFill>
                  <a:schemeClr val="bg1">
                    <a:lumMod val="65000"/>
                  </a:schemeClr>
                </a:solidFill>
              </a:rPr>
              <a:t>HBoiler</a:t>
            </a:r>
            <a:endParaRPr lang="de-AT" sz="2600" b="1" i="1">
              <a:solidFill>
                <a:schemeClr val="bg1">
                  <a:lumMod val="65000"/>
                </a:schemeClr>
              </a:solidFill>
            </a:endParaRPr>
          </a:p>
          <a:p>
            <a:pPr algn="just"/>
            <a:endParaRPr lang="de-AT" sz="2600" b="1" i="1">
              <a:solidFill>
                <a:schemeClr val="bg1">
                  <a:lumMod val="65000"/>
                </a:schemeClr>
              </a:solidFill>
            </a:endParaRPr>
          </a:p>
          <a:p>
            <a:pPr marL="457200" indent="-457200" algn="just">
              <a:buAutoNum type="arabicPeriod"/>
            </a:pPr>
            <a:r>
              <a:rPr lang="de-AT" sz="2200"/>
              <a:t>Anzeige</a:t>
            </a:r>
          </a:p>
          <a:p>
            <a:pPr marL="457200" indent="-457200" algn="just">
              <a:buAutoNum type="arabicPeriod"/>
            </a:pPr>
            <a:endParaRPr lang="de-AT" sz="500" b="1"/>
          </a:p>
          <a:p>
            <a:pPr marL="457200" indent="-457200" algn="just">
              <a:buAutoNum type="arabicPeriod"/>
            </a:pPr>
            <a:r>
              <a:rPr lang="de-AT" sz="2200"/>
              <a:t>Benutzerinteraktion</a:t>
            </a:r>
          </a:p>
          <a:p>
            <a:pPr marL="457200" indent="-457200" algn="just">
              <a:buAutoNum type="arabicPeriod"/>
            </a:pPr>
            <a:endParaRPr lang="de-AT" sz="500" b="1"/>
          </a:p>
          <a:p>
            <a:pPr marL="457200" indent="-457200" algn="just">
              <a:buAutoNum type="arabicPeriod"/>
            </a:pPr>
            <a:r>
              <a:rPr lang="de-AT" sz="2200" err="1"/>
              <a:t>Optimistic</a:t>
            </a:r>
            <a:r>
              <a:rPr lang="de-AT" sz="2200"/>
              <a:t> UI-Update</a:t>
            </a:r>
          </a:p>
          <a:p>
            <a:pPr marL="457200" indent="-457200" algn="just">
              <a:buAutoNum type="arabicPeriod"/>
            </a:pPr>
            <a:endParaRPr lang="de-AT" sz="500"/>
          </a:p>
          <a:p>
            <a:pPr marL="457200" indent="-457200" algn="just">
              <a:buAutoNum type="arabicPeriod"/>
            </a:pPr>
            <a:r>
              <a:rPr lang="de-AT" sz="2200" b="1"/>
              <a:t>Backend-Request</a:t>
            </a:r>
          </a:p>
          <a:p>
            <a:pPr algn="just"/>
            <a:endParaRPr lang="de-AT" sz="2600" b="1" i="1"/>
          </a:p>
          <a:p>
            <a:pPr algn="just"/>
            <a:endParaRPr lang="de-AT" sz="2200"/>
          </a:p>
          <a:p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D0620655-89E9-A2EF-C2A1-AC268747B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3292" y="1319024"/>
            <a:ext cx="8108708" cy="3508653"/>
          </a:xfrm>
          <a:prstGeom prst="rect">
            <a:avLst/>
          </a:prstGeom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747B9707-F1F7-B180-20C4-8C3FDDB8BD10}"/>
              </a:ext>
            </a:extLst>
          </p:cNvPr>
          <p:cNvSpPr/>
          <p:nvPr/>
        </p:nvSpPr>
        <p:spPr>
          <a:xfrm>
            <a:off x="4921804" y="2367113"/>
            <a:ext cx="6179871" cy="41731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B34F9397-28A1-1B8F-04D8-5EE367F768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9919" y="4559726"/>
            <a:ext cx="8499123" cy="1620145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92762DCB-B35B-62CE-ACB5-AB132D8EDFE9}"/>
              </a:ext>
            </a:extLst>
          </p:cNvPr>
          <p:cNvSpPr txBox="1"/>
          <p:nvPr/>
        </p:nvSpPr>
        <p:spPr>
          <a:xfrm>
            <a:off x="11123831" y="6298421"/>
            <a:ext cx="1005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>
                <a:solidFill>
                  <a:schemeClr val="bg1"/>
                </a:solidFill>
              </a:rPr>
              <a:t>20 / 30</a:t>
            </a:r>
          </a:p>
        </p:txBody>
      </p:sp>
    </p:spTree>
    <p:extLst>
      <p:ext uri="{BB962C8B-B14F-4D97-AF65-F5344CB8AC3E}">
        <p14:creationId xmlns:p14="http://schemas.microsoft.com/office/powerpoint/2010/main" val="6763851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04A7B-5C74-6509-56C5-F22108C9E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88B9B4C-E33A-EB76-3A8E-2EB526EC9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13.05.2026</a:t>
            </a:fld>
            <a:endParaRPr lang="de-AT"/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27CA7872-CFFE-DEB4-ACAA-61774401F1A3}"/>
              </a:ext>
            </a:extLst>
          </p:cNvPr>
          <p:cNvCxnSpPr/>
          <p:nvPr/>
        </p:nvCxnSpPr>
        <p:spPr>
          <a:xfrm>
            <a:off x="4483167" y="595281"/>
            <a:ext cx="185625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feld 6">
            <a:extLst>
              <a:ext uri="{FF2B5EF4-FFF2-40B4-BE49-F238E27FC236}">
                <a16:creationId xmlns:a16="http://schemas.microsoft.com/office/drawing/2014/main" id="{E5B5BB63-090D-A138-B72B-3FE067E58848}"/>
              </a:ext>
            </a:extLst>
          </p:cNvPr>
          <p:cNvSpPr txBox="1"/>
          <p:nvPr/>
        </p:nvSpPr>
        <p:spPr>
          <a:xfrm>
            <a:off x="162789" y="822348"/>
            <a:ext cx="6508035" cy="4262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AT" sz="2800" b="1"/>
              <a:t>Steuerungsablauf einer Komponente</a:t>
            </a:r>
          </a:p>
          <a:p>
            <a:pPr algn="just"/>
            <a:r>
              <a:rPr lang="de-AT" sz="2600" b="1" i="1">
                <a:solidFill>
                  <a:schemeClr val="bg1">
                    <a:lumMod val="65000"/>
                  </a:schemeClr>
                </a:solidFill>
              </a:rPr>
              <a:t>Beispiel </a:t>
            </a:r>
            <a:r>
              <a:rPr lang="de-AT" sz="2600" b="1" i="1" err="1">
                <a:solidFill>
                  <a:schemeClr val="bg1">
                    <a:lumMod val="65000"/>
                  </a:schemeClr>
                </a:solidFill>
              </a:rPr>
              <a:t>HBoiler</a:t>
            </a:r>
            <a:endParaRPr lang="de-AT" sz="2600" b="1" i="1">
              <a:solidFill>
                <a:schemeClr val="bg1">
                  <a:lumMod val="65000"/>
                </a:schemeClr>
              </a:solidFill>
            </a:endParaRPr>
          </a:p>
          <a:p>
            <a:pPr algn="just"/>
            <a:endParaRPr lang="de-AT" sz="2600" b="1" i="1">
              <a:solidFill>
                <a:schemeClr val="bg1">
                  <a:lumMod val="65000"/>
                </a:schemeClr>
              </a:solidFill>
            </a:endParaRPr>
          </a:p>
          <a:p>
            <a:pPr marL="457200" indent="-457200" algn="just">
              <a:buAutoNum type="arabicPeriod"/>
            </a:pPr>
            <a:r>
              <a:rPr lang="de-AT" sz="2200"/>
              <a:t>Anzeige</a:t>
            </a:r>
          </a:p>
          <a:p>
            <a:pPr marL="457200" indent="-457200" algn="just">
              <a:buAutoNum type="arabicPeriod"/>
            </a:pPr>
            <a:endParaRPr lang="de-AT" sz="500" b="1"/>
          </a:p>
          <a:p>
            <a:pPr marL="457200" indent="-457200" algn="just">
              <a:buAutoNum type="arabicPeriod"/>
            </a:pPr>
            <a:r>
              <a:rPr lang="de-AT" sz="2200"/>
              <a:t>Benutzerinteraktion</a:t>
            </a:r>
          </a:p>
          <a:p>
            <a:pPr marL="457200" indent="-457200" algn="just">
              <a:buAutoNum type="arabicPeriod"/>
            </a:pPr>
            <a:endParaRPr lang="de-AT" sz="500" b="1"/>
          </a:p>
          <a:p>
            <a:pPr marL="457200" indent="-457200" algn="just">
              <a:buAutoNum type="arabicPeriod"/>
            </a:pPr>
            <a:r>
              <a:rPr lang="de-AT" sz="2200" err="1"/>
              <a:t>Optimistic</a:t>
            </a:r>
            <a:r>
              <a:rPr lang="de-AT" sz="2200"/>
              <a:t> UI-Update</a:t>
            </a:r>
          </a:p>
          <a:p>
            <a:pPr marL="457200" indent="-457200" algn="just">
              <a:buAutoNum type="arabicPeriod"/>
            </a:pPr>
            <a:endParaRPr lang="de-AT" sz="500"/>
          </a:p>
          <a:p>
            <a:pPr marL="457200" indent="-457200" algn="just">
              <a:buAutoNum type="arabicPeriod"/>
            </a:pPr>
            <a:r>
              <a:rPr lang="de-AT" sz="2200" b="1"/>
              <a:t>Backend-Request</a:t>
            </a:r>
          </a:p>
          <a:p>
            <a:pPr algn="just"/>
            <a:r>
              <a:rPr lang="de-AT" sz="2200" b="1"/>
              <a:t>	4a. Erfolg</a:t>
            </a:r>
          </a:p>
          <a:p>
            <a:pPr algn="just"/>
            <a:endParaRPr lang="de-AT" sz="2600" b="1" i="1"/>
          </a:p>
          <a:p>
            <a:pPr algn="just"/>
            <a:endParaRPr lang="de-AT" sz="2200"/>
          </a:p>
          <a:p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F3BF64A-C17C-FA77-E1EE-961175172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3292" y="1319024"/>
            <a:ext cx="8108708" cy="3508653"/>
          </a:xfrm>
          <a:prstGeom prst="rect">
            <a:avLst/>
          </a:prstGeom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471100F4-A29B-226A-B720-32FC98DA34BE}"/>
              </a:ext>
            </a:extLst>
          </p:cNvPr>
          <p:cNvSpPr/>
          <p:nvPr/>
        </p:nvSpPr>
        <p:spPr>
          <a:xfrm>
            <a:off x="4921804" y="2790564"/>
            <a:ext cx="6179871" cy="63843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BE99EB3F-4C7A-F82E-2D74-60B264628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3167" y="4690403"/>
            <a:ext cx="7768408" cy="1267900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7D00846A-49EE-CC3D-DC83-77C1EDF83BC0}"/>
              </a:ext>
            </a:extLst>
          </p:cNvPr>
          <p:cNvSpPr txBox="1"/>
          <p:nvPr/>
        </p:nvSpPr>
        <p:spPr>
          <a:xfrm>
            <a:off x="11123831" y="6298421"/>
            <a:ext cx="1005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>
                <a:solidFill>
                  <a:schemeClr val="bg1"/>
                </a:solidFill>
              </a:rPr>
              <a:t>20 / 30</a:t>
            </a:r>
          </a:p>
        </p:txBody>
      </p:sp>
    </p:spTree>
    <p:extLst>
      <p:ext uri="{BB962C8B-B14F-4D97-AF65-F5344CB8AC3E}">
        <p14:creationId xmlns:p14="http://schemas.microsoft.com/office/powerpoint/2010/main" val="5428251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EE806-6040-C818-C849-3740C124B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A61E3D9-1966-5344-9E5F-EDD5ADABE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13.05.2026</a:t>
            </a:fld>
            <a:endParaRPr lang="de-AT"/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D5158DFB-6B31-0330-60B2-05F12C0CFFE8}"/>
              </a:ext>
            </a:extLst>
          </p:cNvPr>
          <p:cNvCxnSpPr/>
          <p:nvPr/>
        </p:nvCxnSpPr>
        <p:spPr>
          <a:xfrm>
            <a:off x="4483167" y="595281"/>
            <a:ext cx="185625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feld 6">
            <a:extLst>
              <a:ext uri="{FF2B5EF4-FFF2-40B4-BE49-F238E27FC236}">
                <a16:creationId xmlns:a16="http://schemas.microsoft.com/office/drawing/2014/main" id="{F6D753B1-049D-F9DB-CA8B-C82995A49FA7}"/>
              </a:ext>
            </a:extLst>
          </p:cNvPr>
          <p:cNvSpPr txBox="1"/>
          <p:nvPr/>
        </p:nvSpPr>
        <p:spPr>
          <a:xfrm>
            <a:off x="162789" y="822348"/>
            <a:ext cx="6508035" cy="4601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AT" sz="2800" b="1"/>
              <a:t>Steuerungsablauf einer Komponente</a:t>
            </a:r>
          </a:p>
          <a:p>
            <a:pPr algn="just"/>
            <a:r>
              <a:rPr lang="de-AT" sz="2600" b="1" i="1">
                <a:solidFill>
                  <a:schemeClr val="bg1">
                    <a:lumMod val="65000"/>
                  </a:schemeClr>
                </a:solidFill>
              </a:rPr>
              <a:t>Beispiel </a:t>
            </a:r>
            <a:r>
              <a:rPr lang="de-AT" sz="2600" b="1" i="1" err="1">
                <a:solidFill>
                  <a:schemeClr val="bg1">
                    <a:lumMod val="65000"/>
                  </a:schemeClr>
                </a:solidFill>
              </a:rPr>
              <a:t>HBoiler</a:t>
            </a:r>
            <a:endParaRPr lang="de-AT" sz="2600" b="1" i="1">
              <a:solidFill>
                <a:schemeClr val="bg1">
                  <a:lumMod val="65000"/>
                </a:schemeClr>
              </a:solidFill>
            </a:endParaRPr>
          </a:p>
          <a:p>
            <a:pPr algn="just"/>
            <a:endParaRPr lang="de-AT" sz="2600" b="1" i="1">
              <a:solidFill>
                <a:schemeClr val="bg1">
                  <a:lumMod val="65000"/>
                </a:schemeClr>
              </a:solidFill>
            </a:endParaRPr>
          </a:p>
          <a:p>
            <a:pPr marL="457200" indent="-457200" algn="just">
              <a:buAutoNum type="arabicPeriod"/>
            </a:pPr>
            <a:r>
              <a:rPr lang="de-AT" sz="2200"/>
              <a:t>Anzeige</a:t>
            </a:r>
          </a:p>
          <a:p>
            <a:pPr marL="457200" indent="-457200" algn="just">
              <a:buAutoNum type="arabicPeriod"/>
            </a:pPr>
            <a:endParaRPr lang="de-AT" sz="500" b="1"/>
          </a:p>
          <a:p>
            <a:pPr marL="457200" indent="-457200" algn="just">
              <a:buAutoNum type="arabicPeriod"/>
            </a:pPr>
            <a:r>
              <a:rPr lang="de-AT" sz="2200"/>
              <a:t>Benutzerinteraktion</a:t>
            </a:r>
          </a:p>
          <a:p>
            <a:pPr marL="457200" indent="-457200" algn="just">
              <a:buAutoNum type="arabicPeriod"/>
            </a:pPr>
            <a:endParaRPr lang="de-AT" sz="500" b="1"/>
          </a:p>
          <a:p>
            <a:pPr marL="457200" indent="-457200" algn="just">
              <a:buAutoNum type="arabicPeriod"/>
            </a:pPr>
            <a:r>
              <a:rPr lang="de-AT" sz="2200" err="1"/>
              <a:t>Optimistic</a:t>
            </a:r>
            <a:r>
              <a:rPr lang="de-AT" sz="2200"/>
              <a:t> UI-Update</a:t>
            </a:r>
          </a:p>
          <a:p>
            <a:pPr marL="457200" indent="-457200" algn="just">
              <a:buAutoNum type="arabicPeriod"/>
            </a:pPr>
            <a:endParaRPr lang="de-AT" sz="500"/>
          </a:p>
          <a:p>
            <a:pPr marL="457200" indent="-457200" algn="just">
              <a:buAutoNum type="arabicPeriod"/>
            </a:pPr>
            <a:r>
              <a:rPr lang="de-AT" sz="2200" b="1"/>
              <a:t>Backend-Request</a:t>
            </a:r>
          </a:p>
          <a:p>
            <a:pPr algn="just"/>
            <a:r>
              <a:rPr lang="de-AT" sz="2200" b="1"/>
              <a:t>	</a:t>
            </a:r>
            <a:r>
              <a:rPr lang="de-AT" sz="2200"/>
              <a:t>4a. Erfolg</a:t>
            </a:r>
          </a:p>
          <a:p>
            <a:pPr algn="just"/>
            <a:r>
              <a:rPr lang="de-AT" sz="2200" b="1"/>
              <a:t>	4b. Fehler</a:t>
            </a:r>
          </a:p>
          <a:p>
            <a:pPr algn="just"/>
            <a:endParaRPr lang="de-AT" sz="2600" b="1" i="1"/>
          </a:p>
          <a:p>
            <a:pPr algn="just"/>
            <a:endParaRPr lang="de-AT" sz="2200"/>
          </a:p>
          <a:p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A977D7A-C6F5-C85E-9F2C-FCD6C80B3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3292" y="1319024"/>
            <a:ext cx="8108708" cy="3508653"/>
          </a:xfrm>
          <a:prstGeom prst="rect">
            <a:avLst/>
          </a:prstGeom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7848E9ED-52A1-7468-A515-808D43E99CD8}"/>
              </a:ext>
            </a:extLst>
          </p:cNvPr>
          <p:cNvSpPr/>
          <p:nvPr/>
        </p:nvSpPr>
        <p:spPr>
          <a:xfrm>
            <a:off x="4921804" y="3422668"/>
            <a:ext cx="6959259" cy="995909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16410214-2270-D189-35C7-2FAA2EE80E29}"/>
              </a:ext>
            </a:extLst>
          </p:cNvPr>
          <p:cNvSpPr txBox="1"/>
          <p:nvPr/>
        </p:nvSpPr>
        <p:spPr>
          <a:xfrm>
            <a:off x="4265154" y="4827677"/>
            <a:ext cx="7926846" cy="10592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2200" b="1"/>
              <a:t>Zustand wird auf den letzten bekannten Wert zurückgesetzt</a:t>
            </a:r>
          </a:p>
          <a:p>
            <a:pPr>
              <a:lnSpc>
                <a:spcPct val="150000"/>
              </a:lnSpc>
            </a:pPr>
            <a:r>
              <a:rPr lang="de-DE" sz="2200"/>
              <a:t>Benutzer wird per Toast über den Fehler informiert</a:t>
            </a:r>
            <a:endParaRPr lang="de-AT" sz="220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F70209B-62C1-C054-C732-9C0B3B3180B1}"/>
              </a:ext>
            </a:extLst>
          </p:cNvPr>
          <p:cNvSpPr txBox="1"/>
          <p:nvPr/>
        </p:nvSpPr>
        <p:spPr>
          <a:xfrm>
            <a:off x="11123831" y="6298421"/>
            <a:ext cx="1005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>
                <a:solidFill>
                  <a:schemeClr val="bg1"/>
                </a:solidFill>
              </a:rPr>
              <a:t>20 / 30</a:t>
            </a:r>
          </a:p>
        </p:txBody>
      </p:sp>
    </p:spTree>
    <p:extLst>
      <p:ext uri="{BB962C8B-B14F-4D97-AF65-F5344CB8AC3E}">
        <p14:creationId xmlns:p14="http://schemas.microsoft.com/office/powerpoint/2010/main" val="4023299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F2F0D-3B78-5C41-A6FD-CA83CD273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CD8BF6-ECAD-B1D3-DFB0-5F79A767E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317" y="895418"/>
            <a:ext cx="7741555" cy="834163"/>
          </a:xfrm>
        </p:spPr>
        <p:txBody>
          <a:bodyPr>
            <a:normAutofit/>
          </a:bodyPr>
          <a:lstStyle/>
          <a:p>
            <a:r>
              <a:rPr lang="de-DE"/>
              <a:t>Gerätekonfigurationen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4B9FC54-653C-E410-F8FA-A3CB7D7A0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13.05.2026</a:t>
            </a:fld>
            <a:endParaRPr lang="de-AT"/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8381976A-2496-FBB9-081C-1657ADEB6A7E}"/>
              </a:ext>
            </a:extLst>
          </p:cNvPr>
          <p:cNvCxnSpPr/>
          <p:nvPr/>
        </p:nvCxnSpPr>
        <p:spPr>
          <a:xfrm>
            <a:off x="4483167" y="595281"/>
            <a:ext cx="185625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feld 6">
            <a:extLst>
              <a:ext uri="{FF2B5EF4-FFF2-40B4-BE49-F238E27FC236}">
                <a16:creationId xmlns:a16="http://schemas.microsoft.com/office/drawing/2014/main" id="{8B61C09C-FB7C-32F9-2613-A8C8F3BC769D}"/>
              </a:ext>
            </a:extLst>
          </p:cNvPr>
          <p:cNvSpPr txBox="1"/>
          <p:nvPr/>
        </p:nvSpPr>
        <p:spPr>
          <a:xfrm>
            <a:off x="456177" y="2029717"/>
            <a:ext cx="11279646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AT" sz="2400" b="1"/>
              <a:t>Lokale App-Persistenz (</a:t>
            </a:r>
            <a:r>
              <a:rPr lang="de-AT" sz="2400" b="1" err="1"/>
              <a:t>AsyncStorage</a:t>
            </a:r>
            <a:r>
              <a:rPr lang="de-AT" sz="2400" b="1"/>
              <a:t>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de-AT" sz="2200"/>
              <a:t>Backend-Verbindungsparameter clientseitig gespeichert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de-AT" sz="2200"/>
              <a:t>Automatisches Laden beim App-Start</a:t>
            </a:r>
            <a:endParaRPr lang="de-DE" sz="2200"/>
          </a:p>
          <a:p>
            <a:pPr algn="just"/>
            <a:endParaRPr lang="de-DE" sz="2200"/>
          </a:p>
          <a:p>
            <a:pPr algn="just"/>
            <a:endParaRPr lang="de-DE" sz="2200"/>
          </a:p>
          <a:p>
            <a:pPr algn="just"/>
            <a:endParaRPr lang="de-DE" sz="2200"/>
          </a:p>
          <a:p>
            <a:pPr algn="just"/>
            <a:r>
              <a:rPr lang="de-AT" sz="2400" b="1"/>
              <a:t>Dynamische Backend-Konfiguration (JSON)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de-AT" sz="2200"/>
              <a:t>Geräteparameter für PV-Anlage, GO-E-Wallbox &amp; Boiler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de-AT" sz="2200"/>
              <a:t>Strukturierte JSON-Konfigurationsdateien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de-AT" sz="2200"/>
              <a:t>Eingelesen von den Datensammlungs-Scripts</a:t>
            </a:r>
            <a:endParaRPr lang="de-DE" sz="2200"/>
          </a:p>
          <a:p>
            <a:endParaRPr lang="de-DE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46CC2375-AF2C-6D15-1751-1BCF17923B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72" t="1538" r="2036" b="1905"/>
          <a:stretch>
            <a:fillRect/>
          </a:stretch>
        </p:blipFill>
        <p:spPr>
          <a:xfrm>
            <a:off x="7972712" y="1480902"/>
            <a:ext cx="3871971" cy="4117868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E0BCD476-5742-5408-6712-7829EA264760}"/>
              </a:ext>
            </a:extLst>
          </p:cNvPr>
          <p:cNvSpPr txBox="1"/>
          <p:nvPr/>
        </p:nvSpPr>
        <p:spPr>
          <a:xfrm>
            <a:off x="11123831" y="6298421"/>
            <a:ext cx="1005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>
                <a:solidFill>
                  <a:schemeClr val="bg1"/>
                </a:solidFill>
              </a:rPr>
              <a:t>21 / 30</a:t>
            </a:r>
          </a:p>
        </p:txBody>
      </p:sp>
    </p:spTree>
    <p:extLst>
      <p:ext uri="{BB962C8B-B14F-4D97-AF65-F5344CB8AC3E}">
        <p14:creationId xmlns:p14="http://schemas.microsoft.com/office/powerpoint/2010/main" val="3391995303"/>
      </p:ext>
    </p:extLst>
  </p:cSld>
  <p:clrMapOvr>
    <a:masterClrMapping/>
  </p:clrMapOvr>
  <p:transition spd="med">
    <p:pull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E460C-F2BC-F8B6-680E-B4569D475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306093-77F7-2F58-9BA1-8CE9066BD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13.05.2026</a:t>
            </a:fld>
            <a:endParaRPr lang="de-AT"/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255C86F0-2B46-24B3-791A-E4299F22C784}"/>
              </a:ext>
            </a:extLst>
          </p:cNvPr>
          <p:cNvCxnSpPr/>
          <p:nvPr/>
        </p:nvCxnSpPr>
        <p:spPr>
          <a:xfrm>
            <a:off x="4483167" y="595281"/>
            <a:ext cx="185625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Grafik 13">
            <a:extLst>
              <a:ext uri="{FF2B5EF4-FFF2-40B4-BE49-F238E27FC236}">
                <a16:creationId xmlns:a16="http://schemas.microsoft.com/office/drawing/2014/main" id="{6578278C-2DB2-2919-F90E-EC0805E4B3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4905"/>
          <a:stretch>
            <a:fillRect/>
          </a:stretch>
        </p:blipFill>
        <p:spPr>
          <a:xfrm>
            <a:off x="337534" y="321718"/>
            <a:ext cx="10918598" cy="3992532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915615F7-CBC9-E35C-5DF4-AC0E41E886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9066" y="4234466"/>
            <a:ext cx="7480897" cy="2301815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30DA1BA2-9480-AA68-FF14-4E8B05345F88}"/>
              </a:ext>
            </a:extLst>
          </p:cNvPr>
          <p:cNvSpPr txBox="1"/>
          <p:nvPr/>
        </p:nvSpPr>
        <p:spPr>
          <a:xfrm>
            <a:off x="11123831" y="6536281"/>
            <a:ext cx="9053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>
                <a:solidFill>
                  <a:schemeClr val="bg1"/>
                </a:solidFill>
              </a:rPr>
              <a:t>22 / 30</a:t>
            </a:r>
          </a:p>
        </p:txBody>
      </p:sp>
    </p:spTree>
    <p:extLst>
      <p:ext uri="{BB962C8B-B14F-4D97-AF65-F5344CB8AC3E}">
        <p14:creationId xmlns:p14="http://schemas.microsoft.com/office/powerpoint/2010/main" val="2529818992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141EB-1B66-6716-8E00-604B10927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4E4606-0B4A-BFF1-3181-9BBB1C56B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13.05.2026</a:t>
            </a:fld>
            <a:endParaRPr lang="de-AT"/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C1E4B7C9-990B-C176-5366-5C246464CFA7}"/>
              </a:ext>
            </a:extLst>
          </p:cNvPr>
          <p:cNvCxnSpPr/>
          <p:nvPr/>
        </p:nvCxnSpPr>
        <p:spPr>
          <a:xfrm>
            <a:off x="4483167" y="595281"/>
            <a:ext cx="185625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Grafik 2">
            <a:extLst>
              <a:ext uri="{FF2B5EF4-FFF2-40B4-BE49-F238E27FC236}">
                <a16:creationId xmlns:a16="http://schemas.microsoft.com/office/drawing/2014/main" id="{648B11FF-0EF1-221C-8952-428E1F4AF4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9995"/>
          <a:stretch>
            <a:fillRect/>
          </a:stretch>
        </p:blipFill>
        <p:spPr>
          <a:xfrm>
            <a:off x="0" y="395425"/>
            <a:ext cx="9558001" cy="3108752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72F0A18E-C333-D972-91BE-C96BF217118E}"/>
              </a:ext>
            </a:extLst>
          </p:cNvPr>
          <p:cNvSpPr txBox="1"/>
          <p:nvPr/>
        </p:nvSpPr>
        <p:spPr>
          <a:xfrm>
            <a:off x="11123831" y="6536281"/>
            <a:ext cx="9053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>
                <a:solidFill>
                  <a:schemeClr val="bg1"/>
                </a:solidFill>
              </a:rPr>
              <a:t>22 / 30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04E53BDC-FE01-8F2C-1C4E-F7C014A2A8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04033"/>
            <a:ext cx="7959603" cy="2210543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DC6F32DD-BC81-E379-773F-282BDB54D5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5152" y="3166647"/>
            <a:ext cx="4487314" cy="3295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4829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0A809-AA3D-AD05-EB10-F121E6FF4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91F8FB-1B5E-D0EE-6492-39B6F22B1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317" y="895418"/>
            <a:ext cx="7741555" cy="834163"/>
          </a:xfrm>
        </p:spPr>
        <p:txBody>
          <a:bodyPr/>
          <a:lstStyle/>
          <a:p>
            <a:r>
              <a:rPr lang="de-DE"/>
              <a:t>Übersicht - Hechenberger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561FFEC-15EB-577D-4B2E-A052DFFF0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13.05.2026</a:t>
            </a:fld>
            <a:endParaRPr lang="de-AT"/>
          </a:p>
        </p:txBody>
      </p: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BCE516BD-0F8D-A67C-76FA-DCC1B514D6DC}"/>
              </a:ext>
            </a:extLst>
          </p:cNvPr>
          <p:cNvGrpSpPr/>
          <p:nvPr/>
        </p:nvGrpSpPr>
        <p:grpSpPr>
          <a:xfrm>
            <a:off x="1585348" y="1868586"/>
            <a:ext cx="2627459" cy="4054887"/>
            <a:chOff x="270024" y="1865620"/>
            <a:chExt cx="2627459" cy="4054887"/>
          </a:xfrm>
        </p:grpSpPr>
        <p:sp>
          <p:nvSpPr>
            <p:cNvPr id="29" name="Rechteck: abgerundete Ecken 28">
              <a:extLst>
                <a:ext uri="{FF2B5EF4-FFF2-40B4-BE49-F238E27FC236}">
                  <a16:creationId xmlns:a16="http://schemas.microsoft.com/office/drawing/2014/main" id="{AE277DED-4D00-4C72-03B6-492633C605E6}"/>
                </a:ext>
              </a:extLst>
            </p:cNvPr>
            <p:cNvSpPr/>
            <p:nvPr/>
          </p:nvSpPr>
          <p:spPr>
            <a:xfrm>
              <a:off x="350664" y="1865620"/>
              <a:ext cx="2546819" cy="4054887"/>
            </a:xfrm>
            <a:prstGeom prst="roundRect">
              <a:avLst/>
            </a:prstGeom>
            <a:solidFill>
              <a:srgbClr val="73580B">
                <a:alpha val="50000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DC1B17E7-C5FC-04DB-BA17-CFC68C6D8CD1}"/>
                </a:ext>
              </a:extLst>
            </p:cNvPr>
            <p:cNvCxnSpPr>
              <a:cxnSpLocks/>
            </p:cNvCxnSpPr>
            <p:nvPr/>
          </p:nvCxnSpPr>
          <p:spPr>
            <a:xfrm>
              <a:off x="270024" y="2479313"/>
              <a:ext cx="2627459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6A6FB776-0197-1352-6918-826906B288E9}"/>
                </a:ext>
              </a:extLst>
            </p:cNvPr>
            <p:cNvSpPr txBox="1"/>
            <p:nvPr/>
          </p:nvSpPr>
          <p:spPr>
            <a:xfrm>
              <a:off x="663216" y="1883007"/>
              <a:ext cx="1841074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3000">
                  <a:solidFill>
                    <a:schemeClr val="bg1"/>
                  </a:solidFill>
                  <a:latin typeface="Bahnschrift" panose="020B0502040204020203" pitchFamily="34" charset="0"/>
                </a:rPr>
                <a:t>Backend</a:t>
              </a:r>
              <a:endParaRPr lang="de-AT" sz="3000">
                <a:solidFill>
                  <a:schemeClr val="bg1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ED7D2AAE-462A-9624-E670-E4BD79C7F846}"/>
                </a:ext>
              </a:extLst>
            </p:cNvPr>
            <p:cNvSpPr txBox="1"/>
            <p:nvPr/>
          </p:nvSpPr>
          <p:spPr>
            <a:xfrm>
              <a:off x="431304" y="2632736"/>
              <a:ext cx="2466179" cy="317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000" b="1">
                  <a:solidFill>
                    <a:schemeClr val="bg1"/>
                  </a:solidFill>
                </a:rPr>
                <a:t>Raspberry Pi</a:t>
              </a:r>
            </a:p>
            <a:p>
              <a:endParaRPr lang="de-DE" sz="2000" b="1">
                <a:solidFill>
                  <a:schemeClr val="bg1"/>
                </a:solidFill>
              </a:endParaRPr>
            </a:p>
            <a:p>
              <a:r>
                <a:rPr lang="de-DE" sz="2000" b="1">
                  <a:solidFill>
                    <a:schemeClr val="bg1"/>
                  </a:solidFill>
                </a:rPr>
                <a:t>API-Controller</a:t>
              </a:r>
            </a:p>
            <a:p>
              <a:endParaRPr lang="de-DE" sz="2000" b="1">
                <a:solidFill>
                  <a:schemeClr val="bg1"/>
                </a:solidFill>
              </a:endParaRPr>
            </a:p>
            <a:p>
              <a:r>
                <a:rPr lang="de-DE" sz="2000" b="1">
                  <a:solidFill>
                    <a:schemeClr val="bg1"/>
                  </a:solidFill>
                </a:rPr>
                <a:t>Services</a:t>
              </a:r>
            </a:p>
            <a:p>
              <a:endParaRPr lang="de-DE" sz="2000" b="1">
                <a:solidFill>
                  <a:schemeClr val="bg1"/>
                </a:solidFill>
              </a:endParaRPr>
            </a:p>
            <a:p>
              <a:r>
                <a:rPr lang="de-DE" sz="2000" b="1" err="1">
                  <a:solidFill>
                    <a:schemeClr val="bg1"/>
                  </a:solidFill>
                </a:rPr>
                <a:t>Tailscale</a:t>
              </a:r>
              <a:r>
                <a:rPr lang="de-DE" sz="2000" b="1">
                  <a:solidFill>
                    <a:schemeClr val="bg1"/>
                  </a:solidFill>
                </a:rPr>
                <a:t> VPN</a:t>
              </a:r>
            </a:p>
            <a:p>
              <a:endParaRPr lang="de-DE" sz="2000" b="1">
                <a:solidFill>
                  <a:schemeClr val="bg1"/>
                </a:solidFill>
              </a:endParaRPr>
            </a:p>
            <a:p>
              <a:r>
                <a:rPr lang="de-DE" sz="2000" b="1">
                  <a:solidFill>
                    <a:schemeClr val="bg1"/>
                  </a:solidFill>
                </a:rPr>
                <a:t>Debugging</a:t>
              </a:r>
            </a:p>
            <a:p>
              <a:endParaRPr lang="de-DE" sz="20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304F18AB-B9E2-8778-5014-28884727C84C}"/>
              </a:ext>
            </a:extLst>
          </p:cNvPr>
          <p:cNvGrpSpPr/>
          <p:nvPr/>
        </p:nvGrpSpPr>
        <p:grpSpPr>
          <a:xfrm>
            <a:off x="4761975" y="1868587"/>
            <a:ext cx="2668049" cy="4054887"/>
            <a:chOff x="270024" y="1865620"/>
            <a:chExt cx="2668049" cy="4054887"/>
          </a:xfrm>
        </p:grpSpPr>
        <p:sp>
          <p:nvSpPr>
            <p:cNvPr id="34" name="Rechteck: abgerundete Ecken 33">
              <a:extLst>
                <a:ext uri="{FF2B5EF4-FFF2-40B4-BE49-F238E27FC236}">
                  <a16:creationId xmlns:a16="http://schemas.microsoft.com/office/drawing/2014/main" id="{226E060D-5C58-A600-8395-7DD2040FA112}"/>
                </a:ext>
              </a:extLst>
            </p:cNvPr>
            <p:cNvSpPr/>
            <p:nvPr/>
          </p:nvSpPr>
          <p:spPr>
            <a:xfrm>
              <a:off x="391254" y="1865620"/>
              <a:ext cx="2546819" cy="4054887"/>
            </a:xfrm>
            <a:prstGeom prst="roundRect">
              <a:avLst/>
            </a:prstGeom>
            <a:solidFill>
              <a:srgbClr val="3FB445">
                <a:alpha val="50000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A3E07940-55C9-7DEC-91CF-23D3F44E42D1}"/>
                </a:ext>
              </a:extLst>
            </p:cNvPr>
            <p:cNvCxnSpPr>
              <a:cxnSpLocks/>
            </p:cNvCxnSpPr>
            <p:nvPr/>
          </p:nvCxnSpPr>
          <p:spPr>
            <a:xfrm>
              <a:off x="270024" y="2479313"/>
              <a:ext cx="2627459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34EE3CB4-2DB5-458A-E432-BAC632DEB00F}"/>
                </a:ext>
              </a:extLst>
            </p:cNvPr>
            <p:cNvSpPr txBox="1"/>
            <p:nvPr/>
          </p:nvSpPr>
          <p:spPr>
            <a:xfrm>
              <a:off x="611849" y="1883008"/>
              <a:ext cx="2024448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3000">
                  <a:solidFill>
                    <a:schemeClr val="bg1"/>
                  </a:solidFill>
                  <a:latin typeface="Bahnschrift" panose="020B0502040204020203" pitchFamily="34" charset="0"/>
                </a:rPr>
                <a:t>Datenbank</a:t>
              </a:r>
              <a:endParaRPr lang="de-AT" sz="3000">
                <a:solidFill>
                  <a:schemeClr val="bg1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59F2C27A-2AEB-E715-EC79-671C954F24D7}"/>
                </a:ext>
              </a:extLst>
            </p:cNvPr>
            <p:cNvSpPr txBox="1"/>
            <p:nvPr/>
          </p:nvSpPr>
          <p:spPr>
            <a:xfrm>
              <a:off x="447995" y="2632736"/>
              <a:ext cx="2325890" cy="3016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000" b="1">
                  <a:solidFill>
                    <a:schemeClr val="bg1"/>
                  </a:solidFill>
                </a:rPr>
                <a:t>Konfiguration</a:t>
              </a:r>
            </a:p>
            <a:p>
              <a:endParaRPr lang="de-DE" sz="2000" b="1">
                <a:solidFill>
                  <a:schemeClr val="bg1"/>
                </a:solidFill>
              </a:endParaRPr>
            </a:p>
            <a:p>
              <a:r>
                <a:rPr lang="de-DE" sz="2000" b="1" err="1">
                  <a:solidFill>
                    <a:schemeClr val="bg1"/>
                  </a:solidFill>
                </a:rPr>
                <a:t>Buckets</a:t>
              </a:r>
              <a:endParaRPr lang="de-DE" sz="2000" b="1">
                <a:solidFill>
                  <a:schemeClr val="bg1"/>
                </a:solidFill>
              </a:endParaRPr>
            </a:p>
            <a:p>
              <a:endParaRPr lang="de-DE" sz="2000" b="1">
                <a:solidFill>
                  <a:schemeClr val="bg1"/>
                </a:solidFill>
              </a:endParaRPr>
            </a:p>
            <a:p>
              <a:r>
                <a:rPr lang="de-DE" sz="2000" b="1">
                  <a:solidFill>
                    <a:schemeClr val="bg1"/>
                  </a:solidFill>
                </a:rPr>
                <a:t>PV &amp; Gerätedaten</a:t>
              </a:r>
            </a:p>
            <a:p>
              <a:endParaRPr lang="de-DE">
                <a:solidFill>
                  <a:schemeClr val="bg1"/>
                </a:solidFill>
              </a:endParaRPr>
            </a:p>
            <a:p>
              <a:endParaRPr lang="de-DE">
                <a:solidFill>
                  <a:schemeClr val="bg1"/>
                </a:solidFill>
              </a:endParaRPr>
            </a:p>
            <a:p>
              <a:endParaRPr lang="de-DE">
                <a:solidFill>
                  <a:schemeClr val="bg1"/>
                </a:solidFill>
              </a:endParaRPr>
            </a:p>
            <a:p>
              <a:endParaRPr lang="de-DE">
                <a:solidFill>
                  <a:schemeClr val="bg1"/>
                </a:solidFill>
              </a:endParaRPr>
            </a:p>
            <a:p>
              <a:endParaRPr lang="de-AT">
                <a:solidFill>
                  <a:schemeClr val="bg1"/>
                </a:solidFill>
              </a:endParaRPr>
            </a:p>
          </p:txBody>
        </p:sp>
      </p:grp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5B8C79C4-F830-E461-59F2-17AB1F501996}"/>
              </a:ext>
            </a:extLst>
          </p:cNvPr>
          <p:cNvGrpSpPr/>
          <p:nvPr/>
        </p:nvGrpSpPr>
        <p:grpSpPr>
          <a:xfrm>
            <a:off x="7978652" y="1868585"/>
            <a:ext cx="2628000" cy="4054887"/>
            <a:chOff x="269483" y="1865620"/>
            <a:chExt cx="2628000" cy="4054887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40" name="Rechteck: abgerundete Ecken 39">
              <a:extLst>
                <a:ext uri="{FF2B5EF4-FFF2-40B4-BE49-F238E27FC236}">
                  <a16:creationId xmlns:a16="http://schemas.microsoft.com/office/drawing/2014/main" id="{44B558E8-3F3F-7E29-92C7-71A112AA4176}"/>
                </a:ext>
              </a:extLst>
            </p:cNvPr>
            <p:cNvSpPr/>
            <p:nvPr/>
          </p:nvSpPr>
          <p:spPr>
            <a:xfrm>
              <a:off x="350664" y="1865620"/>
              <a:ext cx="2546819" cy="4054887"/>
            </a:xfrm>
            <a:prstGeom prst="round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cxnSp>
          <p:nvCxnSpPr>
            <p:cNvPr id="41" name="Gerader Verbinder 40">
              <a:extLst>
                <a:ext uri="{FF2B5EF4-FFF2-40B4-BE49-F238E27FC236}">
                  <a16:creationId xmlns:a16="http://schemas.microsoft.com/office/drawing/2014/main" id="{C6524603-5611-6C62-08E1-1E852ACEAEA9}"/>
                </a:ext>
              </a:extLst>
            </p:cNvPr>
            <p:cNvCxnSpPr>
              <a:cxnSpLocks/>
            </p:cNvCxnSpPr>
            <p:nvPr/>
          </p:nvCxnSpPr>
          <p:spPr>
            <a:xfrm>
              <a:off x="269483" y="2945719"/>
              <a:ext cx="2628000" cy="0"/>
            </a:xfrm>
            <a:prstGeom prst="line">
              <a:avLst/>
            </a:prstGeom>
            <a:grpFill/>
            <a:ln w="571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feld 41">
              <a:extLst>
                <a:ext uri="{FF2B5EF4-FFF2-40B4-BE49-F238E27FC236}">
                  <a16:creationId xmlns:a16="http://schemas.microsoft.com/office/drawing/2014/main" id="{6BB00CB1-8694-6214-ED94-83D50E81FF70}"/>
                </a:ext>
              </a:extLst>
            </p:cNvPr>
            <p:cNvSpPr txBox="1"/>
            <p:nvPr/>
          </p:nvSpPr>
          <p:spPr>
            <a:xfrm>
              <a:off x="440936" y="1865620"/>
              <a:ext cx="2366274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3000">
                  <a:solidFill>
                    <a:schemeClr val="bg1"/>
                  </a:solidFill>
                  <a:latin typeface="Bahnschrift" panose="020B0502040204020203" pitchFamily="34" charset="0"/>
                </a:rPr>
                <a:t>Projekt</a:t>
              </a:r>
            </a:p>
            <a:p>
              <a:pPr algn="ctr"/>
              <a:r>
                <a:rPr lang="de-DE" sz="3000">
                  <a:solidFill>
                    <a:schemeClr val="bg1"/>
                  </a:solidFill>
                  <a:latin typeface="Bahnschrift" panose="020B0502040204020203" pitchFamily="34" charset="0"/>
                </a:rPr>
                <a:t>Organisation</a:t>
              </a:r>
              <a:endParaRPr lang="de-AT" sz="3000">
                <a:solidFill>
                  <a:schemeClr val="bg1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C3923614-A61F-8291-2F4A-498F1521EB29}"/>
                </a:ext>
              </a:extLst>
            </p:cNvPr>
            <p:cNvSpPr txBox="1"/>
            <p:nvPr/>
          </p:nvSpPr>
          <p:spPr>
            <a:xfrm>
              <a:off x="410251" y="3111411"/>
              <a:ext cx="2487232" cy="27392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000" b="1">
                  <a:solidFill>
                    <a:schemeClr val="bg1"/>
                  </a:solidFill>
                </a:rPr>
                <a:t>Github</a:t>
              </a:r>
            </a:p>
            <a:p>
              <a:endParaRPr lang="de-DE" sz="1500" b="1">
                <a:solidFill>
                  <a:schemeClr val="bg1"/>
                </a:solidFill>
              </a:endParaRPr>
            </a:p>
            <a:p>
              <a:r>
                <a:rPr lang="de-DE" sz="2000" b="1">
                  <a:solidFill>
                    <a:schemeClr val="bg1"/>
                  </a:solidFill>
                </a:rPr>
                <a:t>Dokumentation</a:t>
              </a:r>
            </a:p>
            <a:p>
              <a:endParaRPr lang="de-DE" sz="2000" b="1">
                <a:solidFill>
                  <a:schemeClr val="bg1"/>
                </a:solidFill>
              </a:endParaRPr>
            </a:p>
            <a:p>
              <a:endParaRPr lang="de-DE" sz="200" b="1">
                <a:solidFill>
                  <a:schemeClr val="bg1"/>
                </a:solidFill>
              </a:endParaRPr>
            </a:p>
            <a:p>
              <a:r>
                <a:rPr lang="de-DE" sz="2000" b="1">
                  <a:solidFill>
                    <a:schemeClr val="bg1"/>
                  </a:solidFill>
                </a:rPr>
                <a:t>Präsentationen</a:t>
              </a:r>
            </a:p>
            <a:p>
              <a:endParaRPr lang="de-DE" sz="2000" b="1">
                <a:solidFill>
                  <a:schemeClr val="bg1"/>
                </a:solidFill>
              </a:endParaRPr>
            </a:p>
            <a:p>
              <a:endParaRPr lang="de-DE" sz="200" b="1">
                <a:solidFill>
                  <a:schemeClr val="bg1"/>
                </a:solidFill>
              </a:endParaRPr>
            </a:p>
            <a:p>
              <a:r>
                <a:rPr lang="de-DE" sz="2000" b="1">
                  <a:solidFill>
                    <a:schemeClr val="bg1"/>
                  </a:solidFill>
                </a:rPr>
                <a:t>Diagramme</a:t>
              </a:r>
            </a:p>
            <a:p>
              <a:endParaRPr lang="de-DE" sz="1500" b="1">
                <a:solidFill>
                  <a:schemeClr val="bg1"/>
                </a:solidFill>
              </a:endParaRPr>
            </a:p>
            <a:p>
              <a:endParaRPr lang="de-AT">
                <a:solidFill>
                  <a:schemeClr val="bg1"/>
                </a:solidFill>
              </a:endParaRPr>
            </a:p>
          </p:txBody>
        </p:sp>
      </p:grp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8B1E3892-08DE-B665-B298-8757300AB992}"/>
              </a:ext>
            </a:extLst>
          </p:cNvPr>
          <p:cNvCxnSpPr/>
          <p:nvPr/>
        </p:nvCxnSpPr>
        <p:spPr>
          <a:xfrm>
            <a:off x="6619815" y="584010"/>
            <a:ext cx="185625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feld 2">
            <a:extLst>
              <a:ext uri="{FF2B5EF4-FFF2-40B4-BE49-F238E27FC236}">
                <a16:creationId xmlns:a16="http://schemas.microsoft.com/office/drawing/2014/main" id="{8A9DBE1E-9E41-BDA7-57BE-00A4F7D0A592}"/>
              </a:ext>
            </a:extLst>
          </p:cNvPr>
          <p:cNvSpPr txBox="1"/>
          <p:nvPr/>
        </p:nvSpPr>
        <p:spPr>
          <a:xfrm>
            <a:off x="11123831" y="6298421"/>
            <a:ext cx="1005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>
                <a:solidFill>
                  <a:schemeClr val="bg1"/>
                </a:solidFill>
              </a:rPr>
              <a:t>23 / 30</a:t>
            </a:r>
          </a:p>
        </p:txBody>
      </p:sp>
    </p:spTree>
    <p:extLst>
      <p:ext uri="{BB962C8B-B14F-4D97-AF65-F5344CB8AC3E}">
        <p14:creationId xmlns:p14="http://schemas.microsoft.com/office/powerpoint/2010/main" val="3027329675"/>
      </p:ext>
    </p:extLst>
  </p:cSld>
  <p:clrMapOvr>
    <a:masterClrMapping/>
  </p:clrMapOvr>
  <p:transition spd="slow">
    <p:push dir="u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A7EC3-55AD-2215-45C2-522CA6749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2B7C10F-D601-022C-B59D-1D07AD001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13.05.2026</a:t>
            </a:fld>
            <a:endParaRPr lang="de-AT"/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87DB598A-8263-6BE8-C552-CCCB8BD9EDC7}"/>
              </a:ext>
            </a:extLst>
          </p:cNvPr>
          <p:cNvCxnSpPr/>
          <p:nvPr/>
        </p:nvCxnSpPr>
        <p:spPr>
          <a:xfrm>
            <a:off x="6619815" y="584010"/>
            <a:ext cx="185625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Grafik 2">
            <a:extLst>
              <a:ext uri="{FF2B5EF4-FFF2-40B4-BE49-F238E27FC236}">
                <a16:creationId xmlns:a16="http://schemas.microsoft.com/office/drawing/2014/main" id="{1D90CD75-C186-A3B7-3440-2B0F167F7B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55598"/>
            <a:ext cx="12192000" cy="3757910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8335506B-581C-A250-BD99-57E39EFAE3AE}"/>
              </a:ext>
            </a:extLst>
          </p:cNvPr>
          <p:cNvSpPr txBox="1"/>
          <p:nvPr/>
        </p:nvSpPr>
        <p:spPr>
          <a:xfrm>
            <a:off x="11123831" y="6298421"/>
            <a:ext cx="1005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>
                <a:solidFill>
                  <a:schemeClr val="bg1"/>
                </a:solidFill>
              </a:rPr>
              <a:t>24 / 30</a:t>
            </a:r>
          </a:p>
        </p:txBody>
      </p:sp>
    </p:spTree>
    <p:extLst>
      <p:ext uri="{BB962C8B-B14F-4D97-AF65-F5344CB8AC3E}">
        <p14:creationId xmlns:p14="http://schemas.microsoft.com/office/powerpoint/2010/main" val="3868829626"/>
      </p:ext>
    </p:extLst>
  </p:cSld>
  <p:clrMapOvr>
    <a:masterClrMapping/>
  </p:clrMapOvr>
  <p:transition spd="med">
    <p:pull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2">
            <a:extLst>
              <a:ext uri="{FF2B5EF4-FFF2-40B4-BE49-F238E27FC236}">
                <a16:creationId xmlns:a16="http://schemas.microsoft.com/office/drawing/2014/main" id="{26540487-419B-865C-80DC-00157E9B7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9816"/>
            <a:ext cx="12192000" cy="5418367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EADD60-68F6-2569-7691-F8257DF54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13.05.2026</a:t>
            </a:fld>
            <a:endParaRPr lang="de-AT"/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CF9B1C95-793E-D482-E141-9FB6C116DCAB}"/>
              </a:ext>
            </a:extLst>
          </p:cNvPr>
          <p:cNvCxnSpPr/>
          <p:nvPr/>
        </p:nvCxnSpPr>
        <p:spPr>
          <a:xfrm>
            <a:off x="6619815" y="584010"/>
            <a:ext cx="185625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Grafik 1" descr="Ein Bild, das rot, Grafiken, Symbol, Karminrot enthält.&#10;&#10;KI-generierte Inhalte können fehlerhaft sein.">
            <a:extLst>
              <a:ext uri="{FF2B5EF4-FFF2-40B4-BE49-F238E27FC236}">
                <a16:creationId xmlns:a16="http://schemas.microsoft.com/office/drawing/2014/main" id="{50D72BD5-D293-D696-095C-A3B6DF2F3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801" y="136525"/>
            <a:ext cx="872818" cy="899520"/>
          </a:xfrm>
          <a:prstGeom prst="rect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7B7B12D0-6B8A-0A69-A611-78AE40FE24B9}"/>
              </a:ext>
            </a:extLst>
          </p:cNvPr>
          <p:cNvSpPr txBox="1"/>
          <p:nvPr/>
        </p:nvSpPr>
        <p:spPr>
          <a:xfrm>
            <a:off x="11123831" y="6298421"/>
            <a:ext cx="1005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>
                <a:solidFill>
                  <a:schemeClr val="bg1"/>
                </a:solidFill>
              </a:rPr>
              <a:t>25 / 30</a:t>
            </a:r>
          </a:p>
        </p:txBody>
      </p:sp>
    </p:spTree>
    <p:extLst>
      <p:ext uri="{BB962C8B-B14F-4D97-AF65-F5344CB8AC3E}">
        <p14:creationId xmlns:p14="http://schemas.microsoft.com/office/powerpoint/2010/main" val="3176429942"/>
      </p:ext>
    </p:extLst>
  </p:cSld>
  <p:clrMapOvr>
    <a:masterClrMapping/>
  </p:clrMapOvr>
  <p:transition spd="med">
    <p:pull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02A53-9DAB-94EC-F6B5-657C2F14F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84E8226-3EA3-9BF5-ABFB-9C4EA6715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13.05.2026</a:t>
            </a:fld>
            <a:endParaRPr lang="de-AT"/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DE035998-DF33-6A6D-CF35-BC1A485068B1}"/>
              </a:ext>
            </a:extLst>
          </p:cNvPr>
          <p:cNvCxnSpPr/>
          <p:nvPr/>
        </p:nvCxnSpPr>
        <p:spPr>
          <a:xfrm>
            <a:off x="6619815" y="584010"/>
            <a:ext cx="185625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Grafik 1" descr="Ein Bild, das rot, Grafiken, Symbol, Karminrot enthält.&#10;&#10;KI-generierte Inhalte können fehlerhaft sein.">
            <a:extLst>
              <a:ext uri="{FF2B5EF4-FFF2-40B4-BE49-F238E27FC236}">
                <a16:creationId xmlns:a16="http://schemas.microsoft.com/office/drawing/2014/main" id="{0B2F552B-788C-9395-F310-38A8CC72F4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801" y="136525"/>
            <a:ext cx="872818" cy="899520"/>
          </a:xfrm>
          <a:prstGeom prst="rect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5A3AE9CD-6D3C-CD8F-03D9-61F01B0DA0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9745" r="48625" b="19745"/>
          <a:stretch>
            <a:fillRect/>
          </a:stretch>
        </p:blipFill>
        <p:spPr>
          <a:xfrm>
            <a:off x="2763996" y="0"/>
            <a:ext cx="6664008" cy="5689977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750FAD34-D2E9-68A7-B39F-ED1016346F34}"/>
              </a:ext>
            </a:extLst>
          </p:cNvPr>
          <p:cNvSpPr txBox="1"/>
          <p:nvPr/>
        </p:nvSpPr>
        <p:spPr>
          <a:xfrm>
            <a:off x="11123831" y="6298421"/>
            <a:ext cx="1005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>
                <a:solidFill>
                  <a:schemeClr val="bg1"/>
                </a:solidFill>
              </a:rPr>
              <a:t>25 / 30</a:t>
            </a:r>
          </a:p>
        </p:txBody>
      </p:sp>
    </p:spTree>
    <p:extLst>
      <p:ext uri="{BB962C8B-B14F-4D97-AF65-F5344CB8AC3E}">
        <p14:creationId xmlns:p14="http://schemas.microsoft.com/office/powerpoint/2010/main" val="37362990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E4DA4-26CD-0DA5-437E-EE1B6552A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2">
            <a:extLst>
              <a:ext uri="{FF2B5EF4-FFF2-40B4-BE49-F238E27FC236}">
                <a16:creationId xmlns:a16="http://schemas.microsoft.com/office/drawing/2014/main" id="{2FBE92EC-FBB8-01DD-F981-4178ED90DA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150" b="18780"/>
          <a:stretch>
            <a:fillRect/>
          </a:stretch>
        </p:blipFill>
        <p:spPr>
          <a:xfrm>
            <a:off x="3008927" y="920862"/>
            <a:ext cx="7221776" cy="5016275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9E234D-A54F-828C-97A8-DBF77BA0C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13.05.2026</a:t>
            </a:fld>
            <a:endParaRPr lang="de-AT"/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C8D8F14E-DED6-3AFA-C877-F3E7EE63EFDF}"/>
              </a:ext>
            </a:extLst>
          </p:cNvPr>
          <p:cNvCxnSpPr/>
          <p:nvPr/>
        </p:nvCxnSpPr>
        <p:spPr>
          <a:xfrm>
            <a:off x="6619815" y="584010"/>
            <a:ext cx="185625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Grafik 1" descr="Ein Bild, das rot, Grafiken, Symbol, Karminrot enthält.&#10;&#10;KI-generierte Inhalte können fehlerhaft sein.">
            <a:extLst>
              <a:ext uri="{FF2B5EF4-FFF2-40B4-BE49-F238E27FC236}">
                <a16:creationId xmlns:a16="http://schemas.microsoft.com/office/drawing/2014/main" id="{D8A97006-CB3B-EEF0-1DAE-38FED6FE04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801" y="136525"/>
            <a:ext cx="872818" cy="899520"/>
          </a:xfrm>
          <a:prstGeom prst="rect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1102F4FD-6F56-88B3-39BE-EEA67A647F3D}"/>
              </a:ext>
            </a:extLst>
          </p:cNvPr>
          <p:cNvSpPr txBox="1"/>
          <p:nvPr/>
        </p:nvSpPr>
        <p:spPr>
          <a:xfrm>
            <a:off x="11123831" y="6298421"/>
            <a:ext cx="1005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>
                <a:solidFill>
                  <a:schemeClr val="bg1"/>
                </a:solidFill>
              </a:rPr>
              <a:t>25 / 30</a:t>
            </a:r>
          </a:p>
        </p:txBody>
      </p:sp>
    </p:spTree>
    <p:extLst>
      <p:ext uri="{BB962C8B-B14F-4D97-AF65-F5344CB8AC3E}">
        <p14:creationId xmlns:p14="http://schemas.microsoft.com/office/powerpoint/2010/main" val="36852248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8CFFA-AA0B-B0A6-8689-947E93E58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2">
            <a:extLst>
              <a:ext uri="{FF2B5EF4-FFF2-40B4-BE49-F238E27FC236}">
                <a16:creationId xmlns:a16="http://schemas.microsoft.com/office/drawing/2014/main" id="{22BE47AE-8869-D293-2C6C-7627886B0A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000" t="75146" r="39550"/>
          <a:stretch>
            <a:fillRect/>
          </a:stretch>
        </p:blipFill>
        <p:spPr>
          <a:xfrm>
            <a:off x="3488683" y="2251070"/>
            <a:ext cx="5214633" cy="2355860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5FAE67C-F3F7-132D-14BB-1D29D0AC0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13.05.2026</a:t>
            </a:fld>
            <a:endParaRPr lang="de-AT"/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123E50CB-9CDD-6005-9946-E946D9F4EF88}"/>
              </a:ext>
            </a:extLst>
          </p:cNvPr>
          <p:cNvCxnSpPr/>
          <p:nvPr/>
        </p:nvCxnSpPr>
        <p:spPr>
          <a:xfrm>
            <a:off x="6619815" y="584010"/>
            <a:ext cx="185625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Grafik 1" descr="Ein Bild, das rot, Grafiken, Symbol, Karminrot enthält.&#10;&#10;KI-generierte Inhalte können fehlerhaft sein.">
            <a:extLst>
              <a:ext uri="{FF2B5EF4-FFF2-40B4-BE49-F238E27FC236}">
                <a16:creationId xmlns:a16="http://schemas.microsoft.com/office/drawing/2014/main" id="{BF6AD3E2-7436-FB6A-22EA-1CC4DC7783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801" y="136525"/>
            <a:ext cx="872818" cy="899520"/>
          </a:xfrm>
          <a:prstGeom prst="rect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BAF1FCDF-D395-3B27-D203-9FD1AA912EA8}"/>
              </a:ext>
            </a:extLst>
          </p:cNvPr>
          <p:cNvSpPr txBox="1"/>
          <p:nvPr/>
        </p:nvSpPr>
        <p:spPr>
          <a:xfrm>
            <a:off x="11123831" y="6298421"/>
            <a:ext cx="1005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>
                <a:solidFill>
                  <a:schemeClr val="bg1"/>
                </a:solidFill>
              </a:rPr>
              <a:t>25 / 30</a:t>
            </a:r>
          </a:p>
        </p:txBody>
      </p:sp>
    </p:spTree>
    <p:extLst>
      <p:ext uri="{BB962C8B-B14F-4D97-AF65-F5344CB8AC3E}">
        <p14:creationId xmlns:p14="http://schemas.microsoft.com/office/powerpoint/2010/main" val="16016132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EF1D7-5850-D330-4B6A-A87823FB2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3411C08-3E92-D957-4D9E-BAA01718B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13.05.2026</a:t>
            </a:fld>
            <a:endParaRPr lang="de-AT"/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FB5E1360-82AF-F0F8-4C71-183D032E2163}"/>
              </a:ext>
            </a:extLst>
          </p:cNvPr>
          <p:cNvCxnSpPr/>
          <p:nvPr/>
        </p:nvCxnSpPr>
        <p:spPr>
          <a:xfrm>
            <a:off x="6619815" y="584010"/>
            <a:ext cx="185625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Grafik 2">
            <a:extLst>
              <a:ext uri="{FF2B5EF4-FFF2-40B4-BE49-F238E27FC236}">
                <a16:creationId xmlns:a16="http://schemas.microsoft.com/office/drawing/2014/main" id="{8342FAE3-045D-19F2-46DF-31EE42579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1816" y="753118"/>
            <a:ext cx="6308368" cy="5391652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7A444357-71DD-B960-AEE4-E5B39E2DAB91}"/>
              </a:ext>
            </a:extLst>
          </p:cNvPr>
          <p:cNvSpPr txBox="1"/>
          <p:nvPr/>
        </p:nvSpPr>
        <p:spPr>
          <a:xfrm>
            <a:off x="11123831" y="6298421"/>
            <a:ext cx="1005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>
                <a:solidFill>
                  <a:schemeClr val="bg1"/>
                </a:solidFill>
              </a:rPr>
              <a:t>26 / 30</a:t>
            </a:r>
          </a:p>
        </p:txBody>
      </p:sp>
    </p:spTree>
    <p:extLst>
      <p:ext uri="{BB962C8B-B14F-4D97-AF65-F5344CB8AC3E}">
        <p14:creationId xmlns:p14="http://schemas.microsoft.com/office/powerpoint/2010/main" val="1065104370"/>
      </p:ext>
    </p:extLst>
  </p:cSld>
  <p:clrMapOvr>
    <a:masterClrMapping/>
  </p:clrMapOvr>
  <p:transition spd="med">
    <p:pull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06557-4148-1A2A-6E9C-28C9B7248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AA974BC-8116-52A8-261E-E8A40B1CD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13.05.2026</a:t>
            </a:fld>
            <a:endParaRPr lang="de-AT"/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4F9CE9A0-583F-970A-4B07-DB879EFF6959}"/>
              </a:ext>
            </a:extLst>
          </p:cNvPr>
          <p:cNvCxnSpPr/>
          <p:nvPr/>
        </p:nvCxnSpPr>
        <p:spPr>
          <a:xfrm>
            <a:off x="6619815" y="584010"/>
            <a:ext cx="185625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Grafik 17">
            <a:extLst>
              <a:ext uri="{FF2B5EF4-FFF2-40B4-BE49-F238E27FC236}">
                <a16:creationId xmlns:a16="http://schemas.microsoft.com/office/drawing/2014/main" id="{74AB12BA-A2E1-EF5C-EC5C-17E5FD5C6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248" y="754380"/>
            <a:ext cx="3798249" cy="5224849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36890C45-CFDC-66A3-4346-10CD3DA8E6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4" r="30788"/>
          <a:stretch>
            <a:fillRect/>
          </a:stretch>
        </p:blipFill>
        <p:spPr>
          <a:xfrm>
            <a:off x="6319077" y="754380"/>
            <a:ext cx="3888675" cy="5349239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2E094D51-55AC-CBB0-841A-539E75B55494}"/>
              </a:ext>
            </a:extLst>
          </p:cNvPr>
          <p:cNvSpPr txBox="1"/>
          <p:nvPr/>
        </p:nvSpPr>
        <p:spPr>
          <a:xfrm>
            <a:off x="11123831" y="6298421"/>
            <a:ext cx="1005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>
                <a:solidFill>
                  <a:schemeClr val="bg1"/>
                </a:solidFill>
              </a:rPr>
              <a:t>27 / 30</a:t>
            </a:r>
          </a:p>
        </p:txBody>
      </p:sp>
    </p:spTree>
    <p:extLst>
      <p:ext uri="{BB962C8B-B14F-4D97-AF65-F5344CB8AC3E}">
        <p14:creationId xmlns:p14="http://schemas.microsoft.com/office/powerpoint/2010/main" val="2194337224"/>
      </p:ext>
    </p:extLst>
  </p:cSld>
  <p:clrMapOvr>
    <a:masterClrMapping/>
  </p:clrMapOvr>
  <p:transition spd="med">
    <p:pull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18951-C0E9-438E-DE05-BFCEB59FA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DC35CA1-1ED9-C26F-1B15-F18EB5AFE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13.05.2026</a:t>
            </a:fld>
            <a:endParaRPr lang="de-AT"/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5D949493-8C4E-A48A-1A8C-097F7C86D05A}"/>
              </a:ext>
            </a:extLst>
          </p:cNvPr>
          <p:cNvCxnSpPr/>
          <p:nvPr/>
        </p:nvCxnSpPr>
        <p:spPr>
          <a:xfrm>
            <a:off x="6619815" y="584010"/>
            <a:ext cx="185625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Grafik 2">
            <a:extLst>
              <a:ext uri="{FF2B5EF4-FFF2-40B4-BE49-F238E27FC236}">
                <a16:creationId xmlns:a16="http://schemas.microsoft.com/office/drawing/2014/main" id="{FE8163E5-4253-92DC-BF06-B142BE351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511" y="1355557"/>
            <a:ext cx="4382354" cy="2073443"/>
          </a:xfrm>
          <a:prstGeom prst="rect">
            <a:avLst/>
          </a:prstGeom>
          <a:ln w="38100" cap="sq">
            <a:noFill/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9ECD7C9B-5E1B-2161-632C-EDB5AADA2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135" y="1057761"/>
            <a:ext cx="6917906" cy="2160923"/>
          </a:xfrm>
          <a:prstGeom prst="rect">
            <a:avLst/>
          </a:prstGeom>
          <a:ln w="38100" cap="sq">
            <a:noFill/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01ADF1A-7493-3B63-89C0-0FB89BB7FD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3804" y="3740023"/>
            <a:ext cx="6184392" cy="2112208"/>
          </a:xfrm>
          <a:prstGeom prst="rect">
            <a:avLst/>
          </a:prstGeom>
          <a:ln w="38100" cap="sq">
            <a:noFill/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8B4E4E70-0A94-3073-A544-0388170FA944}"/>
              </a:ext>
            </a:extLst>
          </p:cNvPr>
          <p:cNvSpPr txBox="1"/>
          <p:nvPr/>
        </p:nvSpPr>
        <p:spPr>
          <a:xfrm>
            <a:off x="11123831" y="6298421"/>
            <a:ext cx="1005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>
                <a:solidFill>
                  <a:schemeClr val="bg1"/>
                </a:solidFill>
              </a:rPr>
              <a:t>28 / 30</a:t>
            </a:r>
          </a:p>
        </p:txBody>
      </p:sp>
    </p:spTree>
    <p:extLst>
      <p:ext uri="{BB962C8B-B14F-4D97-AF65-F5344CB8AC3E}">
        <p14:creationId xmlns:p14="http://schemas.microsoft.com/office/powerpoint/2010/main" val="3628834110"/>
      </p:ext>
    </p:extLst>
  </p:cSld>
  <p:clrMapOvr>
    <a:masterClrMapping/>
  </p:clrMapOvr>
  <p:transition spd="med">
    <p:pull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0BAD98-4FE7-37EC-88D9-307BA3F93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930" y="2822050"/>
            <a:ext cx="2549377" cy="834163"/>
          </a:xfrm>
        </p:spPr>
        <p:txBody>
          <a:bodyPr/>
          <a:lstStyle/>
          <a:p>
            <a:r>
              <a:rPr lang="de-DE"/>
              <a:t>Ergebnis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17E8E87-3CBD-412C-59A1-0DE245BEA8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642" y="1202836"/>
            <a:ext cx="8454185" cy="46701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2200" b="1"/>
              <a:t>Voll funktionsfähiges Gesamtsystem</a:t>
            </a:r>
          </a:p>
          <a:p>
            <a:pPr lvl="1"/>
            <a:r>
              <a:rPr lang="de-DE" sz="2000"/>
              <a:t>Backend-Applikation</a:t>
            </a:r>
          </a:p>
          <a:p>
            <a:pPr lvl="1"/>
            <a:r>
              <a:rPr lang="de-DE" sz="2000"/>
              <a:t>Mobilem Frontend</a:t>
            </a:r>
          </a:p>
          <a:p>
            <a:pPr lvl="1"/>
            <a:r>
              <a:rPr lang="de-DE" sz="2000"/>
              <a:t>IoT-Integration &amp; Automatisierungslogik</a:t>
            </a:r>
          </a:p>
          <a:p>
            <a:endParaRPr lang="de-DE" sz="500"/>
          </a:p>
          <a:p>
            <a:endParaRPr lang="de-DE" sz="500"/>
          </a:p>
          <a:p>
            <a:pPr marL="0" indent="0">
              <a:buNone/>
            </a:pPr>
            <a:r>
              <a:rPr lang="de-DE" sz="2200" b="1"/>
              <a:t>Solide und erweiterbare Systemarchitektur</a:t>
            </a:r>
          </a:p>
          <a:p>
            <a:pPr lvl="1"/>
            <a:r>
              <a:rPr lang="de-DE" sz="2000"/>
              <a:t>Fundament für zukünftige Erweiterungen des Auftraggebers</a:t>
            </a:r>
          </a:p>
          <a:p>
            <a:pPr lvl="1"/>
            <a:r>
              <a:rPr lang="de-DE" sz="2000"/>
              <a:t>Umsetzung durch umfangreiche Tests und Praxiseinsatz bestätigt</a:t>
            </a:r>
          </a:p>
          <a:p>
            <a:pPr lvl="1"/>
            <a:endParaRPr lang="de-DE" sz="500"/>
          </a:p>
          <a:p>
            <a:pPr lvl="1"/>
            <a:endParaRPr lang="de-DE" sz="500"/>
          </a:p>
          <a:p>
            <a:pPr marL="0" lvl="1" indent="0">
              <a:spcBef>
                <a:spcPts val="1000"/>
              </a:spcBef>
              <a:buNone/>
            </a:pPr>
            <a:r>
              <a:rPr lang="de-DE" sz="2200" b="1"/>
              <a:t>Wichtige Erkenntnisse</a:t>
            </a:r>
          </a:p>
          <a:p>
            <a:pPr lvl="1"/>
            <a:r>
              <a:rPr lang="de-DE" sz="2000"/>
              <a:t>Bedeutung modularer Softwarearchitektur</a:t>
            </a:r>
          </a:p>
          <a:p>
            <a:pPr lvl="1"/>
            <a:r>
              <a:rPr lang="de-DE" sz="2000"/>
              <a:t>Praxisnahe Erfahrung mit IoT, Backend &amp; Frontend</a:t>
            </a:r>
          </a:p>
          <a:p>
            <a:pPr lvl="1"/>
            <a:r>
              <a:rPr lang="de-DE" sz="2000"/>
              <a:t>Professionelle Projektdokumentation und Teamarbeit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B227017-28A3-A4FD-D430-9160D6AD9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13.05.2026</a:t>
            </a:fld>
            <a:endParaRPr lang="de-AT"/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689A3680-C987-A2F1-F3F1-88A044E40240}"/>
              </a:ext>
            </a:extLst>
          </p:cNvPr>
          <p:cNvCxnSpPr/>
          <p:nvPr/>
        </p:nvCxnSpPr>
        <p:spPr>
          <a:xfrm>
            <a:off x="8814375" y="584010"/>
            <a:ext cx="185625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feld 6">
            <a:extLst>
              <a:ext uri="{FF2B5EF4-FFF2-40B4-BE49-F238E27FC236}">
                <a16:creationId xmlns:a16="http://schemas.microsoft.com/office/drawing/2014/main" id="{4F72EF10-5CCB-A40D-C20A-393B88F3F612}"/>
              </a:ext>
            </a:extLst>
          </p:cNvPr>
          <p:cNvSpPr txBox="1"/>
          <p:nvPr/>
        </p:nvSpPr>
        <p:spPr>
          <a:xfrm>
            <a:off x="11123831" y="6298421"/>
            <a:ext cx="1005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>
                <a:solidFill>
                  <a:schemeClr val="bg1"/>
                </a:solidFill>
              </a:rPr>
              <a:t>29 / 30</a:t>
            </a:r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E214C8D9-153E-ED04-E75D-0862C79EAE8C}"/>
              </a:ext>
            </a:extLst>
          </p:cNvPr>
          <p:cNvCxnSpPr>
            <a:cxnSpLocks/>
          </p:cNvCxnSpPr>
          <p:nvPr/>
        </p:nvCxnSpPr>
        <p:spPr>
          <a:xfrm>
            <a:off x="1292329" y="3656213"/>
            <a:ext cx="130358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780653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2B0927-5DE8-7CA6-2AF8-AF9617AC8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3011918"/>
            <a:ext cx="10515600" cy="834163"/>
          </a:xfrm>
        </p:spPr>
        <p:txBody>
          <a:bodyPr>
            <a:normAutofit fontScale="90000"/>
          </a:bodyPr>
          <a:lstStyle/>
          <a:p>
            <a:pPr algn="ctr"/>
            <a:r>
              <a:rPr lang="de-DE" sz="8000"/>
              <a:t>Vielen Dank für Ihre Aufmerksamkeit!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5AD52F9-899E-17FE-5A9D-3183B7113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13.05.2026</a:t>
            </a:fld>
            <a:endParaRPr lang="de-AT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F8F604DE-DDD8-553C-42AA-6B8B058480A1}"/>
              </a:ext>
            </a:extLst>
          </p:cNvPr>
          <p:cNvSpPr txBox="1"/>
          <p:nvPr/>
        </p:nvSpPr>
        <p:spPr>
          <a:xfrm>
            <a:off x="11123831" y="6298421"/>
            <a:ext cx="1005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>
                <a:solidFill>
                  <a:schemeClr val="bg1"/>
                </a:solidFill>
              </a:rPr>
              <a:t>30 / 30</a:t>
            </a:r>
          </a:p>
        </p:txBody>
      </p:sp>
    </p:spTree>
    <p:extLst>
      <p:ext uri="{BB962C8B-B14F-4D97-AF65-F5344CB8AC3E}">
        <p14:creationId xmlns:p14="http://schemas.microsoft.com/office/powerpoint/2010/main" val="4282305213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875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04463DF-85EC-4FCA-B98F-EDDD6462834C}">
  <we:reference id="WA200005566" version="3.0.0.3" store="Omex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53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4" baseType="lpstr">
      <vt:lpstr>Office</vt:lpstr>
      <vt:lpstr>PowerPoint Presentation</vt:lpstr>
      <vt:lpstr>Inhaltsverzeichnis</vt:lpstr>
      <vt:lpstr>PowerPoint Presentation</vt:lpstr>
      <vt:lpstr>PowerPoint Presentation</vt:lpstr>
      <vt:lpstr>Haslinger</vt:lpstr>
      <vt:lpstr>Aufbau der mobilen Anwendung</vt:lpstr>
      <vt:lpstr>Energiefluss-Visualisierung</vt:lpstr>
      <vt:lpstr>Energiefluss-Visualisierung</vt:lpstr>
      <vt:lpstr>Analyse historischer PV-Daten</vt:lpstr>
      <vt:lpstr>Analyse historischer PV-Daten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Protokollierung und Fehleranzeige</vt:lpstr>
      <vt:lpstr>Protokollierung und Fehleranzeige</vt:lpstr>
      <vt:lpstr>Übersicht - Aberger</vt:lpstr>
      <vt:lpstr>Frontend Datenabfragen</vt:lpstr>
      <vt:lpstr>Interaktive UI-Komponenten</vt:lpstr>
      <vt:lpstr>Interaktive UI-Komponenten</vt:lpstr>
      <vt:lpstr>Interaktive UI-Komponenten</vt:lpstr>
      <vt:lpstr>Interaktive UI-Komponenten</vt:lpstr>
      <vt:lpstr>Interaktive UI-Komponenten</vt:lpstr>
      <vt:lpstr>Interaktive UI-Komponenten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Gerätekonfigurationen</vt:lpstr>
      <vt:lpstr>PowerPoint Presentation</vt:lpstr>
      <vt:lpstr>PowerPoint Presentation</vt:lpstr>
      <vt:lpstr>Übersicht - Hechenberger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Ergebnis</vt:lpstr>
      <vt:lpstr>Vielen Dank für Ihre Aufmerksamkeit!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Aberger Jonas</dc:creator>
  <cp:revision>1</cp:revision>
  <dcterms:created xsi:type="dcterms:W3CDTF">2025-09-23T08:01:18Z</dcterms:created>
  <dcterms:modified xsi:type="dcterms:W3CDTF">2026-05-13T13:33:26Z</dcterms:modified>
</cp:coreProperties>
</file>