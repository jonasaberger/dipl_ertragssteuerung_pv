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12E_42098592.xml" ContentType="application/vnd.ms-powerpoint.comments+xml"/>
  <Override PartName="/ppt/comments/modernComment_12B_3180B28D.xml" ContentType="application/vnd.ms-powerpoint.comments+xml"/>
  <Override PartName="/ppt/comments/modernComment_136_89AA1FE1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37_A5AA31D3.xml" ContentType="application/vnd.ms-powerpoint.comments+xml"/>
  <Override PartName="/ppt/comments/modernComment_138_FD22D942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68" r:id="rId3"/>
    <p:sldId id="275" r:id="rId4"/>
    <p:sldId id="286" r:id="rId5"/>
    <p:sldId id="316" r:id="rId6"/>
    <p:sldId id="295" r:id="rId7"/>
    <p:sldId id="296" r:id="rId8"/>
    <p:sldId id="297" r:id="rId9"/>
    <p:sldId id="287" r:id="rId10"/>
    <p:sldId id="289" r:id="rId11"/>
    <p:sldId id="302" r:id="rId12"/>
    <p:sldId id="299" r:id="rId13"/>
    <p:sldId id="305" r:id="rId14"/>
    <p:sldId id="310" r:id="rId15"/>
    <p:sldId id="304" r:id="rId16"/>
    <p:sldId id="306" r:id="rId17"/>
    <p:sldId id="308" r:id="rId18"/>
    <p:sldId id="314" r:id="rId19"/>
    <p:sldId id="315" r:id="rId20"/>
    <p:sldId id="301" r:id="rId21"/>
    <p:sldId id="311" r:id="rId22"/>
    <p:sldId id="312" r:id="rId23"/>
    <p:sldId id="313" r:id="rId24"/>
    <p:sldId id="294" r:id="rId25"/>
    <p:sldId id="284" r:id="rId26"/>
    <p:sldId id="281" r:id="rId27"/>
    <p:sldId id="282" r:id="rId28"/>
    <p:sldId id="283" r:id="rId29"/>
    <p:sldId id="274" r:id="rId30"/>
    <p:sldId id="298" r:id="rId31"/>
    <p:sldId id="292" r:id="rId32"/>
    <p:sldId id="293" r:id="rId33"/>
    <p:sldId id="288" r:id="rId3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7F81B3D-8472-6EC2-2361-740B837B9D00}" name="Haslinger Fabian" initials="FH" userId="S::fabian.haslinger@htl-saalfelden.at::cdf8a651-5f22-44fb-9814-56de1b5a862a" providerId="AD"/>
  <p188:author id="{4D5EF99B-AC1E-9D9E-384B-450ABB1C7E87}" name="Hechenberger Tim" initials="TH" userId="S::tim.hechenberger@htl-saalfelden.at::093c6863-ec22-468a-9ff4-dc91df2ed95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215F9A"/>
    <a:srgbClr val="3FB445"/>
    <a:srgbClr val="196B24"/>
    <a:srgbClr val="C01626"/>
    <a:srgbClr val="8EB21E"/>
    <a:srgbClr val="BB1525"/>
    <a:srgbClr val="31C938"/>
    <a:srgbClr val="75DA75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869846-AB4C-41B7-8C20-0620D30DBB42}" v="2158" dt="2026-02-20T08:22:49.532"/>
    <p1510:client id="{2362AE16-A107-433E-8F74-C9C8FFDE8F5D}" v="1376" dt="2026-02-20T08:04:09.609"/>
    <p1510:client id="{5F6F9E1F-C9F8-4CCC-A5DB-3E6CF3919A9D}" v="187" dt="2026-02-19T17:56:02.891"/>
    <p1510:client id="{E632B0A7-E62E-4F3C-B0CC-09D2585748CD}" v="1167" dt="2026-02-20T07:48:13.8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erger Jonas" userId="ceb1aaf8-5544-4c36-af61-de230cd7d456" providerId="ADAL" clId="{CF9189D6-A9A2-483D-9E03-A9E03678E581}"/>
    <pc:docChg chg="undo redo custSel addSld delSld modSld sldOrd modMainMaster">
      <pc:chgData name="Aberger Jonas" userId="ceb1aaf8-5544-4c36-af61-de230cd7d456" providerId="ADAL" clId="{CF9189D6-A9A2-483D-9E03-A9E03678E581}" dt="2026-02-20T07:48:13.801" v="4189" actId="20577"/>
      <pc:docMkLst>
        <pc:docMk/>
      </pc:docMkLst>
      <pc:sldChg chg="addSp delSp modSp mod">
        <pc:chgData name="Aberger Jonas" userId="ceb1aaf8-5544-4c36-af61-de230cd7d456" providerId="ADAL" clId="{CF9189D6-A9A2-483D-9E03-A9E03678E581}" dt="2026-02-17T09:45:50.084" v="2443" actId="478"/>
        <pc:sldMkLst>
          <pc:docMk/>
          <pc:sldMk cId="1684285986" sldId="256"/>
        </pc:sldMkLst>
      </pc:sldChg>
      <pc:sldChg chg="modSp mod">
        <pc:chgData name="Aberger Jonas" userId="ceb1aaf8-5544-4c36-af61-de230cd7d456" providerId="ADAL" clId="{CF9189D6-A9A2-483D-9E03-A9E03678E581}" dt="2026-02-16T07:47:42.580" v="2045" actId="1036"/>
        <pc:sldMkLst>
          <pc:docMk/>
          <pc:sldMk cId="2921413162" sldId="268"/>
        </pc:sldMkLst>
        <pc:graphicFrameChg chg="mod modGraphic">
          <ac:chgData name="Aberger Jonas" userId="ceb1aaf8-5544-4c36-af61-de230cd7d456" providerId="ADAL" clId="{CF9189D6-A9A2-483D-9E03-A9E03678E581}" dt="2026-02-16T07:47:07.367" v="2001"/>
          <ac:graphicFrameMkLst>
            <pc:docMk/>
            <pc:sldMk cId="2921413162" sldId="268"/>
            <ac:graphicFrameMk id="5" creationId="{7E3451E2-1B3A-50D5-4322-69400EE6FE00}"/>
          </ac:graphicFrameMkLst>
        </pc:graphicFrameChg>
        <pc:picChg chg="mod">
          <ac:chgData name="Aberger Jonas" userId="ceb1aaf8-5544-4c36-af61-de230cd7d456" providerId="ADAL" clId="{CF9189D6-A9A2-483D-9E03-A9E03678E581}" dt="2026-02-16T07:47:27.723" v="2028" actId="1036"/>
          <ac:picMkLst>
            <pc:docMk/>
            <pc:sldMk cId="2921413162" sldId="268"/>
            <ac:picMk id="7" creationId="{DBA424DB-7456-157E-3202-0E7448E020C8}"/>
          </ac:picMkLst>
        </pc:picChg>
        <pc:picChg chg="mod">
          <ac:chgData name="Aberger Jonas" userId="ceb1aaf8-5544-4c36-af61-de230cd7d456" providerId="ADAL" clId="{CF9189D6-A9A2-483D-9E03-A9E03678E581}" dt="2026-02-16T07:44:30.225" v="1967" actId="1037"/>
          <ac:picMkLst>
            <pc:docMk/>
            <pc:sldMk cId="2921413162" sldId="268"/>
            <ac:picMk id="8" creationId="{C9767394-CA64-A47E-8D4A-CA57C3DA92B8}"/>
          </ac:picMkLst>
        </pc:picChg>
        <pc:picChg chg="mod">
          <ac:chgData name="Aberger Jonas" userId="ceb1aaf8-5544-4c36-af61-de230cd7d456" providerId="ADAL" clId="{CF9189D6-A9A2-483D-9E03-A9E03678E581}" dt="2026-02-16T07:47:42.580" v="2045" actId="1036"/>
          <ac:picMkLst>
            <pc:docMk/>
            <pc:sldMk cId="2921413162" sldId="268"/>
            <ac:picMk id="18" creationId="{5CA8D7BC-20FB-ED71-3488-7BE6143FAD23}"/>
          </ac:picMkLst>
        </pc:picChg>
        <pc:picChg chg="mod">
          <ac:chgData name="Aberger Jonas" userId="ceb1aaf8-5544-4c36-af61-de230cd7d456" providerId="ADAL" clId="{CF9189D6-A9A2-483D-9E03-A9E03678E581}" dt="2026-02-16T07:46:59.148" v="1999" actId="1036"/>
          <ac:picMkLst>
            <pc:docMk/>
            <pc:sldMk cId="2921413162" sldId="268"/>
            <ac:picMk id="19" creationId="{A5B4842C-0BCF-2AB9-7415-66A2E93298D6}"/>
          </ac:picMkLst>
        </pc:picChg>
      </pc:sldChg>
      <pc:sldChg chg="addSp modSp mod addAnim delAnim modAnim">
        <pc:chgData name="Aberger Jonas" userId="ceb1aaf8-5544-4c36-af61-de230cd7d456" providerId="ADAL" clId="{CF9189D6-A9A2-483D-9E03-A9E03678E581}" dt="2026-02-19T10:14:08.954" v="4187" actId="2085"/>
        <pc:sldMkLst>
          <pc:docMk/>
          <pc:sldMk cId="599795111" sldId="275"/>
        </pc:sldMkLst>
        <pc:spChg chg="mod">
          <ac:chgData name="Aberger Jonas" userId="ceb1aaf8-5544-4c36-af61-de230cd7d456" providerId="ADAL" clId="{CF9189D6-A9A2-483D-9E03-A9E03678E581}" dt="2026-02-16T07:52:31.319" v="2202" actId="20577"/>
          <ac:spMkLst>
            <pc:docMk/>
            <pc:sldMk cId="599795111" sldId="275"/>
            <ac:spMk id="3" creationId="{7E577B6F-BB74-DF9D-8DEF-AD28C27E7642}"/>
          </ac:spMkLst>
        </pc:spChg>
        <pc:spChg chg="add mod ord">
          <ac:chgData name="Aberger Jonas" userId="ceb1aaf8-5544-4c36-af61-de230cd7d456" providerId="ADAL" clId="{CF9189D6-A9A2-483D-9E03-A9E03678E581}" dt="2026-02-16T07:19:05.332" v="820" actId="164"/>
          <ac:spMkLst>
            <pc:docMk/>
            <pc:sldMk cId="599795111" sldId="275"/>
            <ac:spMk id="6" creationId="{E04C38EA-DE92-716C-EFCF-31E495CDE90E}"/>
          </ac:spMkLst>
        </pc:spChg>
        <pc:spChg chg="add mod">
          <ac:chgData name="Aberger Jonas" userId="ceb1aaf8-5544-4c36-af61-de230cd7d456" providerId="ADAL" clId="{CF9189D6-A9A2-483D-9E03-A9E03678E581}" dt="2026-02-16T07:19:23.499" v="822" actId="164"/>
          <ac:spMkLst>
            <pc:docMk/>
            <pc:sldMk cId="599795111" sldId="275"/>
            <ac:spMk id="7" creationId="{46D964AF-495C-72E0-8AA9-F2AD21DE3480}"/>
          </ac:spMkLst>
        </pc:spChg>
        <pc:spChg chg="add mod">
          <ac:chgData name="Aberger Jonas" userId="ceb1aaf8-5544-4c36-af61-de230cd7d456" providerId="ADAL" clId="{CF9189D6-A9A2-483D-9E03-A9E03678E581}" dt="2026-02-16T07:20:21.542" v="824" actId="164"/>
          <ac:spMkLst>
            <pc:docMk/>
            <pc:sldMk cId="599795111" sldId="275"/>
            <ac:spMk id="8" creationId="{FA9B3B34-4DB5-933F-C9F5-39D0F39570F3}"/>
          </ac:spMkLst>
        </pc:spChg>
        <pc:spChg chg="add mod">
          <ac:chgData name="Aberger Jonas" userId="ceb1aaf8-5544-4c36-af61-de230cd7d456" providerId="ADAL" clId="{CF9189D6-A9A2-483D-9E03-A9E03678E581}" dt="2026-02-16T07:24:20.882" v="863" actId="1076"/>
          <ac:spMkLst>
            <pc:docMk/>
            <pc:sldMk cId="599795111" sldId="275"/>
            <ac:spMk id="21" creationId="{18570E56-D1CA-FEFD-2DBB-BDB164493EC7}"/>
          </ac:spMkLst>
        </pc:spChg>
        <pc:grpChg chg="add mod">
          <ac:chgData name="Aberger Jonas" userId="ceb1aaf8-5544-4c36-af61-de230cd7d456" providerId="ADAL" clId="{CF9189D6-A9A2-483D-9E03-A9E03678E581}" dt="2026-02-19T10:13:33.643" v="4179" actId="208"/>
          <ac:grpSpMkLst>
            <pc:docMk/>
            <pc:sldMk cId="599795111" sldId="275"/>
            <ac:grpSpMk id="9" creationId="{801FF5F7-6B14-CFBB-D660-A2247CC30099}"/>
          </ac:grpSpMkLst>
        </pc:grpChg>
        <pc:grpChg chg="add mod">
          <ac:chgData name="Aberger Jonas" userId="ceb1aaf8-5544-4c36-af61-de230cd7d456" providerId="ADAL" clId="{CF9189D6-A9A2-483D-9E03-A9E03678E581}" dt="2026-02-19T10:13:52.861" v="4182" actId="208"/>
          <ac:grpSpMkLst>
            <pc:docMk/>
            <pc:sldMk cId="599795111" sldId="275"/>
            <ac:grpSpMk id="10" creationId="{3724C0B4-5A5A-1E6D-9643-F4848CF53225}"/>
          </ac:grpSpMkLst>
        </pc:grpChg>
        <pc:grpChg chg="add mod">
          <ac:chgData name="Aberger Jonas" userId="ceb1aaf8-5544-4c36-af61-de230cd7d456" providerId="ADAL" clId="{CF9189D6-A9A2-483D-9E03-A9E03678E581}" dt="2026-02-16T07:20:33.306" v="825" actId="962"/>
          <ac:grpSpMkLst>
            <pc:docMk/>
            <pc:sldMk cId="599795111" sldId="275"/>
            <ac:grpSpMk id="11" creationId="{C31C28F8-31C8-033D-163F-57CEA472E160}"/>
          </ac:grpSpMkLst>
        </pc:grpChg>
        <pc:picChg chg="mod">
          <ac:chgData name="Aberger Jonas" userId="ceb1aaf8-5544-4c36-af61-de230cd7d456" providerId="ADAL" clId="{CF9189D6-A9A2-483D-9E03-A9E03678E581}" dt="2026-02-16T07:20:21.542" v="824" actId="164"/>
          <ac:picMkLst>
            <pc:docMk/>
            <pc:sldMk cId="599795111" sldId="275"/>
            <ac:picMk id="5" creationId="{A8BE6BCA-E9B5-FF18-08EA-BB7B97642C1F}"/>
          </ac:picMkLst>
        </pc:picChg>
        <pc:picChg chg="mod">
          <ac:chgData name="Aberger Jonas" userId="ceb1aaf8-5544-4c36-af61-de230cd7d456" providerId="ADAL" clId="{CF9189D6-A9A2-483D-9E03-A9E03678E581}" dt="2026-02-19T10:14:08.954" v="4187" actId="2085"/>
          <ac:picMkLst>
            <pc:docMk/>
            <pc:sldMk cId="599795111" sldId="275"/>
            <ac:picMk id="1030" creationId="{353EF371-7F55-279C-E84A-3A016A47A7DB}"/>
          </ac:picMkLst>
        </pc:picChg>
        <pc:picChg chg="mod">
          <ac:chgData name="Aberger Jonas" userId="ceb1aaf8-5544-4c36-af61-de230cd7d456" providerId="ADAL" clId="{CF9189D6-A9A2-483D-9E03-A9E03678E581}" dt="2026-02-19T10:14:06.459" v="4186" actId="2085"/>
          <ac:picMkLst>
            <pc:docMk/>
            <pc:sldMk cId="599795111" sldId="275"/>
            <ac:picMk id="1032" creationId="{CDB82168-24D2-BE5D-0CD2-DFA46C2C9C98}"/>
          </ac:picMkLst>
        </pc:picChg>
        <pc:picChg chg="mod">
          <ac:chgData name="Aberger Jonas" userId="ceb1aaf8-5544-4c36-af61-de230cd7d456" providerId="ADAL" clId="{CF9189D6-A9A2-483D-9E03-A9E03678E581}" dt="2026-02-19T10:14:02.933" v="4185" actId="2085"/>
          <ac:picMkLst>
            <pc:docMk/>
            <pc:sldMk cId="599795111" sldId="275"/>
            <ac:picMk id="1034" creationId="{E1943876-7D8E-3695-BB1A-F4C3F4591559}"/>
          </ac:picMkLst>
        </pc:picChg>
        <pc:picChg chg="mod">
          <ac:chgData name="Aberger Jonas" userId="ceb1aaf8-5544-4c36-af61-de230cd7d456" providerId="ADAL" clId="{CF9189D6-A9A2-483D-9E03-A9E03678E581}" dt="2026-02-19T10:13:59.652" v="4184" actId="2085"/>
          <ac:picMkLst>
            <pc:docMk/>
            <pc:sldMk cId="599795111" sldId="275"/>
            <ac:picMk id="1038" creationId="{378A25CE-DADC-9225-DD69-C1C7BE5BBAEF}"/>
          </ac:picMkLst>
        </pc:picChg>
      </pc:sldChg>
      <pc:sldChg chg="modSp mod">
        <pc:chgData name="Aberger Jonas" userId="ceb1aaf8-5544-4c36-af61-de230cd7d456" providerId="ADAL" clId="{CF9189D6-A9A2-483D-9E03-A9E03678E581}" dt="2026-02-19T10:00:50.383" v="4088" actId="20577"/>
        <pc:sldMkLst>
          <pc:docMk/>
          <pc:sldMk cId="1227322834" sldId="280"/>
        </pc:sldMkLst>
        <pc:spChg chg="mod">
          <ac:chgData name="Aberger Jonas" userId="ceb1aaf8-5544-4c36-af61-de230cd7d456" providerId="ADAL" clId="{CF9189D6-A9A2-483D-9E03-A9E03678E581}" dt="2026-02-19T10:00:50.383" v="4088" actId="20577"/>
          <ac:spMkLst>
            <pc:docMk/>
            <pc:sldMk cId="1227322834" sldId="280"/>
            <ac:spMk id="3" creationId="{2DE04999-28FE-E71F-91CC-76D5CC07F5AF}"/>
          </ac:spMkLst>
        </pc:spChg>
      </pc:sldChg>
      <pc:sldChg chg="modSp mod">
        <pc:chgData name="Aberger Jonas" userId="ceb1aaf8-5544-4c36-af61-de230cd7d456" providerId="ADAL" clId="{CF9189D6-A9A2-483D-9E03-A9E03678E581}" dt="2026-02-16T07:53:02.218" v="2227" actId="20577"/>
        <pc:sldMkLst>
          <pc:docMk/>
          <pc:sldMk cId="3426809950" sldId="281"/>
        </pc:sldMkLst>
        <pc:spChg chg="mod">
          <ac:chgData name="Aberger Jonas" userId="ceb1aaf8-5544-4c36-af61-de230cd7d456" providerId="ADAL" clId="{CF9189D6-A9A2-483D-9E03-A9E03678E581}" dt="2026-02-16T07:53:02.218" v="2227" actId="20577"/>
          <ac:spMkLst>
            <pc:docMk/>
            <pc:sldMk cId="3426809950" sldId="281"/>
            <ac:spMk id="2" creationId="{4CC76EED-C5DA-F8C2-F8CC-BE3802BBF5A7}"/>
          </ac:spMkLst>
        </pc:spChg>
      </pc:sldChg>
      <pc:sldChg chg="modSp mod ord">
        <pc:chgData name="Aberger Jonas" userId="ceb1aaf8-5544-4c36-af61-de230cd7d456" providerId="ADAL" clId="{CF9189D6-A9A2-483D-9E03-A9E03678E581}" dt="2026-02-19T10:09:20.664" v="4160" actId="20577"/>
        <pc:sldMkLst>
          <pc:docMk/>
          <pc:sldMk cId="1207009889" sldId="284"/>
        </pc:sldMkLst>
        <pc:spChg chg="mod">
          <ac:chgData name="Aberger Jonas" userId="ceb1aaf8-5544-4c36-af61-de230cd7d456" providerId="ADAL" clId="{CF9189D6-A9A2-483D-9E03-A9E03678E581}" dt="2026-02-16T07:52:07.671" v="2199" actId="1076"/>
          <ac:spMkLst>
            <pc:docMk/>
            <pc:sldMk cId="1207009889" sldId="284"/>
            <ac:spMk id="2" creationId="{C1D1B662-BB55-3C96-C247-C58071D11DC1}"/>
          </ac:spMkLst>
        </pc:spChg>
        <pc:spChg chg="mod">
          <ac:chgData name="Aberger Jonas" userId="ceb1aaf8-5544-4c36-af61-de230cd7d456" providerId="ADAL" clId="{CF9189D6-A9A2-483D-9E03-A9E03678E581}" dt="2026-02-19T10:08:36.215" v="4133" actId="12"/>
          <ac:spMkLst>
            <pc:docMk/>
            <pc:sldMk cId="1207009889" sldId="284"/>
            <ac:spMk id="7" creationId="{FD091592-7521-5CC9-CF4B-FF37FE21F31A}"/>
          </ac:spMkLst>
        </pc:spChg>
        <pc:spChg chg="mod">
          <ac:chgData name="Aberger Jonas" userId="ceb1aaf8-5544-4c36-af61-de230cd7d456" providerId="ADAL" clId="{CF9189D6-A9A2-483D-9E03-A9E03678E581}" dt="2026-02-19T10:09:20.664" v="4160" actId="20577"/>
          <ac:spMkLst>
            <pc:docMk/>
            <pc:sldMk cId="1207009889" sldId="284"/>
            <ac:spMk id="10" creationId="{9F7B0E2E-6EEA-52FE-A3DA-FEA6A01C780C}"/>
          </ac:spMkLst>
        </pc:spChg>
      </pc:sldChg>
      <pc:sldChg chg="modSp new mod">
        <pc:chgData name="Aberger Jonas" userId="ceb1aaf8-5544-4c36-af61-de230cd7d456" providerId="ADAL" clId="{CF9189D6-A9A2-483D-9E03-A9E03678E581}" dt="2026-02-17T11:15:34.982" v="3023" actId="20577"/>
        <pc:sldMkLst>
          <pc:docMk/>
          <pc:sldMk cId="413491646" sldId="286"/>
        </pc:sldMkLst>
        <pc:spChg chg="mod">
          <ac:chgData name="Aberger Jonas" userId="ceb1aaf8-5544-4c36-af61-de230cd7d456" providerId="ADAL" clId="{CF9189D6-A9A2-483D-9E03-A9E03678E581}" dt="2026-02-16T07:28:06.669" v="881" actId="20577"/>
          <ac:spMkLst>
            <pc:docMk/>
            <pc:sldMk cId="413491646" sldId="286"/>
            <ac:spMk id="2" creationId="{4C7DCEDB-891F-BC7C-0BD7-F6CD477074EC}"/>
          </ac:spMkLst>
        </pc:spChg>
      </pc:sldChg>
      <pc:sldChg chg="addSp delSp modSp new mod">
        <pc:chgData name="Aberger Jonas" userId="ceb1aaf8-5544-4c36-af61-de230cd7d456" providerId="ADAL" clId="{CF9189D6-A9A2-483D-9E03-A9E03678E581}" dt="2026-02-19T10:13:08.284" v="4177" actId="208"/>
        <pc:sldMkLst>
          <pc:docMk/>
          <pc:sldMk cId="2925486841" sldId="287"/>
        </pc:sldMkLst>
        <pc:spChg chg="mod">
          <ac:chgData name="Aberger Jonas" userId="ceb1aaf8-5544-4c36-af61-de230cd7d456" providerId="ADAL" clId="{CF9189D6-A9A2-483D-9E03-A9E03678E581}" dt="2026-02-16T07:28:53.921" v="1007" actId="20577"/>
          <ac:spMkLst>
            <pc:docMk/>
            <pc:sldMk cId="2925486841" sldId="287"/>
            <ac:spMk id="2" creationId="{02AC97C8-2304-CC74-9F46-65A3A98A41CF}"/>
          </ac:spMkLst>
        </pc:spChg>
        <pc:spChg chg="mod">
          <ac:chgData name="Aberger Jonas" userId="ceb1aaf8-5544-4c36-af61-de230cd7d456" providerId="ADAL" clId="{CF9189D6-A9A2-483D-9E03-A9E03678E581}" dt="2026-02-17T10:06:33.104" v="2489" actId="20577"/>
          <ac:spMkLst>
            <pc:docMk/>
            <pc:sldMk cId="2925486841" sldId="287"/>
            <ac:spMk id="3" creationId="{BA28DDA8-3BB0-5B3B-F82F-10E5FE3569C2}"/>
          </ac:spMkLst>
        </pc:spChg>
        <pc:spChg chg="add del mod">
          <ac:chgData name="Aberger Jonas" userId="ceb1aaf8-5544-4c36-af61-de230cd7d456" providerId="ADAL" clId="{CF9189D6-A9A2-483D-9E03-A9E03678E581}" dt="2026-02-19T10:12:49.688" v="4173" actId="207"/>
          <ac:spMkLst>
            <pc:docMk/>
            <pc:sldMk cId="2925486841" sldId="287"/>
            <ac:spMk id="5" creationId="{8617B54E-31E4-3F55-9A89-1A49905BA098}"/>
          </ac:spMkLst>
        </pc:spChg>
        <pc:spChg chg="add mod">
          <ac:chgData name="Aberger Jonas" userId="ceb1aaf8-5544-4c36-af61-de230cd7d456" providerId="ADAL" clId="{CF9189D6-A9A2-483D-9E03-A9E03678E581}" dt="2026-02-19T10:13:08.284" v="4177" actId="208"/>
          <ac:spMkLst>
            <pc:docMk/>
            <pc:sldMk cId="2925486841" sldId="287"/>
            <ac:spMk id="6" creationId="{803D24F1-94CE-C4AB-7A18-7E73A85C2D4A}"/>
          </ac:spMkLst>
        </pc:spChg>
        <pc:spChg chg="add mod">
          <ac:chgData name="Aberger Jonas" userId="ceb1aaf8-5544-4c36-af61-de230cd7d456" providerId="ADAL" clId="{CF9189D6-A9A2-483D-9E03-A9E03678E581}" dt="2026-02-17T10:07:56.294" v="2498" actId="207"/>
          <ac:spMkLst>
            <pc:docMk/>
            <pc:sldMk cId="2925486841" sldId="287"/>
            <ac:spMk id="7" creationId="{DA043CAD-8778-BACD-9EFE-709A55FC0A0D}"/>
          </ac:spMkLst>
        </pc:spChg>
        <pc:cxnChg chg="add del mod">
          <ac:chgData name="Aberger Jonas" userId="ceb1aaf8-5544-4c36-af61-de230cd7d456" providerId="ADAL" clId="{CF9189D6-A9A2-483D-9E03-A9E03678E581}" dt="2026-02-19T10:11:41.704" v="4170" actId="478"/>
          <ac:cxnSpMkLst>
            <pc:docMk/>
            <pc:sldMk cId="2925486841" sldId="287"/>
            <ac:cxnSpMk id="9" creationId="{796C0BBB-7389-7E4B-4598-DA9B8218DD2B}"/>
          </ac:cxnSpMkLst>
        </pc:cxnChg>
      </pc:sldChg>
      <pc:sldChg chg="modSp new mod">
        <pc:chgData name="Aberger Jonas" userId="ceb1aaf8-5544-4c36-af61-de230cd7d456" providerId="ADAL" clId="{CF9189D6-A9A2-483D-9E03-A9E03678E581}" dt="2026-02-17T11:07:32.317" v="3022" actId="403"/>
        <pc:sldMkLst>
          <pc:docMk/>
          <pc:sldMk cId="1446223506" sldId="288"/>
        </pc:sldMkLst>
        <pc:spChg chg="mod">
          <ac:chgData name="Aberger Jonas" userId="ceb1aaf8-5544-4c36-af61-de230cd7d456" providerId="ADAL" clId="{CF9189D6-A9A2-483D-9E03-A9E03678E581}" dt="2026-02-17T11:07:15.587" v="3012" actId="1076"/>
          <ac:spMkLst>
            <pc:docMk/>
            <pc:sldMk cId="1446223506" sldId="288"/>
            <ac:spMk id="2" creationId="{21E909D3-B990-53A6-B189-718F4B39116D}"/>
          </ac:spMkLst>
        </pc:spChg>
        <pc:spChg chg="mod">
          <ac:chgData name="Aberger Jonas" userId="ceb1aaf8-5544-4c36-af61-de230cd7d456" providerId="ADAL" clId="{CF9189D6-A9A2-483D-9E03-A9E03678E581}" dt="2026-02-17T11:07:32.317" v="3022" actId="403"/>
          <ac:spMkLst>
            <pc:docMk/>
            <pc:sldMk cId="1446223506" sldId="288"/>
            <ac:spMk id="3" creationId="{9CB8F060-B110-9DE5-E525-A3ADCEA2B42D}"/>
          </ac:spMkLst>
        </pc:spChg>
      </pc:sldChg>
      <pc:sldChg chg="modSp add mod ord modTransition">
        <pc:chgData name="Aberger Jonas" userId="ceb1aaf8-5544-4c36-af61-de230cd7d456" providerId="ADAL" clId="{CF9189D6-A9A2-483D-9E03-A9E03678E581}" dt="2026-02-17T10:08:40.527" v="2500"/>
        <pc:sldMkLst>
          <pc:docMk/>
          <pc:sldMk cId="1520349139" sldId="289"/>
        </pc:sldMkLst>
        <pc:spChg chg="mod">
          <ac:chgData name="Aberger Jonas" userId="ceb1aaf8-5544-4c36-af61-de230cd7d456" providerId="ADAL" clId="{CF9189D6-A9A2-483D-9E03-A9E03678E581}" dt="2026-02-16T07:50:53.362" v="2160" actId="20577"/>
          <ac:spMkLst>
            <pc:docMk/>
            <pc:sldMk cId="1520349139" sldId="289"/>
            <ac:spMk id="2" creationId="{1DECC48A-5ED1-4C4D-C68C-9D1F8BB08471}"/>
          </ac:spMkLst>
        </pc:spChg>
      </pc:sldChg>
      <pc:sldChg chg="ord">
        <pc:chgData name="Aberger Jonas" userId="ceb1aaf8-5544-4c36-af61-de230cd7d456" providerId="ADAL" clId="{CF9189D6-A9A2-483D-9E03-A9E03678E581}" dt="2026-02-16T11:04:42.348" v="2338"/>
        <pc:sldMkLst>
          <pc:docMk/>
          <pc:sldMk cId="528378736" sldId="292"/>
        </pc:sldMkLst>
      </pc:sldChg>
      <pc:sldChg chg="modSp mod">
        <pc:chgData name="Aberger Jonas" userId="ceb1aaf8-5544-4c36-af61-de230cd7d456" providerId="ADAL" clId="{CF9189D6-A9A2-483D-9E03-A9E03678E581}" dt="2026-02-17T11:05:58.091" v="3004" actId="20577"/>
        <pc:sldMkLst>
          <pc:docMk/>
          <pc:sldMk cId="3921468239" sldId="293"/>
        </pc:sldMkLst>
        <pc:spChg chg="mod">
          <ac:chgData name="Aberger Jonas" userId="ceb1aaf8-5544-4c36-af61-de230cd7d456" providerId="ADAL" clId="{CF9189D6-A9A2-483D-9E03-A9E03678E581}" dt="2026-02-17T11:05:58.091" v="3004" actId="20577"/>
          <ac:spMkLst>
            <pc:docMk/>
            <pc:sldMk cId="3921468239" sldId="293"/>
            <ac:spMk id="3" creationId="{E02B9571-CD03-0CB4-054C-263806B5CA6A}"/>
          </ac:spMkLst>
        </pc:spChg>
      </pc:sldChg>
      <pc:sldChg chg="addSp delSp modSp mod">
        <pc:chgData name="Aberger Jonas" userId="ceb1aaf8-5544-4c36-af61-de230cd7d456" providerId="ADAL" clId="{CF9189D6-A9A2-483D-9E03-A9E03678E581}" dt="2026-02-19T10:00:39.338" v="4085" actId="113"/>
        <pc:sldMkLst>
          <pc:docMk/>
          <pc:sldMk cId="143432298" sldId="294"/>
        </pc:sldMkLst>
        <pc:spChg chg="mod">
          <ac:chgData name="Aberger Jonas" userId="ceb1aaf8-5544-4c36-af61-de230cd7d456" providerId="ADAL" clId="{CF9189D6-A9A2-483D-9E03-A9E03678E581}" dt="2026-02-19T10:00:39.338" v="4085" actId="113"/>
          <ac:spMkLst>
            <pc:docMk/>
            <pc:sldMk cId="143432298" sldId="294"/>
            <ac:spMk id="2" creationId="{BBAC56EA-4BDB-BB06-6E20-20197B411883}"/>
          </ac:spMkLst>
        </pc:spChg>
        <pc:spChg chg="del">
          <ac:chgData name="Aberger Jonas" userId="ceb1aaf8-5544-4c36-af61-de230cd7d456" providerId="ADAL" clId="{CF9189D6-A9A2-483D-9E03-A9E03678E581}" dt="2026-02-19T10:00:34.114" v="4083" actId="478"/>
          <ac:spMkLst>
            <pc:docMk/>
            <pc:sldMk cId="143432298" sldId="294"/>
            <ac:spMk id="3" creationId="{41F08AD3-F285-9553-0DDA-249FC86FF645}"/>
          </ac:spMkLst>
        </pc:spChg>
        <pc:spChg chg="add del mod">
          <ac:chgData name="Aberger Jonas" userId="ceb1aaf8-5544-4c36-af61-de230cd7d456" providerId="ADAL" clId="{CF9189D6-A9A2-483D-9E03-A9E03678E581}" dt="2026-02-19T10:00:35.890" v="4084" actId="478"/>
          <ac:spMkLst>
            <pc:docMk/>
            <pc:sldMk cId="143432298" sldId="294"/>
            <ac:spMk id="6" creationId="{B4642C16-4225-2311-4036-3198271594B3}"/>
          </ac:spMkLst>
        </pc:spChg>
      </pc:sldChg>
      <pc:sldChg chg="addSp modSp mod">
        <pc:chgData name="Aberger Jonas" userId="ceb1aaf8-5544-4c36-af61-de230cd7d456" providerId="ADAL" clId="{CF9189D6-A9A2-483D-9E03-A9E03678E581}" dt="2026-02-17T10:54:56.694" v="2511" actId="1076"/>
        <pc:sldMkLst>
          <pc:docMk/>
          <pc:sldMk cId="3482118451" sldId="295"/>
        </pc:sldMkLst>
        <pc:spChg chg="mod">
          <ac:chgData name="Aberger Jonas" userId="ceb1aaf8-5544-4c36-af61-de230cd7d456" providerId="ADAL" clId="{CF9189D6-A9A2-483D-9E03-A9E03678E581}" dt="2026-02-17T10:54:52.578" v="2510" actId="164"/>
          <ac:spMkLst>
            <pc:docMk/>
            <pc:sldMk cId="3482118451" sldId="295"/>
            <ac:spMk id="3" creationId="{ADAADEEB-2741-4187-2444-37FA2A903BF5}"/>
          </ac:spMkLst>
        </pc:spChg>
        <pc:spChg chg="mod">
          <ac:chgData name="Aberger Jonas" userId="ceb1aaf8-5544-4c36-af61-de230cd7d456" providerId="ADAL" clId="{CF9189D6-A9A2-483D-9E03-A9E03678E581}" dt="2026-02-17T10:54:37.508" v="2507" actId="14100"/>
          <ac:spMkLst>
            <pc:docMk/>
            <pc:sldMk cId="3482118451" sldId="295"/>
            <ac:spMk id="6" creationId="{95DB710B-3DDE-0A25-2C78-923F41D44D3F}"/>
          </ac:spMkLst>
        </pc:spChg>
        <pc:spChg chg="mod">
          <ac:chgData name="Aberger Jonas" userId="ceb1aaf8-5544-4c36-af61-de230cd7d456" providerId="ADAL" clId="{CF9189D6-A9A2-483D-9E03-A9E03678E581}" dt="2026-02-17T10:54:41.164" v="2508" actId="14100"/>
          <ac:spMkLst>
            <pc:docMk/>
            <pc:sldMk cId="3482118451" sldId="295"/>
            <ac:spMk id="7" creationId="{E12F6A0C-5294-86CC-CB42-90A3E97413F1}"/>
          </ac:spMkLst>
        </pc:spChg>
        <pc:spChg chg="mod">
          <ac:chgData name="Aberger Jonas" userId="ceb1aaf8-5544-4c36-af61-de230cd7d456" providerId="ADAL" clId="{CF9189D6-A9A2-483D-9E03-A9E03678E581}" dt="2026-02-17T10:54:32.922" v="2506" actId="12"/>
          <ac:spMkLst>
            <pc:docMk/>
            <pc:sldMk cId="3482118451" sldId="295"/>
            <ac:spMk id="9" creationId="{E47E58CE-7D4F-888D-6D9C-AE363FA157EF}"/>
          </ac:spMkLst>
        </pc:spChg>
        <pc:spChg chg="mod">
          <ac:chgData name="Aberger Jonas" userId="ceb1aaf8-5544-4c36-af61-de230cd7d456" providerId="ADAL" clId="{CF9189D6-A9A2-483D-9E03-A9E03678E581}" dt="2026-02-17T10:54:52.578" v="2510" actId="164"/>
          <ac:spMkLst>
            <pc:docMk/>
            <pc:sldMk cId="3482118451" sldId="295"/>
            <ac:spMk id="11" creationId="{9579E307-773B-AC3A-AD0C-33C3B8600445}"/>
          </ac:spMkLst>
        </pc:spChg>
        <pc:spChg chg="mod">
          <ac:chgData name="Aberger Jonas" userId="ceb1aaf8-5544-4c36-af61-de230cd7d456" providerId="ADAL" clId="{CF9189D6-A9A2-483D-9E03-A9E03678E581}" dt="2026-02-17T10:54:52.578" v="2510" actId="164"/>
          <ac:spMkLst>
            <pc:docMk/>
            <pc:sldMk cId="3482118451" sldId="295"/>
            <ac:spMk id="12" creationId="{5B3A0529-D6BC-258F-A423-9316BBCA77EE}"/>
          </ac:spMkLst>
        </pc:spChg>
        <pc:spChg chg="mod">
          <ac:chgData name="Aberger Jonas" userId="ceb1aaf8-5544-4c36-af61-de230cd7d456" providerId="ADAL" clId="{CF9189D6-A9A2-483D-9E03-A9E03678E581}" dt="2026-02-17T10:54:52.578" v="2510" actId="164"/>
          <ac:spMkLst>
            <pc:docMk/>
            <pc:sldMk cId="3482118451" sldId="295"/>
            <ac:spMk id="13" creationId="{36D96077-E4AC-52B1-9ABE-497C5E041771}"/>
          </ac:spMkLst>
        </pc:spChg>
        <pc:grpChg chg="add mod">
          <ac:chgData name="Aberger Jonas" userId="ceb1aaf8-5544-4c36-af61-de230cd7d456" providerId="ADAL" clId="{CF9189D6-A9A2-483D-9E03-A9E03678E581}" dt="2026-02-17T10:54:56.694" v="2511" actId="1076"/>
          <ac:grpSpMkLst>
            <pc:docMk/>
            <pc:sldMk cId="3482118451" sldId="295"/>
            <ac:grpSpMk id="14" creationId="{3FAA834D-02AF-2010-0C8A-FE13C741BA42}"/>
          </ac:grpSpMkLst>
        </pc:grpChg>
      </pc:sldChg>
      <pc:sldChg chg="modSp mod">
        <pc:chgData name="Aberger Jonas" userId="ceb1aaf8-5544-4c36-af61-de230cd7d456" providerId="ADAL" clId="{CF9189D6-A9A2-483D-9E03-A9E03678E581}" dt="2026-02-17T10:55:17.415" v="2512" actId="12"/>
        <pc:sldMkLst>
          <pc:docMk/>
          <pc:sldMk cId="3400586888" sldId="296"/>
        </pc:sldMkLst>
        <pc:spChg chg="mod">
          <ac:chgData name="Aberger Jonas" userId="ceb1aaf8-5544-4c36-af61-de230cd7d456" providerId="ADAL" clId="{CF9189D6-A9A2-483D-9E03-A9E03678E581}" dt="2026-02-17T10:55:17.415" v="2512" actId="12"/>
          <ac:spMkLst>
            <pc:docMk/>
            <pc:sldMk cId="3400586888" sldId="296"/>
            <ac:spMk id="9" creationId="{BE273948-0510-32D0-D69D-90B7D7DAA5EB}"/>
          </ac:spMkLst>
        </pc:spChg>
      </pc:sldChg>
      <pc:sldChg chg="modSp mod">
        <pc:chgData name="Aberger Jonas" userId="ceb1aaf8-5544-4c36-af61-de230cd7d456" providerId="ADAL" clId="{CF9189D6-A9A2-483D-9E03-A9E03678E581}" dt="2026-02-17T10:55:21.821" v="2513" actId="12"/>
        <pc:sldMkLst>
          <pc:docMk/>
          <pc:sldMk cId="3404846569" sldId="297"/>
        </pc:sldMkLst>
        <pc:spChg chg="mod">
          <ac:chgData name="Aberger Jonas" userId="ceb1aaf8-5544-4c36-af61-de230cd7d456" providerId="ADAL" clId="{CF9189D6-A9A2-483D-9E03-A9E03678E581}" dt="2026-02-17T10:55:21.821" v="2513" actId="12"/>
          <ac:spMkLst>
            <pc:docMk/>
            <pc:sldMk cId="3404846569" sldId="297"/>
            <ac:spMk id="9" creationId="{626E81CE-EDC4-9565-3EAE-B39D428742E2}"/>
          </ac:spMkLst>
        </pc:spChg>
      </pc:sldChg>
      <pc:sldChg chg="addSp delSp modSp del mod">
        <pc:chgData name="Aberger Jonas" userId="ceb1aaf8-5544-4c36-af61-de230cd7d456" providerId="ADAL" clId="{CF9189D6-A9A2-483D-9E03-A9E03678E581}" dt="2026-02-19T08:19:24.637" v="3680" actId="47"/>
        <pc:sldMkLst>
          <pc:docMk/>
          <pc:sldMk cId="2565175488" sldId="300"/>
        </pc:sldMkLst>
        <pc:spChg chg="mod">
          <ac:chgData name="Aberger Jonas" userId="ceb1aaf8-5544-4c36-af61-de230cd7d456" providerId="ADAL" clId="{CF9189D6-A9A2-483D-9E03-A9E03678E581}" dt="2026-02-19T07:37:37.891" v="3500" actId="14100"/>
          <ac:spMkLst>
            <pc:docMk/>
            <pc:sldMk cId="2565175488" sldId="300"/>
            <ac:spMk id="3" creationId="{23CB32A7-0DA0-5B3D-36D6-6A00544BE076}"/>
          </ac:spMkLst>
        </pc:spChg>
        <pc:spChg chg="add del mod">
          <ac:chgData name="Aberger Jonas" userId="ceb1aaf8-5544-4c36-af61-de230cd7d456" providerId="ADAL" clId="{CF9189D6-A9A2-483D-9E03-A9E03678E581}" dt="2026-02-19T07:20:41.459" v="3030" actId="478"/>
          <ac:spMkLst>
            <pc:docMk/>
            <pc:sldMk cId="2565175488" sldId="300"/>
            <ac:spMk id="6" creationId="{7CFDC483-EBD3-6953-EBD3-69A5C8E17684}"/>
          </ac:spMkLst>
        </pc:spChg>
        <pc:picChg chg="add del mod">
          <ac:chgData name="Aberger Jonas" userId="ceb1aaf8-5544-4c36-af61-de230cd7d456" providerId="ADAL" clId="{CF9189D6-A9A2-483D-9E03-A9E03678E581}" dt="2026-02-19T07:35:45.933" v="3461" actId="478"/>
          <ac:picMkLst>
            <pc:docMk/>
            <pc:sldMk cId="2565175488" sldId="300"/>
            <ac:picMk id="8" creationId="{1C5603AD-D143-DFD1-8694-628F741C3DCF}"/>
          </ac:picMkLst>
        </pc:picChg>
        <pc:picChg chg="add del mod">
          <ac:chgData name="Aberger Jonas" userId="ceb1aaf8-5544-4c36-af61-de230cd7d456" providerId="ADAL" clId="{CF9189D6-A9A2-483D-9E03-A9E03678E581}" dt="2026-02-19T07:36:13.104" v="3466" actId="478"/>
          <ac:picMkLst>
            <pc:docMk/>
            <pc:sldMk cId="2565175488" sldId="300"/>
            <ac:picMk id="10" creationId="{AF838483-EBDE-FA59-6CE8-3F4FC67EDA11}"/>
          </ac:picMkLst>
        </pc:picChg>
        <pc:picChg chg="add del mod modCrop">
          <ac:chgData name="Aberger Jonas" userId="ceb1aaf8-5544-4c36-af61-de230cd7d456" providerId="ADAL" clId="{CF9189D6-A9A2-483D-9E03-A9E03678E581}" dt="2026-02-19T07:36:39.035" v="3472" actId="478"/>
          <ac:picMkLst>
            <pc:docMk/>
            <pc:sldMk cId="2565175488" sldId="300"/>
            <ac:picMk id="12" creationId="{27F79408-C176-B38C-D537-D0BED4D72895}"/>
          </ac:picMkLst>
        </pc:picChg>
        <pc:picChg chg="add mod">
          <ac:chgData name="Aberger Jonas" userId="ceb1aaf8-5544-4c36-af61-de230cd7d456" providerId="ADAL" clId="{CF9189D6-A9A2-483D-9E03-A9E03678E581}" dt="2026-02-19T07:37:49.309" v="3501" actId="1076"/>
          <ac:picMkLst>
            <pc:docMk/>
            <pc:sldMk cId="2565175488" sldId="300"/>
            <ac:picMk id="14" creationId="{C27E8A7A-4017-7352-1C9D-E1A45557A453}"/>
          </ac:picMkLst>
        </pc:picChg>
      </pc:sldChg>
      <pc:sldChg chg="modSp mod">
        <pc:chgData name="Aberger Jonas" userId="ceb1aaf8-5544-4c36-af61-de230cd7d456" providerId="ADAL" clId="{CF9189D6-A9A2-483D-9E03-A9E03678E581}" dt="2026-02-19T10:12:09.752" v="4171" actId="14100"/>
        <pc:sldMkLst>
          <pc:docMk/>
          <pc:sldMk cId="1647383267" sldId="301"/>
        </pc:sldMkLst>
        <pc:spChg chg="mod">
          <ac:chgData name="Aberger Jonas" userId="ceb1aaf8-5544-4c36-af61-de230cd7d456" providerId="ADAL" clId="{CF9189D6-A9A2-483D-9E03-A9E03678E581}" dt="2026-02-19T10:12:09.752" v="4171" actId="14100"/>
          <ac:spMkLst>
            <pc:docMk/>
            <pc:sldMk cId="1647383267" sldId="301"/>
            <ac:spMk id="3" creationId="{1CBB8A77-850B-610D-2E42-DA9DC6C65733}"/>
          </ac:spMkLst>
        </pc:spChg>
      </pc:sldChg>
      <pc:sldChg chg="add del">
        <pc:chgData name="Aberger Jonas" userId="ceb1aaf8-5544-4c36-af61-de230cd7d456" providerId="ADAL" clId="{CF9189D6-A9A2-483D-9E03-A9E03678E581}" dt="2026-02-19T08:19:23.176" v="3679" actId="47"/>
        <pc:sldMkLst>
          <pc:docMk/>
          <pc:sldMk cId="297149036" sldId="303"/>
        </pc:sldMkLst>
      </pc:sldChg>
      <pc:sldChg chg="addSp delSp modSp add mod">
        <pc:chgData name="Aberger Jonas" userId="ceb1aaf8-5544-4c36-af61-de230cd7d456" providerId="ADAL" clId="{CF9189D6-A9A2-483D-9E03-A9E03678E581}" dt="2026-02-19T08:28:13.297" v="3689" actId="14100"/>
        <pc:sldMkLst>
          <pc:docMk/>
          <pc:sldMk cId="2449364684" sldId="304"/>
        </pc:sldMkLst>
        <pc:grpChg chg="add mod">
          <ac:chgData name="Aberger Jonas" userId="ceb1aaf8-5544-4c36-af61-de230cd7d456" providerId="ADAL" clId="{CF9189D6-A9A2-483D-9E03-A9E03678E581}" dt="2026-02-19T08:28:13.297" v="3689" actId="14100"/>
          <ac:grpSpMkLst>
            <pc:docMk/>
            <pc:sldMk cId="2449364684" sldId="304"/>
            <ac:grpSpMk id="10" creationId="{40E851AE-0018-8B2C-659B-F45722432A34}"/>
          </ac:grpSpMkLst>
        </pc:grpChg>
        <pc:picChg chg="add del mod">
          <ac:chgData name="Aberger Jonas" userId="ceb1aaf8-5544-4c36-af61-de230cd7d456" providerId="ADAL" clId="{CF9189D6-A9A2-483D-9E03-A9E03678E581}" dt="2026-02-19T07:59:56.475" v="3507" actId="478"/>
          <ac:picMkLst>
            <pc:docMk/>
            <pc:sldMk cId="2449364684" sldId="304"/>
            <ac:picMk id="7" creationId="{197EB980-2A52-2C59-67EE-8CDF9C75A0B4}"/>
          </ac:picMkLst>
        </pc:picChg>
        <pc:picChg chg="add mod">
          <ac:chgData name="Aberger Jonas" userId="ceb1aaf8-5544-4c36-af61-de230cd7d456" providerId="ADAL" clId="{CF9189D6-A9A2-483D-9E03-A9E03678E581}" dt="2026-02-19T08:00:19.657" v="3513" actId="164"/>
          <ac:picMkLst>
            <pc:docMk/>
            <pc:sldMk cId="2449364684" sldId="304"/>
            <ac:picMk id="9" creationId="{DADDC2B9-1C83-87A9-F294-EB365B0429CE}"/>
          </ac:picMkLst>
        </pc:picChg>
        <pc:picChg chg="mod">
          <ac:chgData name="Aberger Jonas" userId="ceb1aaf8-5544-4c36-af61-de230cd7d456" providerId="ADAL" clId="{CF9189D6-A9A2-483D-9E03-A9E03678E581}" dt="2026-02-19T08:00:19.657" v="3513" actId="164"/>
          <ac:picMkLst>
            <pc:docMk/>
            <pc:sldMk cId="2449364684" sldId="304"/>
            <ac:picMk id="14" creationId="{33121F34-5694-C127-E249-3E5990CA453E}"/>
          </ac:picMkLst>
        </pc:picChg>
      </pc:sldChg>
      <pc:sldChg chg="addSp delSp modSp add mod">
        <pc:chgData name="Aberger Jonas" userId="ceb1aaf8-5544-4c36-af61-de230cd7d456" providerId="ADAL" clId="{CF9189D6-A9A2-483D-9E03-A9E03678E581}" dt="2026-02-19T10:07:27.988" v="4124" actId="114"/>
        <pc:sldMkLst>
          <pc:docMk/>
          <pc:sldMk cId="1891948115" sldId="306"/>
        </pc:sldMkLst>
        <pc:spChg chg="mod">
          <ac:chgData name="Aberger Jonas" userId="ceb1aaf8-5544-4c36-af61-de230cd7d456" providerId="ADAL" clId="{CF9189D6-A9A2-483D-9E03-A9E03678E581}" dt="2026-02-19T10:07:27.988" v="4124" actId="114"/>
          <ac:spMkLst>
            <pc:docMk/>
            <pc:sldMk cId="1891948115" sldId="306"/>
            <ac:spMk id="2" creationId="{87036D94-02FC-7FFD-3465-37FD90DE9350}"/>
          </ac:spMkLst>
        </pc:spChg>
        <pc:spChg chg="mod">
          <ac:chgData name="Aberger Jonas" userId="ceb1aaf8-5544-4c36-af61-de230cd7d456" providerId="ADAL" clId="{CF9189D6-A9A2-483D-9E03-A9E03678E581}" dt="2026-02-19T09:45:24.566" v="4044" actId="11"/>
          <ac:spMkLst>
            <pc:docMk/>
            <pc:sldMk cId="1891948115" sldId="306"/>
            <ac:spMk id="3" creationId="{862C1E76-61A9-41E2-85DB-E7FBAD2D77E6}"/>
          </ac:spMkLst>
        </pc:spChg>
        <pc:grpChg chg="del">
          <ac:chgData name="Aberger Jonas" userId="ceb1aaf8-5544-4c36-af61-de230cd7d456" providerId="ADAL" clId="{CF9189D6-A9A2-483D-9E03-A9E03678E581}" dt="2026-02-19T08:00:52.591" v="3517" actId="478"/>
          <ac:grpSpMkLst>
            <pc:docMk/>
            <pc:sldMk cId="1891948115" sldId="306"/>
            <ac:grpSpMk id="10" creationId="{2CDC220C-15CB-B3E6-91F9-D31BD92041FD}"/>
          </ac:grpSpMkLst>
        </pc:grpChg>
        <pc:picChg chg="add del mod">
          <ac:chgData name="Aberger Jonas" userId="ceb1aaf8-5544-4c36-af61-de230cd7d456" providerId="ADAL" clId="{CF9189D6-A9A2-483D-9E03-A9E03678E581}" dt="2026-02-19T09:26:38.890" v="3862" actId="478"/>
          <ac:picMkLst>
            <pc:docMk/>
            <pc:sldMk cId="1891948115" sldId="306"/>
            <ac:picMk id="7" creationId="{11C77CCD-F9C7-4C46-2F71-D8D1FFD81713}"/>
          </ac:picMkLst>
        </pc:picChg>
        <pc:picChg chg="add del mod">
          <ac:chgData name="Aberger Jonas" userId="ceb1aaf8-5544-4c36-af61-de230cd7d456" providerId="ADAL" clId="{CF9189D6-A9A2-483D-9E03-A9E03678E581}" dt="2026-02-19T08:04:48.006" v="3658" actId="478"/>
          <ac:picMkLst>
            <pc:docMk/>
            <pc:sldMk cId="1891948115" sldId="306"/>
            <ac:picMk id="11" creationId="{C3D32E32-B9C6-13C7-DF18-BEEA5CF3EB91}"/>
          </ac:picMkLst>
        </pc:picChg>
        <pc:picChg chg="add del mod">
          <ac:chgData name="Aberger Jonas" userId="ceb1aaf8-5544-4c36-af61-de230cd7d456" providerId="ADAL" clId="{CF9189D6-A9A2-483D-9E03-A9E03678E581}" dt="2026-02-19T08:05:14.099" v="3666" actId="478"/>
          <ac:picMkLst>
            <pc:docMk/>
            <pc:sldMk cId="1891948115" sldId="306"/>
            <ac:picMk id="13" creationId="{1F1DE737-B9C2-879D-AB59-676F9A1558BE}"/>
          </ac:picMkLst>
        </pc:picChg>
        <pc:picChg chg="add del mod">
          <ac:chgData name="Aberger Jonas" userId="ceb1aaf8-5544-4c36-af61-de230cd7d456" providerId="ADAL" clId="{CF9189D6-A9A2-483D-9E03-A9E03678E581}" dt="2026-02-19T09:26:39.544" v="3863" actId="478"/>
          <ac:picMkLst>
            <pc:docMk/>
            <pc:sldMk cId="1891948115" sldId="306"/>
            <ac:picMk id="15" creationId="{ED26EF5F-0A4F-4174-B539-9875FEBD6B01}"/>
          </ac:picMkLst>
        </pc:picChg>
        <pc:picChg chg="add del mod">
          <ac:chgData name="Aberger Jonas" userId="ceb1aaf8-5544-4c36-af61-de230cd7d456" providerId="ADAL" clId="{CF9189D6-A9A2-483D-9E03-A9E03678E581}" dt="2026-02-19T09:29:22.604" v="3869" actId="478"/>
          <ac:picMkLst>
            <pc:docMk/>
            <pc:sldMk cId="1891948115" sldId="306"/>
            <ac:picMk id="17" creationId="{6E6D9A6C-01C9-CBF8-70E1-D996E8EC89C0}"/>
          </ac:picMkLst>
        </pc:picChg>
        <pc:picChg chg="add del mod modCrop">
          <ac:chgData name="Aberger Jonas" userId="ceb1aaf8-5544-4c36-af61-de230cd7d456" providerId="ADAL" clId="{CF9189D6-A9A2-483D-9E03-A9E03678E581}" dt="2026-02-19T09:31:25.161" v="3877" actId="22"/>
          <ac:picMkLst>
            <pc:docMk/>
            <pc:sldMk cId="1891948115" sldId="306"/>
            <ac:picMk id="19" creationId="{5C59ADCE-C9F6-EE02-5E6A-C67724138CE4}"/>
          </ac:picMkLst>
        </pc:picChg>
        <pc:picChg chg="add del mod modCrop">
          <ac:chgData name="Aberger Jonas" userId="ceb1aaf8-5544-4c36-af61-de230cd7d456" providerId="ADAL" clId="{CF9189D6-A9A2-483D-9E03-A9E03678E581}" dt="2026-02-19T09:31:32.221" v="3883" actId="478"/>
          <ac:picMkLst>
            <pc:docMk/>
            <pc:sldMk cId="1891948115" sldId="306"/>
            <ac:picMk id="21" creationId="{F77E0F17-8DF2-AD02-0A5B-589A37082F68}"/>
          </ac:picMkLst>
        </pc:picChg>
        <pc:picChg chg="add del mod">
          <ac:chgData name="Aberger Jonas" userId="ceb1aaf8-5544-4c36-af61-de230cd7d456" providerId="ADAL" clId="{CF9189D6-A9A2-483D-9E03-A9E03678E581}" dt="2026-02-19T09:32:15.394" v="3890" actId="478"/>
          <ac:picMkLst>
            <pc:docMk/>
            <pc:sldMk cId="1891948115" sldId="306"/>
            <ac:picMk id="23" creationId="{DF4CDA15-8264-6D9F-035D-A589E9E4C5A0}"/>
          </ac:picMkLst>
        </pc:picChg>
        <pc:picChg chg="add del mod modCrop">
          <ac:chgData name="Aberger Jonas" userId="ceb1aaf8-5544-4c36-af61-de230cd7d456" providerId="ADAL" clId="{CF9189D6-A9A2-483D-9E03-A9E03678E581}" dt="2026-02-19T09:34:56.596" v="3925" actId="478"/>
          <ac:picMkLst>
            <pc:docMk/>
            <pc:sldMk cId="1891948115" sldId="306"/>
            <ac:picMk id="25" creationId="{819731DC-5010-C33E-0EFD-F4BF52082657}"/>
          </ac:picMkLst>
        </pc:picChg>
        <pc:picChg chg="add del mod">
          <ac:chgData name="Aberger Jonas" userId="ceb1aaf8-5544-4c36-af61-de230cd7d456" providerId="ADAL" clId="{CF9189D6-A9A2-483D-9E03-A9E03678E581}" dt="2026-02-19T09:34:23.017" v="3909" actId="478"/>
          <ac:picMkLst>
            <pc:docMk/>
            <pc:sldMk cId="1891948115" sldId="306"/>
            <ac:picMk id="27" creationId="{465C9AD5-5297-4243-99D4-04F215D4383B}"/>
          </ac:picMkLst>
        </pc:picChg>
        <pc:picChg chg="add del mod modCrop">
          <ac:chgData name="Aberger Jonas" userId="ceb1aaf8-5544-4c36-af61-de230cd7d456" providerId="ADAL" clId="{CF9189D6-A9A2-483D-9E03-A9E03678E581}" dt="2026-02-19T09:35:38.168" v="3928" actId="478"/>
          <ac:picMkLst>
            <pc:docMk/>
            <pc:sldMk cId="1891948115" sldId="306"/>
            <ac:picMk id="29" creationId="{68359AD5-AEA9-987A-42A4-D737DE76ECA9}"/>
          </ac:picMkLst>
        </pc:picChg>
        <pc:picChg chg="add del mod">
          <ac:chgData name="Aberger Jonas" userId="ceb1aaf8-5544-4c36-af61-de230cd7d456" providerId="ADAL" clId="{CF9189D6-A9A2-483D-9E03-A9E03678E581}" dt="2026-02-19T09:36:50.047" v="3932" actId="478"/>
          <ac:picMkLst>
            <pc:docMk/>
            <pc:sldMk cId="1891948115" sldId="306"/>
            <ac:picMk id="31" creationId="{B7D5CCA5-D880-182E-E254-EBAB248A0BAA}"/>
          </ac:picMkLst>
        </pc:picChg>
        <pc:picChg chg="add del mod">
          <ac:chgData name="Aberger Jonas" userId="ceb1aaf8-5544-4c36-af61-de230cd7d456" providerId="ADAL" clId="{CF9189D6-A9A2-483D-9E03-A9E03678E581}" dt="2026-02-19T09:38:59.503" v="3943" actId="478"/>
          <ac:picMkLst>
            <pc:docMk/>
            <pc:sldMk cId="1891948115" sldId="306"/>
            <ac:picMk id="33" creationId="{505D388E-6177-1B9B-0291-EFC965219194}"/>
          </ac:picMkLst>
        </pc:picChg>
        <pc:picChg chg="add del mod">
          <ac:chgData name="Aberger Jonas" userId="ceb1aaf8-5544-4c36-af61-de230cd7d456" providerId="ADAL" clId="{CF9189D6-A9A2-483D-9E03-A9E03678E581}" dt="2026-02-19T09:38:58.976" v="3942" actId="478"/>
          <ac:picMkLst>
            <pc:docMk/>
            <pc:sldMk cId="1891948115" sldId="306"/>
            <ac:picMk id="35" creationId="{DEC5F48C-5881-9157-BCD9-E534FD01CC91}"/>
          </ac:picMkLst>
        </pc:picChg>
        <pc:picChg chg="add mod">
          <ac:chgData name="Aberger Jonas" userId="ceb1aaf8-5544-4c36-af61-de230cd7d456" providerId="ADAL" clId="{CF9189D6-A9A2-483D-9E03-A9E03678E581}" dt="2026-02-19T09:44:13.222" v="4029" actId="1076"/>
          <ac:picMkLst>
            <pc:docMk/>
            <pc:sldMk cId="1891948115" sldId="306"/>
            <ac:picMk id="37" creationId="{0ADA6A72-6B96-3846-6B8F-8F078F72DAE5}"/>
          </ac:picMkLst>
        </pc:picChg>
        <pc:picChg chg="add del mod">
          <ac:chgData name="Aberger Jonas" userId="ceb1aaf8-5544-4c36-af61-de230cd7d456" providerId="ADAL" clId="{CF9189D6-A9A2-483D-9E03-A9E03678E581}" dt="2026-02-19T09:40:17.403" v="3963" actId="478"/>
          <ac:picMkLst>
            <pc:docMk/>
            <pc:sldMk cId="1891948115" sldId="306"/>
            <ac:picMk id="39" creationId="{6E659CA1-A0CC-FEDE-324B-9EED6F277E63}"/>
          </ac:picMkLst>
        </pc:picChg>
        <pc:picChg chg="add del mod">
          <ac:chgData name="Aberger Jonas" userId="ceb1aaf8-5544-4c36-af61-de230cd7d456" providerId="ADAL" clId="{CF9189D6-A9A2-483D-9E03-A9E03678E581}" dt="2026-02-19T09:41:21.808" v="3977" actId="478"/>
          <ac:picMkLst>
            <pc:docMk/>
            <pc:sldMk cId="1891948115" sldId="306"/>
            <ac:picMk id="41" creationId="{C5B2C236-8EF0-1E3E-09A4-C71174C185FC}"/>
          </ac:picMkLst>
        </pc:picChg>
        <pc:picChg chg="add del mod">
          <ac:chgData name="Aberger Jonas" userId="ceb1aaf8-5544-4c36-af61-de230cd7d456" providerId="ADAL" clId="{CF9189D6-A9A2-483D-9E03-A9E03678E581}" dt="2026-02-19T09:41:32.057" v="3981" actId="478"/>
          <ac:picMkLst>
            <pc:docMk/>
            <pc:sldMk cId="1891948115" sldId="306"/>
            <ac:picMk id="43" creationId="{EB51D6ED-07B3-C47D-A3FC-D291E739FB46}"/>
          </ac:picMkLst>
        </pc:picChg>
        <pc:picChg chg="add del mod">
          <ac:chgData name="Aberger Jonas" userId="ceb1aaf8-5544-4c36-af61-de230cd7d456" providerId="ADAL" clId="{CF9189D6-A9A2-483D-9E03-A9E03678E581}" dt="2026-02-19T09:42:02.991" v="3989" actId="478"/>
          <ac:picMkLst>
            <pc:docMk/>
            <pc:sldMk cId="1891948115" sldId="306"/>
            <ac:picMk id="45" creationId="{ADD38C7A-908D-0113-B93B-86EDB3E7D728}"/>
          </ac:picMkLst>
        </pc:picChg>
        <pc:picChg chg="add del mod">
          <ac:chgData name="Aberger Jonas" userId="ceb1aaf8-5544-4c36-af61-de230cd7d456" providerId="ADAL" clId="{CF9189D6-A9A2-483D-9E03-A9E03678E581}" dt="2026-02-19T09:42:35.343" v="3997" actId="478"/>
          <ac:picMkLst>
            <pc:docMk/>
            <pc:sldMk cId="1891948115" sldId="306"/>
            <ac:picMk id="47" creationId="{C8500B61-44BD-B1A0-610F-B5343F3BC5D2}"/>
          </ac:picMkLst>
        </pc:picChg>
        <pc:picChg chg="add del mod">
          <ac:chgData name="Aberger Jonas" userId="ceb1aaf8-5544-4c36-af61-de230cd7d456" providerId="ADAL" clId="{CF9189D6-A9A2-483D-9E03-A9E03678E581}" dt="2026-02-19T09:49:05.544" v="4068" actId="478"/>
          <ac:picMkLst>
            <pc:docMk/>
            <pc:sldMk cId="1891948115" sldId="306"/>
            <ac:picMk id="49" creationId="{D7D34B2E-375B-2993-915B-E0D0DF3868BD}"/>
          </ac:picMkLst>
        </pc:picChg>
        <pc:picChg chg="add del mod">
          <ac:chgData name="Aberger Jonas" userId="ceb1aaf8-5544-4c36-af61-de230cd7d456" providerId="ADAL" clId="{CF9189D6-A9A2-483D-9E03-A9E03678E581}" dt="2026-02-19T09:49:29.973" v="4072" actId="478"/>
          <ac:picMkLst>
            <pc:docMk/>
            <pc:sldMk cId="1891948115" sldId="306"/>
            <ac:picMk id="51" creationId="{4167AA4B-50D1-BD44-4388-A9D8C27EFF34}"/>
          </ac:picMkLst>
        </pc:picChg>
        <pc:picChg chg="add mod">
          <ac:chgData name="Aberger Jonas" userId="ceb1aaf8-5544-4c36-af61-de230cd7d456" providerId="ADAL" clId="{CF9189D6-A9A2-483D-9E03-A9E03678E581}" dt="2026-02-19T09:49:35.390" v="4077" actId="1076"/>
          <ac:picMkLst>
            <pc:docMk/>
            <pc:sldMk cId="1891948115" sldId="306"/>
            <ac:picMk id="53" creationId="{4D995DDA-DC7F-20B8-7DE4-C323F7DAD60F}"/>
          </ac:picMkLst>
        </pc:picChg>
      </pc:sldChg>
      <pc:sldChg chg="modSp add del mod ord">
        <pc:chgData name="Aberger Jonas" userId="ceb1aaf8-5544-4c36-af61-de230cd7d456" providerId="ADAL" clId="{CF9189D6-A9A2-483D-9E03-A9E03678E581}" dt="2026-02-19T08:47:17.626" v="3853" actId="47"/>
        <pc:sldMkLst>
          <pc:docMk/>
          <pc:sldMk cId="1554410940" sldId="307"/>
        </pc:sldMkLst>
        <pc:picChg chg="mod">
          <ac:chgData name="Aberger Jonas" userId="ceb1aaf8-5544-4c36-af61-de230cd7d456" providerId="ADAL" clId="{CF9189D6-A9A2-483D-9E03-A9E03678E581}" dt="2026-02-19T08:47:06.304" v="3850" actId="14100"/>
          <ac:picMkLst>
            <pc:docMk/>
            <pc:sldMk cId="1554410940" sldId="307"/>
            <ac:picMk id="15" creationId="{14CA044E-9103-5B7B-4C97-9CDDC2E20634}"/>
          </ac:picMkLst>
        </pc:picChg>
      </pc:sldChg>
      <pc:sldChg chg="addSp delSp modSp new mod modTransition setBg modClrScheme chgLayout">
        <pc:chgData name="Aberger Jonas" userId="ceb1aaf8-5544-4c36-af61-de230cd7d456" providerId="ADAL" clId="{CF9189D6-A9A2-483D-9E03-A9E03678E581}" dt="2026-02-19T10:04:14.377" v="4114" actId="1076"/>
        <pc:sldMkLst>
          <pc:docMk/>
          <pc:sldMk cId="2987260620" sldId="308"/>
        </pc:sldMkLst>
        <pc:spChg chg="del mod ord">
          <ac:chgData name="Aberger Jonas" userId="ceb1aaf8-5544-4c36-af61-de230cd7d456" providerId="ADAL" clId="{CF9189D6-A9A2-483D-9E03-A9E03678E581}" dt="2026-02-19T08:40:55.552" v="3801" actId="700"/>
          <ac:spMkLst>
            <pc:docMk/>
            <pc:sldMk cId="2987260620" sldId="308"/>
            <ac:spMk id="2" creationId="{96BC8DDC-A746-900A-40BB-67A2606369EA}"/>
          </ac:spMkLst>
        </pc:spChg>
        <pc:spChg chg="del mod ord">
          <ac:chgData name="Aberger Jonas" userId="ceb1aaf8-5544-4c36-af61-de230cd7d456" providerId="ADAL" clId="{CF9189D6-A9A2-483D-9E03-A9E03678E581}" dt="2026-02-19T08:40:55.552" v="3801" actId="700"/>
          <ac:spMkLst>
            <pc:docMk/>
            <pc:sldMk cId="2987260620" sldId="308"/>
            <ac:spMk id="3" creationId="{F7BC825E-6791-9C9B-1F72-3724103B1F90}"/>
          </ac:spMkLst>
        </pc:spChg>
        <pc:spChg chg="mod ord">
          <ac:chgData name="Aberger Jonas" userId="ceb1aaf8-5544-4c36-af61-de230cd7d456" providerId="ADAL" clId="{CF9189D6-A9A2-483D-9E03-A9E03678E581}" dt="2026-02-19T09:46:47.501" v="4051" actId="26606"/>
          <ac:spMkLst>
            <pc:docMk/>
            <pc:sldMk cId="2987260620" sldId="308"/>
            <ac:spMk id="4" creationId="{6E5344D1-5F63-5E06-FA2D-862EA0656AB5}"/>
          </ac:spMkLst>
        </pc:spChg>
        <pc:spChg chg="add del mod ord">
          <ac:chgData name="Aberger Jonas" userId="ceb1aaf8-5544-4c36-af61-de230cd7d456" providerId="ADAL" clId="{CF9189D6-A9A2-483D-9E03-A9E03678E581}" dt="2026-02-19T08:42:10.138" v="3834" actId="478"/>
          <ac:spMkLst>
            <pc:docMk/>
            <pc:sldMk cId="2987260620" sldId="308"/>
            <ac:spMk id="5" creationId="{CEE21825-04DB-F7EF-D9A9-B1CA2DA0C455}"/>
          </ac:spMkLst>
        </pc:spChg>
        <pc:spChg chg="add del mod ord">
          <ac:chgData name="Aberger Jonas" userId="ceb1aaf8-5544-4c36-af61-de230cd7d456" providerId="ADAL" clId="{CF9189D6-A9A2-483D-9E03-A9E03678E581}" dt="2026-02-19T08:41:10.378" v="3824" actId="478"/>
          <ac:spMkLst>
            <pc:docMk/>
            <pc:sldMk cId="2987260620" sldId="308"/>
            <ac:spMk id="6" creationId="{2F0CAD7D-2067-A23C-72B5-B48E4BD477E0}"/>
          </ac:spMkLst>
        </pc:spChg>
        <pc:spChg chg="add del mod">
          <ac:chgData name="Aberger Jonas" userId="ceb1aaf8-5544-4c36-af61-de230cd7d456" providerId="ADAL" clId="{CF9189D6-A9A2-483D-9E03-A9E03678E581}" dt="2026-02-19T08:42:12.182" v="3835" actId="478"/>
          <ac:spMkLst>
            <pc:docMk/>
            <pc:sldMk cId="2987260620" sldId="308"/>
            <ac:spMk id="10" creationId="{801B631B-8624-E318-81F7-DA7F5C890F5D}"/>
          </ac:spMkLst>
        </pc:spChg>
        <pc:picChg chg="add del mod">
          <ac:chgData name="Aberger Jonas" userId="ceb1aaf8-5544-4c36-af61-de230cd7d456" providerId="ADAL" clId="{CF9189D6-A9A2-483D-9E03-A9E03678E581}" dt="2026-02-19T09:26:40.638" v="3864" actId="478"/>
          <ac:picMkLst>
            <pc:docMk/>
            <pc:sldMk cId="2987260620" sldId="308"/>
            <ac:picMk id="8" creationId="{6B1E2522-940C-05DB-2829-C1E4C16C1DDD}"/>
          </ac:picMkLst>
        </pc:picChg>
        <pc:picChg chg="add del mod">
          <ac:chgData name="Aberger Jonas" userId="ceb1aaf8-5544-4c36-af61-de230cd7d456" providerId="ADAL" clId="{CF9189D6-A9A2-483D-9E03-A9E03678E581}" dt="2026-02-19T09:26:41.077" v="3865" actId="478"/>
          <ac:picMkLst>
            <pc:docMk/>
            <pc:sldMk cId="2987260620" sldId="308"/>
            <ac:picMk id="12" creationId="{8449A544-3813-B8A1-7D56-A002B755D04D}"/>
          </ac:picMkLst>
        </pc:picChg>
        <pc:picChg chg="add mod">
          <ac:chgData name="Aberger Jonas" userId="ceb1aaf8-5544-4c36-af61-de230cd7d456" providerId="ADAL" clId="{CF9189D6-A9A2-483D-9E03-A9E03678E581}" dt="2026-02-19T10:04:14.377" v="4114" actId="1076"/>
          <ac:picMkLst>
            <pc:docMk/>
            <pc:sldMk cId="2987260620" sldId="308"/>
            <ac:picMk id="14" creationId="{72EEF8E6-02FA-1743-6554-C7D2836D459E}"/>
          </ac:picMkLst>
        </pc:picChg>
      </pc:sldChg>
      <pc:sldChg chg="addSp delSp modSp add mod modTransition">
        <pc:chgData name="Aberger Jonas" userId="ceb1aaf8-5544-4c36-af61-de230cd7d456" providerId="ADAL" clId="{CF9189D6-A9A2-483D-9E03-A9E03678E581}" dt="2026-02-19T10:04:21.327" v="4115" actId="14100"/>
        <pc:sldMkLst>
          <pc:docMk/>
          <pc:sldMk cId="3045538189" sldId="314"/>
        </pc:sldMkLst>
        <pc:picChg chg="add mod">
          <ac:chgData name="Aberger Jonas" userId="ceb1aaf8-5544-4c36-af61-de230cd7d456" providerId="ADAL" clId="{CF9189D6-A9A2-483D-9E03-A9E03678E581}" dt="2026-02-19T10:04:21.327" v="4115" actId="14100"/>
          <ac:picMkLst>
            <pc:docMk/>
            <pc:sldMk cId="3045538189" sldId="314"/>
            <ac:picMk id="3" creationId="{815130A1-E3A4-B132-6BAE-882153E7E1B5}"/>
          </ac:picMkLst>
        </pc:picChg>
        <pc:picChg chg="add del mod">
          <ac:chgData name="Aberger Jonas" userId="ceb1aaf8-5544-4c36-af61-de230cd7d456" providerId="ADAL" clId="{CF9189D6-A9A2-483D-9E03-A9E03678E581}" dt="2026-02-19T10:03:15.571" v="4100" actId="478"/>
          <ac:picMkLst>
            <pc:docMk/>
            <pc:sldMk cId="3045538189" sldId="314"/>
            <ac:picMk id="6" creationId="{21975178-3DFC-34A2-2120-47F973F391E3}"/>
          </ac:picMkLst>
        </pc:picChg>
        <pc:picChg chg="add del mod">
          <ac:chgData name="Aberger Jonas" userId="ceb1aaf8-5544-4c36-af61-de230cd7d456" providerId="ADAL" clId="{CF9189D6-A9A2-483D-9E03-A9E03678E581}" dt="2026-02-19T10:03:50.737" v="4112" actId="478"/>
          <ac:picMkLst>
            <pc:docMk/>
            <pc:sldMk cId="3045538189" sldId="314"/>
            <ac:picMk id="8" creationId="{6100A5E0-B60D-FE69-1642-527F95E03D82}"/>
          </ac:picMkLst>
        </pc:picChg>
        <pc:picChg chg="mod">
          <ac:chgData name="Aberger Jonas" userId="ceb1aaf8-5544-4c36-af61-de230cd7d456" providerId="ADAL" clId="{CF9189D6-A9A2-483D-9E03-A9E03678E581}" dt="2026-02-19T10:03:12.847" v="4098" actId="14100"/>
          <ac:picMkLst>
            <pc:docMk/>
            <pc:sldMk cId="3045538189" sldId="314"/>
            <ac:picMk id="14" creationId="{8475B55A-6237-4768-2C89-EE7079812022}"/>
          </ac:picMkLst>
        </pc:picChg>
      </pc:sldChg>
      <pc:sldChg chg="add ord modTransition">
        <pc:chgData name="Aberger Jonas" userId="ceb1aaf8-5544-4c36-af61-de230cd7d456" providerId="ADAL" clId="{CF9189D6-A9A2-483D-9E03-A9E03678E581}" dt="2026-02-19T10:07:59.634" v="4132"/>
        <pc:sldMkLst>
          <pc:docMk/>
          <pc:sldMk cId="4160802402" sldId="315"/>
        </pc:sldMkLst>
      </pc:sldChg>
      <pc:sldMasterChg chg="modSldLayout">
        <pc:chgData name="Aberger Jonas" userId="ceb1aaf8-5544-4c36-af61-de230cd7d456" providerId="ADAL" clId="{CF9189D6-A9A2-483D-9E03-A9E03678E581}" dt="2026-02-20T07:48:13.801" v="4189" actId="20577"/>
        <pc:sldMasterMkLst>
          <pc:docMk/>
          <pc:sldMasterMk cId="1898756402" sldId="2147483648"/>
        </pc:sldMasterMkLst>
        <pc:sldLayoutChg chg="modSp mod">
          <pc:chgData name="Aberger Jonas" userId="ceb1aaf8-5544-4c36-af61-de230cd7d456" providerId="ADAL" clId="{CF9189D6-A9A2-483D-9E03-A9E03678E581}" dt="2026-02-16T08:02:59.703" v="2250" actId="14100"/>
          <pc:sldLayoutMkLst>
            <pc:docMk/>
            <pc:sldMasterMk cId="1898756402" sldId="2147483648"/>
            <pc:sldLayoutMk cId="1858754544" sldId="2147483649"/>
          </pc:sldLayoutMkLst>
          <pc:spChg chg="mod">
            <ac:chgData name="Aberger Jonas" userId="ceb1aaf8-5544-4c36-af61-de230cd7d456" providerId="ADAL" clId="{CF9189D6-A9A2-483D-9E03-A9E03678E581}" dt="2026-02-16T08:02:59.703" v="2250" actId="14100"/>
            <ac:spMkLst>
              <pc:docMk/>
              <pc:sldMasterMk cId="1898756402" sldId="2147483648"/>
              <pc:sldLayoutMk cId="1858754544" sldId="2147483649"/>
              <ac:spMk id="2" creationId="{8026C7B1-A0B3-21F9-B07F-F89319A2CB55}"/>
            </ac:spMkLst>
          </pc:spChg>
          <pc:spChg chg="mod">
            <ac:chgData name="Aberger Jonas" userId="ceb1aaf8-5544-4c36-af61-de230cd7d456" providerId="ADAL" clId="{CF9189D6-A9A2-483D-9E03-A9E03678E581}" dt="2026-02-16T07:13:00.546" v="734" actId="20577"/>
            <ac:spMkLst>
              <pc:docMk/>
              <pc:sldMasterMk cId="1898756402" sldId="2147483648"/>
              <pc:sldLayoutMk cId="1858754544" sldId="2147483649"/>
              <ac:spMk id="9" creationId="{CFC41B57-251F-844A-2370-5C8A351905DA}"/>
            </ac:spMkLst>
          </pc:spChg>
        </pc:sldLayoutChg>
        <pc:sldLayoutChg chg="modSp mod">
          <pc:chgData name="Aberger Jonas" userId="ceb1aaf8-5544-4c36-af61-de230cd7d456" providerId="ADAL" clId="{CF9189D6-A9A2-483D-9E03-A9E03678E581}" dt="2026-02-16T08:05:57.537" v="2333" actId="1076"/>
          <pc:sldLayoutMkLst>
            <pc:docMk/>
            <pc:sldMasterMk cId="1898756402" sldId="2147483648"/>
            <pc:sldLayoutMk cId="2909859165" sldId="2147483650"/>
          </pc:sldLayoutMkLst>
          <pc:spChg chg="mod">
            <ac:chgData name="Aberger Jonas" userId="ceb1aaf8-5544-4c36-af61-de230cd7d456" providerId="ADAL" clId="{CF9189D6-A9A2-483D-9E03-A9E03678E581}" dt="2026-02-16T08:05:03.693" v="2327" actId="1076"/>
            <ac:spMkLst>
              <pc:docMk/>
              <pc:sldMasterMk cId="1898756402" sldId="2147483648"/>
              <pc:sldLayoutMk cId="2909859165" sldId="2147483650"/>
              <ac:spMk id="4" creationId="{41711067-A31E-55EC-A068-216BF4C91872}"/>
            </ac:spMkLst>
          </pc:spChg>
          <pc:spChg chg="mod">
            <ac:chgData name="Aberger Jonas" userId="ceb1aaf8-5544-4c36-af61-de230cd7d456" providerId="ADAL" clId="{CF9189D6-A9A2-483D-9E03-A9E03678E581}" dt="2026-02-16T08:05:26.110" v="2330" actId="1076"/>
            <ac:spMkLst>
              <pc:docMk/>
              <pc:sldMasterMk cId="1898756402" sldId="2147483648"/>
              <pc:sldLayoutMk cId="2909859165" sldId="2147483650"/>
              <ac:spMk id="9" creationId="{ECC32D6E-9400-D4CE-DF22-2154A428E69B}"/>
            </ac:spMkLst>
          </pc:spChg>
          <pc:spChg chg="mod">
            <ac:chgData name="Aberger Jonas" userId="ceb1aaf8-5544-4c36-af61-de230cd7d456" providerId="ADAL" clId="{CF9189D6-A9A2-483D-9E03-A9E03678E581}" dt="2026-02-16T08:05:57.537" v="2333" actId="1076"/>
            <ac:spMkLst>
              <pc:docMk/>
              <pc:sldMasterMk cId="1898756402" sldId="2147483648"/>
              <pc:sldLayoutMk cId="2909859165" sldId="2147483650"/>
              <ac:spMk id="11" creationId="{30A685BE-1C4F-C9C0-4591-63821D0E6CB1}"/>
            </ac:spMkLst>
          </pc:spChg>
          <pc:spChg chg="mod">
            <ac:chgData name="Aberger Jonas" userId="ceb1aaf8-5544-4c36-af61-de230cd7d456" providerId="ADAL" clId="{CF9189D6-A9A2-483D-9E03-A9E03678E581}" dt="2026-02-16T08:05:31.585" v="2331" actId="1076"/>
            <ac:spMkLst>
              <pc:docMk/>
              <pc:sldMasterMk cId="1898756402" sldId="2147483648"/>
              <pc:sldLayoutMk cId="2909859165" sldId="2147483650"/>
              <ac:spMk id="19" creationId="{D2F68423-5F3F-93C8-91D4-3F9A2BCA7713}"/>
            </ac:spMkLst>
          </pc:spChg>
        </pc:sldLayoutChg>
        <pc:sldLayoutChg chg="delSp modSp mod">
          <pc:chgData name="Aberger Jonas" userId="ceb1aaf8-5544-4c36-af61-de230cd7d456" providerId="ADAL" clId="{CF9189D6-A9A2-483D-9E03-A9E03678E581}" dt="2026-02-20T07:48:13.801" v="4189" actId="20577"/>
          <pc:sldLayoutMkLst>
            <pc:docMk/>
            <pc:sldMasterMk cId="1898756402" sldId="2147483648"/>
            <pc:sldLayoutMk cId="1823685959" sldId="2147483663"/>
          </pc:sldLayoutMkLst>
          <pc:spChg chg="mod">
            <ac:chgData name="Aberger Jonas" userId="ceb1aaf8-5544-4c36-af61-de230cd7d456" providerId="ADAL" clId="{CF9189D6-A9A2-483D-9E03-A9E03678E581}" dt="2026-02-19T08:40:37.504" v="3798" actId="1076"/>
            <ac:spMkLst>
              <pc:docMk/>
              <pc:sldMasterMk cId="1898756402" sldId="2147483648"/>
              <pc:sldLayoutMk cId="1823685959" sldId="2147483663"/>
              <ac:spMk id="2" creationId="{A1B0FD19-7535-611F-E3EB-F256B1516437}"/>
            </ac:spMkLst>
          </pc:spChg>
          <pc:spChg chg="mod">
            <ac:chgData name="Aberger Jonas" userId="ceb1aaf8-5544-4c36-af61-de230cd7d456" providerId="ADAL" clId="{CF9189D6-A9A2-483D-9E03-A9E03678E581}" dt="2026-02-19T08:40:39.468" v="3799" actId="14100"/>
            <ac:spMkLst>
              <pc:docMk/>
              <pc:sldMasterMk cId="1898756402" sldId="2147483648"/>
              <pc:sldLayoutMk cId="1823685959" sldId="2147483663"/>
              <ac:spMk id="3" creationId="{D7377C2D-8682-12B2-AA3F-0386BD612CB9}"/>
            </ac:spMkLst>
          </pc:spChg>
          <pc:spChg chg="mod">
            <ac:chgData name="Aberger Jonas" userId="ceb1aaf8-5544-4c36-af61-de230cd7d456" providerId="ADAL" clId="{CF9189D6-A9A2-483D-9E03-A9E03678E581}" dt="2026-02-19T09:25:49.719" v="3855" actId="1076"/>
            <ac:spMkLst>
              <pc:docMk/>
              <pc:sldMasterMk cId="1898756402" sldId="2147483648"/>
              <pc:sldLayoutMk cId="1823685959" sldId="2147483663"/>
              <ac:spMk id="4" creationId="{41711067-A31E-55EC-A068-216BF4C91872}"/>
            </ac:spMkLst>
          </pc:spChg>
          <pc:spChg chg="del">
            <ac:chgData name="Aberger Jonas" userId="ceb1aaf8-5544-4c36-af61-de230cd7d456" providerId="ADAL" clId="{CF9189D6-A9A2-483D-9E03-A9E03678E581}" dt="2026-02-19T08:40:07.075" v="3789" actId="478"/>
            <ac:spMkLst>
              <pc:docMk/>
              <pc:sldMasterMk cId="1898756402" sldId="2147483648"/>
              <pc:sldLayoutMk cId="1823685959" sldId="2147483663"/>
              <ac:spMk id="5" creationId="{D0286368-5CBF-6145-9E83-871C1A9308B9}"/>
            </ac:spMkLst>
          </pc:spChg>
          <pc:spChg chg="mod">
            <ac:chgData name="Aberger Jonas" userId="ceb1aaf8-5544-4c36-af61-de230cd7d456" providerId="ADAL" clId="{CF9189D6-A9A2-483D-9E03-A9E03678E581}" dt="2026-02-19T08:40:10.184" v="3790" actId="14100"/>
            <ac:spMkLst>
              <pc:docMk/>
              <pc:sldMasterMk cId="1898756402" sldId="2147483648"/>
              <pc:sldLayoutMk cId="1823685959" sldId="2147483663"/>
              <ac:spMk id="8" creationId="{A07BB628-BE6D-4148-D803-2889E0B6ABD7}"/>
            </ac:spMkLst>
          </pc:spChg>
          <pc:spChg chg="mod">
            <ac:chgData name="Aberger Jonas" userId="ceb1aaf8-5544-4c36-af61-de230cd7d456" providerId="ADAL" clId="{CF9189D6-A9A2-483D-9E03-A9E03678E581}" dt="2026-02-19T09:26:06.066" v="3859" actId="14100"/>
            <ac:spMkLst>
              <pc:docMk/>
              <pc:sldMasterMk cId="1898756402" sldId="2147483648"/>
              <pc:sldLayoutMk cId="1823685959" sldId="2147483663"/>
              <ac:spMk id="9" creationId="{ECC32D6E-9400-D4CE-DF22-2154A428E69B}"/>
            </ac:spMkLst>
          </pc:spChg>
          <pc:spChg chg="mod">
            <ac:chgData name="Aberger Jonas" userId="ceb1aaf8-5544-4c36-af61-de230cd7d456" providerId="ADAL" clId="{CF9189D6-A9A2-483D-9E03-A9E03678E581}" dt="2026-02-20T07:48:13.801" v="4189" actId="20577"/>
            <ac:spMkLst>
              <pc:docMk/>
              <pc:sldMasterMk cId="1898756402" sldId="2147483648"/>
              <pc:sldLayoutMk cId="1823685959" sldId="2147483663"/>
              <ac:spMk id="11" creationId="{30A685BE-1C4F-C9C0-4591-63821D0E6CB1}"/>
            </ac:spMkLst>
          </pc:spChg>
          <pc:spChg chg="del">
            <ac:chgData name="Aberger Jonas" userId="ceb1aaf8-5544-4c36-af61-de230cd7d456" providerId="ADAL" clId="{CF9189D6-A9A2-483D-9E03-A9E03678E581}" dt="2026-02-19T08:40:15.032" v="3791" actId="478"/>
            <ac:spMkLst>
              <pc:docMk/>
              <pc:sldMasterMk cId="1898756402" sldId="2147483648"/>
              <pc:sldLayoutMk cId="1823685959" sldId="2147483663"/>
              <ac:spMk id="19" creationId="{D2F68423-5F3F-93C8-91D4-3F9A2BCA7713}"/>
            </ac:spMkLst>
          </pc:spChg>
          <pc:picChg chg="mod">
            <ac:chgData name="Aberger Jonas" userId="ceb1aaf8-5544-4c36-af61-de230cd7d456" providerId="ADAL" clId="{CF9189D6-A9A2-483D-9E03-A9E03678E581}" dt="2026-02-19T08:40:32.366" v="3797" actId="14100"/>
            <ac:picMkLst>
              <pc:docMk/>
              <pc:sldMasterMk cId="1898756402" sldId="2147483648"/>
              <pc:sldLayoutMk cId="1823685959" sldId="2147483663"/>
              <ac:picMk id="7" creationId="{C11896BA-189C-C15D-0BED-9C33163088B7}"/>
            </ac:picMkLst>
          </pc:picChg>
        </pc:sldLayoutChg>
      </pc:sldMasterChg>
    </pc:docChg>
  </pc:docChgLst>
  <pc:docChgLst>
    <pc:chgData name="Hechenberger Tim" userId="093c6863-ec22-468a-9ff4-dc91df2ed95d" providerId="ADAL" clId="{17A2DAC3-0522-44BB-9143-96DF1689B320}"/>
    <pc:docChg chg="undo redo custSel addSld delSld modSld sldOrd modMainMaster">
      <pc:chgData name="Hechenberger Tim" userId="093c6863-ec22-468a-9ff4-dc91df2ed95d" providerId="ADAL" clId="{17A2DAC3-0522-44BB-9143-96DF1689B320}" dt="2026-02-20T08:04:09.609" v="6316" actId="680"/>
      <pc:docMkLst>
        <pc:docMk/>
      </pc:docMkLst>
      <pc:sldChg chg="modSp mod">
        <pc:chgData name="Hechenberger Tim" userId="093c6863-ec22-468a-9ff4-dc91df2ed95d" providerId="ADAL" clId="{17A2DAC3-0522-44BB-9143-96DF1689B320}" dt="2026-02-19T10:22:42.994" v="6266" actId="5793"/>
        <pc:sldMkLst>
          <pc:docMk/>
          <pc:sldMk cId="1207009889" sldId="284"/>
        </pc:sldMkLst>
        <pc:spChg chg="mod">
          <ac:chgData name="Hechenberger Tim" userId="093c6863-ec22-468a-9ff4-dc91df2ed95d" providerId="ADAL" clId="{17A2DAC3-0522-44BB-9143-96DF1689B320}" dt="2026-02-19T10:22:42.994" v="6266" actId="5793"/>
          <ac:spMkLst>
            <pc:docMk/>
            <pc:sldMk cId="1207009889" sldId="284"/>
            <ac:spMk id="10" creationId="{9F7B0E2E-6EEA-52FE-A3DA-FEA6A01C780C}"/>
          </ac:spMkLst>
        </pc:spChg>
      </pc:sldChg>
      <pc:sldChg chg="modSp mod">
        <pc:chgData name="Hechenberger Tim" userId="093c6863-ec22-468a-9ff4-dc91df2ed95d" providerId="ADAL" clId="{17A2DAC3-0522-44BB-9143-96DF1689B320}" dt="2026-02-17T10:41:51.131" v="4923" actId="20577"/>
        <pc:sldMkLst>
          <pc:docMk/>
          <pc:sldMk cId="413491646" sldId="286"/>
        </pc:sldMkLst>
      </pc:sldChg>
      <pc:sldChg chg="modSp mod">
        <pc:chgData name="Hechenberger Tim" userId="093c6863-ec22-468a-9ff4-dc91df2ed95d" providerId="ADAL" clId="{17A2DAC3-0522-44BB-9143-96DF1689B320}" dt="2026-02-17T09:50:24.634" v="4885" actId="20577"/>
        <pc:sldMkLst>
          <pc:docMk/>
          <pc:sldMk cId="1446223506" sldId="288"/>
        </pc:sldMkLst>
        <pc:spChg chg="mod">
          <ac:chgData name="Hechenberger Tim" userId="093c6863-ec22-468a-9ff4-dc91df2ed95d" providerId="ADAL" clId="{17A2DAC3-0522-44BB-9143-96DF1689B320}" dt="2026-02-17T09:50:24.634" v="4885" actId="20577"/>
          <ac:spMkLst>
            <pc:docMk/>
            <pc:sldMk cId="1446223506" sldId="288"/>
            <ac:spMk id="3" creationId="{9CB8F060-B110-9DE5-E525-A3ADCEA2B42D}"/>
          </ac:spMkLst>
        </pc:spChg>
      </pc:sldChg>
      <pc:sldChg chg="modSp add mod">
        <pc:chgData name="Hechenberger Tim" userId="093c6863-ec22-468a-9ff4-dc91df2ed95d" providerId="ADAL" clId="{17A2DAC3-0522-44BB-9143-96DF1689B320}" dt="2026-02-17T09:47:41.766" v="4849" actId="20577"/>
        <pc:sldMkLst>
          <pc:docMk/>
          <pc:sldMk cId="528378736" sldId="292"/>
        </pc:sldMkLst>
        <pc:spChg chg="mod">
          <ac:chgData name="Hechenberger Tim" userId="093c6863-ec22-468a-9ff4-dc91df2ed95d" providerId="ADAL" clId="{17A2DAC3-0522-44BB-9143-96DF1689B320}" dt="2026-02-16T11:10:22.092" v="3783" actId="20577"/>
          <ac:spMkLst>
            <pc:docMk/>
            <pc:sldMk cId="528378736" sldId="292"/>
            <ac:spMk id="2" creationId="{9ACB214C-7468-D4D7-ED85-B30E54705B7F}"/>
          </ac:spMkLst>
        </pc:spChg>
        <pc:spChg chg="mod">
          <ac:chgData name="Hechenberger Tim" userId="093c6863-ec22-468a-9ff4-dc91df2ed95d" providerId="ADAL" clId="{17A2DAC3-0522-44BB-9143-96DF1689B320}" dt="2026-02-17T09:47:41.766" v="4849" actId="20577"/>
          <ac:spMkLst>
            <pc:docMk/>
            <pc:sldMk cId="528378736" sldId="292"/>
            <ac:spMk id="3" creationId="{E2396861-4A31-B31B-63B1-4121AF342951}"/>
          </ac:spMkLst>
        </pc:spChg>
      </pc:sldChg>
      <pc:sldChg chg="add del">
        <pc:chgData name="Hechenberger Tim" userId="093c6863-ec22-468a-9ff4-dc91df2ed95d" providerId="ADAL" clId="{17A2DAC3-0522-44BB-9143-96DF1689B320}" dt="2026-02-16T11:10:14.417" v="3761" actId="2890"/>
        <pc:sldMkLst>
          <pc:docMk/>
          <pc:sldMk cId="3921468239" sldId="293"/>
        </pc:sldMkLst>
      </pc:sldChg>
      <pc:sldChg chg="addSp delSp modSp add mod ord">
        <pc:chgData name="Hechenberger Tim" userId="093c6863-ec22-468a-9ff4-dc91df2ed95d" providerId="ADAL" clId="{17A2DAC3-0522-44BB-9143-96DF1689B320}" dt="2026-02-16T11:24:49.622" v="4543"/>
        <pc:sldMkLst>
          <pc:docMk/>
          <pc:sldMk cId="143432298" sldId="294"/>
        </pc:sldMkLst>
        <pc:spChg chg="mod">
          <ac:chgData name="Hechenberger Tim" userId="093c6863-ec22-468a-9ff4-dc91df2ed95d" providerId="ADAL" clId="{17A2DAC3-0522-44BB-9143-96DF1689B320}" dt="2026-02-16T11:21:39.682" v="4484" actId="122"/>
          <ac:spMkLst>
            <pc:docMk/>
            <pc:sldMk cId="143432298" sldId="294"/>
            <ac:spMk id="2" creationId="{BBAC56EA-4BDB-BB06-6E20-20197B411883}"/>
          </ac:spMkLst>
        </pc:spChg>
      </pc:sldChg>
      <pc:sldChg chg="addSp delSp modSp mod">
        <pc:chgData name="Hechenberger Tim" userId="093c6863-ec22-468a-9ff4-dc91df2ed95d" providerId="ADAL" clId="{17A2DAC3-0522-44BB-9143-96DF1689B320}" dt="2026-02-19T14:24:27.743" v="6287" actId="20577"/>
        <pc:sldMkLst>
          <pc:docMk/>
          <pc:sldMk cId="1647383267" sldId="301"/>
        </pc:sldMkLst>
        <pc:spChg chg="mod">
          <ac:chgData name="Hechenberger Tim" userId="093c6863-ec22-468a-9ff4-dc91df2ed95d" providerId="ADAL" clId="{17A2DAC3-0522-44BB-9143-96DF1689B320}" dt="2026-02-19T14:24:27.743" v="6287" actId="20577"/>
          <ac:spMkLst>
            <pc:docMk/>
            <pc:sldMk cId="1647383267" sldId="301"/>
            <ac:spMk id="3" creationId="{1CBB8A77-850B-610D-2E42-DA9DC6C65733}"/>
          </ac:spMkLst>
        </pc:spChg>
        <pc:picChg chg="add del mod">
          <ac:chgData name="Hechenberger Tim" userId="093c6863-ec22-468a-9ff4-dc91df2ed95d" providerId="ADAL" clId="{17A2DAC3-0522-44BB-9143-96DF1689B320}" dt="2026-02-19T09:28:40.297" v="4992" actId="22"/>
          <ac:picMkLst>
            <pc:docMk/>
            <pc:sldMk cId="1647383267" sldId="301"/>
            <ac:picMk id="7" creationId="{63786AE8-0A40-8EF6-D808-DEE6389376E6}"/>
          </ac:picMkLst>
        </pc:picChg>
        <pc:picChg chg="add del mod">
          <ac:chgData name="Hechenberger Tim" userId="093c6863-ec22-468a-9ff4-dc91df2ed95d" providerId="ADAL" clId="{17A2DAC3-0522-44BB-9143-96DF1689B320}" dt="2026-02-19T09:34:31.699" v="5294" actId="478"/>
          <ac:picMkLst>
            <pc:docMk/>
            <pc:sldMk cId="1647383267" sldId="301"/>
            <ac:picMk id="9" creationId="{9E766DEB-56F0-5639-6254-34215F622844}"/>
          </ac:picMkLst>
        </pc:picChg>
        <pc:picChg chg="add mod">
          <ac:chgData name="Hechenberger Tim" userId="093c6863-ec22-468a-9ff4-dc91df2ed95d" providerId="ADAL" clId="{17A2DAC3-0522-44BB-9143-96DF1689B320}" dt="2026-02-19T10:04:28.737" v="5978" actId="1076"/>
          <ac:picMkLst>
            <pc:docMk/>
            <pc:sldMk cId="1647383267" sldId="301"/>
            <ac:picMk id="11" creationId="{467BE3C2-7B8B-8D39-0288-5C9E5BC5CE0D}"/>
          </ac:picMkLst>
        </pc:picChg>
      </pc:sldChg>
      <pc:sldChg chg="addSp delSp modSp add mod">
        <pc:chgData name="Hechenberger Tim" userId="093c6863-ec22-468a-9ff4-dc91df2ed95d" providerId="ADAL" clId="{17A2DAC3-0522-44BB-9143-96DF1689B320}" dt="2026-02-19T10:08:11.186" v="6098" actId="113"/>
        <pc:sldMkLst>
          <pc:docMk/>
          <pc:sldMk cId="2779394515" sldId="311"/>
        </pc:sldMkLst>
        <pc:spChg chg="mod">
          <ac:chgData name="Hechenberger Tim" userId="093c6863-ec22-468a-9ff4-dc91df2ed95d" providerId="ADAL" clId="{17A2DAC3-0522-44BB-9143-96DF1689B320}" dt="2026-02-19T10:08:11.186" v="6098" actId="113"/>
          <ac:spMkLst>
            <pc:docMk/>
            <pc:sldMk cId="2779394515" sldId="311"/>
            <ac:spMk id="3" creationId="{AEDD7B5D-B6B8-257B-77EE-858C0E1186CD}"/>
          </ac:spMkLst>
        </pc:spChg>
        <pc:spChg chg="add">
          <ac:chgData name="Hechenberger Tim" userId="093c6863-ec22-468a-9ff4-dc91df2ed95d" providerId="ADAL" clId="{17A2DAC3-0522-44BB-9143-96DF1689B320}" dt="2026-02-19T09:30:44.318" v="5053"/>
          <ac:spMkLst>
            <pc:docMk/>
            <pc:sldMk cId="2779394515" sldId="311"/>
            <ac:spMk id="6" creationId="{20C6B04B-72F8-0167-C113-C7B4872B6235}"/>
          </ac:spMkLst>
        </pc:spChg>
        <pc:spChg chg="add">
          <ac:chgData name="Hechenberger Tim" userId="093c6863-ec22-468a-9ff4-dc91df2ed95d" providerId="ADAL" clId="{17A2DAC3-0522-44BB-9143-96DF1689B320}" dt="2026-02-19T09:30:46.127" v="5054"/>
          <ac:spMkLst>
            <pc:docMk/>
            <pc:sldMk cId="2779394515" sldId="311"/>
            <ac:spMk id="7" creationId="{24A54967-7C20-54D6-8FBB-462B308CAC4A}"/>
          </ac:spMkLst>
        </pc:spChg>
        <pc:spChg chg="add del mod">
          <ac:chgData name="Hechenberger Tim" userId="093c6863-ec22-468a-9ff4-dc91df2ed95d" providerId="ADAL" clId="{17A2DAC3-0522-44BB-9143-96DF1689B320}" dt="2026-02-19T09:32:52.196" v="5288"/>
          <ac:spMkLst>
            <pc:docMk/>
            <pc:sldMk cId="2779394515" sldId="311"/>
            <ac:spMk id="8" creationId="{6A3163A3-22DD-3D9D-AA43-C15A1B190E3E}"/>
          </ac:spMkLst>
        </pc:spChg>
        <pc:picChg chg="add del mod modCrop">
          <ac:chgData name="Hechenberger Tim" userId="093c6863-ec22-468a-9ff4-dc91df2ed95d" providerId="ADAL" clId="{17A2DAC3-0522-44BB-9143-96DF1689B320}" dt="2026-02-19T09:53:19.303" v="5734" actId="478"/>
          <ac:picMkLst>
            <pc:docMk/>
            <pc:sldMk cId="2779394515" sldId="311"/>
            <ac:picMk id="9" creationId="{B83A3F90-5E33-B1EC-7B4C-4D3A5FB3EC91}"/>
          </ac:picMkLst>
        </pc:picChg>
        <pc:picChg chg="add del mod">
          <ac:chgData name="Hechenberger Tim" userId="093c6863-ec22-468a-9ff4-dc91df2ed95d" providerId="ADAL" clId="{17A2DAC3-0522-44BB-9143-96DF1689B320}" dt="2026-02-19T09:54:02.633" v="5740" actId="478"/>
          <ac:picMkLst>
            <pc:docMk/>
            <pc:sldMk cId="2779394515" sldId="311"/>
            <ac:picMk id="11" creationId="{206771D0-5ED2-6DBB-0CC4-8CFC31C52A74}"/>
          </ac:picMkLst>
        </pc:picChg>
        <pc:picChg chg="add del mod">
          <ac:chgData name="Hechenberger Tim" userId="093c6863-ec22-468a-9ff4-dc91df2ed95d" providerId="ADAL" clId="{17A2DAC3-0522-44BB-9143-96DF1689B320}" dt="2026-02-19T10:00:49.030" v="5958" actId="478"/>
          <ac:picMkLst>
            <pc:docMk/>
            <pc:sldMk cId="2779394515" sldId="311"/>
            <ac:picMk id="13" creationId="{3624E5CB-3DF7-6293-B425-36867A287A18}"/>
          </ac:picMkLst>
        </pc:picChg>
        <pc:picChg chg="add mod">
          <ac:chgData name="Hechenberger Tim" userId="093c6863-ec22-468a-9ff4-dc91df2ed95d" providerId="ADAL" clId="{17A2DAC3-0522-44BB-9143-96DF1689B320}" dt="2026-02-19T10:05:51.270" v="5983" actId="1076"/>
          <ac:picMkLst>
            <pc:docMk/>
            <pc:sldMk cId="2779394515" sldId="311"/>
            <ac:picMk id="15" creationId="{7C72B1F4-2439-8B17-0936-D1F87C707116}"/>
          </ac:picMkLst>
        </pc:picChg>
      </pc:sldChg>
      <pc:sldChg chg="addSp delSp modSp add mod">
        <pc:chgData name="Hechenberger Tim" userId="093c6863-ec22-468a-9ff4-dc91df2ed95d" providerId="ADAL" clId="{17A2DAC3-0522-44BB-9143-96DF1689B320}" dt="2026-02-19T10:04:48.575" v="5981" actId="5793"/>
        <pc:sldMkLst>
          <pc:docMk/>
          <pc:sldMk cId="4246919490" sldId="312"/>
        </pc:sldMkLst>
        <pc:spChg chg="mod">
          <ac:chgData name="Hechenberger Tim" userId="093c6863-ec22-468a-9ff4-dc91df2ed95d" providerId="ADAL" clId="{17A2DAC3-0522-44BB-9143-96DF1689B320}" dt="2026-02-19T10:04:48.575" v="5981" actId="5793"/>
          <ac:spMkLst>
            <pc:docMk/>
            <pc:sldMk cId="4246919490" sldId="312"/>
            <ac:spMk id="3" creationId="{23FDDB1E-777D-1153-8C40-40F2A5C0AC7B}"/>
          </ac:spMkLst>
        </pc:spChg>
        <pc:spChg chg="add del">
          <ac:chgData name="Hechenberger Tim" userId="093c6863-ec22-468a-9ff4-dc91df2ed95d" providerId="ADAL" clId="{17A2DAC3-0522-44BB-9143-96DF1689B320}" dt="2026-02-19T09:56:16.750" v="5861" actId="22"/>
          <ac:spMkLst>
            <pc:docMk/>
            <pc:sldMk cId="4246919490" sldId="312"/>
            <ac:spMk id="20" creationId="{6F2778AC-754E-8421-FD1E-A1C4961589A4}"/>
          </ac:spMkLst>
        </pc:spChg>
        <pc:picChg chg="add del mod">
          <ac:chgData name="Hechenberger Tim" userId="093c6863-ec22-468a-9ff4-dc91df2ed95d" providerId="ADAL" clId="{17A2DAC3-0522-44BB-9143-96DF1689B320}" dt="2026-02-19T09:35:36.191" v="5313" actId="931"/>
          <ac:picMkLst>
            <pc:docMk/>
            <pc:sldMk cId="4246919490" sldId="312"/>
            <ac:picMk id="7" creationId="{76DF7D3A-9247-D367-1F48-1F20293DB403}"/>
          </ac:picMkLst>
        </pc:picChg>
        <pc:picChg chg="del">
          <ac:chgData name="Hechenberger Tim" userId="093c6863-ec22-468a-9ff4-dc91df2ed95d" providerId="ADAL" clId="{17A2DAC3-0522-44BB-9143-96DF1689B320}" dt="2026-02-19T09:35:10.156" v="5305" actId="478"/>
          <ac:picMkLst>
            <pc:docMk/>
            <pc:sldMk cId="4246919490" sldId="312"/>
            <ac:picMk id="9" creationId="{6F7BDA01-561B-CD59-22D4-307C379AC404}"/>
          </ac:picMkLst>
        </pc:picChg>
        <pc:picChg chg="add del mod">
          <ac:chgData name="Hechenberger Tim" userId="093c6863-ec22-468a-9ff4-dc91df2ed95d" providerId="ADAL" clId="{17A2DAC3-0522-44BB-9143-96DF1689B320}" dt="2026-02-19T09:37:18.091" v="5375" actId="478"/>
          <ac:picMkLst>
            <pc:docMk/>
            <pc:sldMk cId="4246919490" sldId="312"/>
            <ac:picMk id="10" creationId="{3A514ECF-D3D6-FCC2-DC37-BD131B4A8CF1}"/>
          </ac:picMkLst>
        </pc:picChg>
        <pc:picChg chg="add del mod">
          <ac:chgData name="Hechenberger Tim" userId="093c6863-ec22-468a-9ff4-dc91df2ed95d" providerId="ADAL" clId="{17A2DAC3-0522-44BB-9143-96DF1689B320}" dt="2026-02-19T09:35:54.876" v="5335" actId="931"/>
          <ac:picMkLst>
            <pc:docMk/>
            <pc:sldMk cId="4246919490" sldId="312"/>
            <ac:picMk id="12" creationId="{95BB6D28-E0C4-CFE0-E389-47015F2B5B48}"/>
          </ac:picMkLst>
        </pc:picChg>
        <pc:picChg chg="add del mod">
          <ac:chgData name="Hechenberger Tim" userId="093c6863-ec22-468a-9ff4-dc91df2ed95d" providerId="ADAL" clId="{17A2DAC3-0522-44BB-9143-96DF1689B320}" dt="2026-02-19T09:37:01.318" v="5367" actId="22"/>
          <ac:picMkLst>
            <pc:docMk/>
            <pc:sldMk cId="4246919490" sldId="312"/>
            <ac:picMk id="14" creationId="{4ABCA1F0-8C73-5201-3551-FAE95CB261B6}"/>
          </ac:picMkLst>
        </pc:picChg>
        <pc:picChg chg="add del mod">
          <ac:chgData name="Hechenberger Tim" userId="093c6863-ec22-468a-9ff4-dc91df2ed95d" providerId="ADAL" clId="{17A2DAC3-0522-44BB-9143-96DF1689B320}" dt="2026-02-19T09:37:32.972" v="5386" actId="478"/>
          <ac:picMkLst>
            <pc:docMk/>
            <pc:sldMk cId="4246919490" sldId="312"/>
            <ac:picMk id="15" creationId="{26BE6F63-78CA-AAE2-EDAF-B4ABC598A592}"/>
          </ac:picMkLst>
        </pc:picChg>
        <pc:picChg chg="add del mod">
          <ac:chgData name="Hechenberger Tim" userId="093c6863-ec22-468a-9ff4-dc91df2ed95d" providerId="ADAL" clId="{17A2DAC3-0522-44BB-9143-96DF1689B320}" dt="2026-02-19T09:40:35.850" v="5456" actId="478"/>
          <ac:picMkLst>
            <pc:docMk/>
            <pc:sldMk cId="4246919490" sldId="312"/>
            <ac:picMk id="16" creationId="{F246C9A5-C01D-E5D3-0E05-FB67E0E9D38F}"/>
          </ac:picMkLst>
        </pc:picChg>
        <pc:picChg chg="add del mod">
          <ac:chgData name="Hechenberger Tim" userId="093c6863-ec22-468a-9ff4-dc91df2ed95d" providerId="ADAL" clId="{17A2DAC3-0522-44BB-9143-96DF1689B320}" dt="2026-02-19T09:56:15.474" v="5859" actId="478"/>
          <ac:picMkLst>
            <pc:docMk/>
            <pc:sldMk cId="4246919490" sldId="312"/>
            <ac:picMk id="18" creationId="{66249D37-40CC-71E5-31A5-F9D87A08F55A}"/>
          </ac:picMkLst>
        </pc:picChg>
        <pc:picChg chg="add del mod">
          <ac:chgData name="Hechenberger Tim" userId="093c6863-ec22-468a-9ff4-dc91df2ed95d" providerId="ADAL" clId="{17A2DAC3-0522-44BB-9143-96DF1689B320}" dt="2026-02-19T09:56:29.713" v="5870" actId="478"/>
          <ac:picMkLst>
            <pc:docMk/>
            <pc:sldMk cId="4246919490" sldId="312"/>
            <ac:picMk id="22" creationId="{BA11D8B6-6DE8-6ED7-39E4-35C0ACB9E9BC}"/>
          </ac:picMkLst>
        </pc:picChg>
        <pc:picChg chg="add del mod">
          <ac:chgData name="Hechenberger Tim" userId="093c6863-ec22-468a-9ff4-dc91df2ed95d" providerId="ADAL" clId="{17A2DAC3-0522-44BB-9143-96DF1689B320}" dt="2026-02-19T10:00:24.514" v="5952" actId="478"/>
          <ac:picMkLst>
            <pc:docMk/>
            <pc:sldMk cId="4246919490" sldId="312"/>
            <ac:picMk id="24" creationId="{98739DD5-6E7D-C4A2-800E-2EA04782B065}"/>
          </ac:picMkLst>
        </pc:picChg>
        <pc:picChg chg="add mod">
          <ac:chgData name="Hechenberger Tim" userId="093c6863-ec22-468a-9ff4-dc91df2ed95d" providerId="ADAL" clId="{17A2DAC3-0522-44BB-9143-96DF1689B320}" dt="2026-02-19T10:00:29.850" v="5957" actId="1076"/>
          <ac:picMkLst>
            <pc:docMk/>
            <pc:sldMk cId="4246919490" sldId="312"/>
            <ac:picMk id="26" creationId="{A690FD1E-4946-C126-4AB5-61B916D64BE9}"/>
          </ac:picMkLst>
        </pc:picChg>
      </pc:sldChg>
      <pc:sldChg chg="addSp delSp modSp add mod">
        <pc:chgData name="Hechenberger Tim" userId="093c6863-ec22-468a-9ff4-dc91df2ed95d" providerId="ADAL" clId="{17A2DAC3-0522-44BB-9143-96DF1689B320}" dt="2026-02-20T08:02:05.118" v="6314" actId="20577"/>
        <pc:sldMkLst>
          <pc:docMk/>
          <pc:sldMk cId="2683494062" sldId="313"/>
        </pc:sldMkLst>
        <pc:spChg chg="mod">
          <ac:chgData name="Hechenberger Tim" userId="093c6863-ec22-468a-9ff4-dc91df2ed95d" providerId="ADAL" clId="{17A2DAC3-0522-44BB-9143-96DF1689B320}" dt="2026-02-20T08:02:05.118" v="6314" actId="20577"/>
          <ac:spMkLst>
            <pc:docMk/>
            <pc:sldMk cId="2683494062" sldId="313"/>
            <ac:spMk id="3" creationId="{7BE648D9-1940-589B-C01B-331BE729DA01}"/>
          </ac:spMkLst>
        </pc:spChg>
        <pc:spChg chg="add">
          <ac:chgData name="Hechenberger Tim" userId="093c6863-ec22-468a-9ff4-dc91df2ed95d" providerId="ADAL" clId="{17A2DAC3-0522-44BB-9143-96DF1689B320}" dt="2026-02-19T09:43:09.785" v="5628"/>
          <ac:spMkLst>
            <pc:docMk/>
            <pc:sldMk cId="2683494062" sldId="313"/>
            <ac:spMk id="10" creationId="{163E8A0C-E0AD-4E6A-8592-352DFCD3465D}"/>
          </ac:spMkLst>
        </pc:spChg>
        <pc:picChg chg="add del mod">
          <ac:chgData name="Hechenberger Tim" userId="093c6863-ec22-468a-9ff4-dc91df2ed95d" providerId="ADAL" clId="{17A2DAC3-0522-44BB-9143-96DF1689B320}" dt="2026-02-19T09:57:25.497" v="5915" actId="478"/>
          <ac:picMkLst>
            <pc:docMk/>
            <pc:sldMk cId="2683494062" sldId="313"/>
            <ac:picMk id="7" creationId="{CF6C6891-812B-E25E-B637-C85781E95959}"/>
          </ac:picMkLst>
        </pc:picChg>
        <pc:picChg chg="add mod">
          <ac:chgData name="Hechenberger Tim" userId="093c6863-ec22-468a-9ff4-dc91df2ed95d" providerId="ADAL" clId="{17A2DAC3-0522-44BB-9143-96DF1689B320}" dt="2026-02-19T10:23:15.417" v="6269" actId="1076"/>
          <ac:picMkLst>
            <pc:docMk/>
            <pc:sldMk cId="2683494062" sldId="313"/>
            <ac:picMk id="9" creationId="{B3548C69-A9D1-7CAC-D383-32D27DD67C6A}"/>
          </ac:picMkLst>
        </pc:picChg>
        <pc:picChg chg="del">
          <ac:chgData name="Hechenberger Tim" userId="093c6863-ec22-468a-9ff4-dc91df2ed95d" providerId="ADAL" clId="{17A2DAC3-0522-44BB-9143-96DF1689B320}" dt="2026-02-19T09:39:41.316" v="5453" actId="478"/>
          <ac:picMkLst>
            <pc:docMk/>
            <pc:sldMk cId="2683494062" sldId="313"/>
            <ac:picMk id="16" creationId="{A559DDE3-9F21-CDBC-6786-152E80D33825}"/>
          </ac:picMkLst>
        </pc:picChg>
      </pc:sldChg>
      <pc:sldChg chg="new del">
        <pc:chgData name="Hechenberger Tim" userId="093c6863-ec22-468a-9ff4-dc91df2ed95d" providerId="ADAL" clId="{17A2DAC3-0522-44BB-9143-96DF1689B320}" dt="2026-02-20T08:04:09.609" v="6316" actId="680"/>
        <pc:sldMkLst>
          <pc:docMk/>
          <pc:sldMk cId="1589193716" sldId="317"/>
        </pc:sldMkLst>
      </pc:sldChg>
      <pc:sldMasterChg chg="modSldLayout">
        <pc:chgData name="Hechenberger Tim" userId="093c6863-ec22-468a-9ff4-dc91df2ed95d" providerId="ADAL" clId="{17A2DAC3-0522-44BB-9143-96DF1689B320}" dt="2026-02-16T11:29:33.915" v="4683" actId="20577"/>
        <pc:sldMasterMkLst>
          <pc:docMk/>
          <pc:sldMasterMk cId="1898756402" sldId="2147483648"/>
        </pc:sldMasterMkLst>
        <pc:sldLayoutChg chg="modSp mod">
          <pc:chgData name="Hechenberger Tim" userId="093c6863-ec22-468a-9ff4-dc91df2ed95d" providerId="ADAL" clId="{17A2DAC3-0522-44BB-9143-96DF1689B320}" dt="2026-02-16T11:29:33.915" v="4683" actId="20577"/>
          <pc:sldLayoutMkLst>
            <pc:docMk/>
            <pc:sldMasterMk cId="1898756402" sldId="2147483648"/>
            <pc:sldLayoutMk cId="1858754544" sldId="2147483649"/>
          </pc:sldLayoutMkLst>
          <pc:spChg chg="mod">
            <ac:chgData name="Hechenberger Tim" userId="093c6863-ec22-468a-9ff4-dc91df2ed95d" providerId="ADAL" clId="{17A2DAC3-0522-44BB-9143-96DF1689B320}" dt="2026-02-16T11:29:33.915" v="4683" actId="20577"/>
            <ac:spMkLst>
              <pc:docMk/>
              <pc:sldMasterMk cId="1898756402" sldId="2147483648"/>
              <pc:sldLayoutMk cId="1858754544" sldId="2147483649"/>
              <ac:spMk id="9" creationId="{CFC41B57-251F-844A-2370-5C8A351905DA}"/>
            </ac:spMkLst>
          </pc:spChg>
        </pc:sldLayoutChg>
      </pc:sldMasterChg>
    </pc:docChg>
  </pc:docChgLst>
  <pc:docChgLst>
    <pc:chgData name="Aberger Jonas" userId="ceb1aaf8-5544-4c36-af61-de230cd7d456" providerId="ADAL" clId="{34CA5827-BBF3-422B-9C38-7EA06574312E}"/>
    <pc:docChg chg="undo custSel addSld modSld">
      <pc:chgData name="Aberger Jonas" userId="ceb1aaf8-5544-4c36-af61-de230cd7d456" providerId="ADAL" clId="{34CA5827-BBF3-422B-9C38-7EA06574312E}" dt="2026-02-19T17:56:02.891" v="264"/>
      <pc:docMkLst>
        <pc:docMk/>
      </pc:docMkLst>
      <pc:sldChg chg="modSp mod">
        <pc:chgData name="Aberger Jonas" userId="ceb1aaf8-5544-4c36-af61-de230cd7d456" providerId="ADAL" clId="{34CA5827-BBF3-422B-9C38-7EA06574312E}" dt="2026-02-19T17:50:37.588" v="236" actId="20577"/>
        <pc:sldMkLst>
          <pc:docMk/>
          <pc:sldMk cId="2921413162" sldId="268"/>
        </pc:sldMkLst>
        <pc:graphicFrameChg chg="modGraphic">
          <ac:chgData name="Aberger Jonas" userId="ceb1aaf8-5544-4c36-af61-de230cd7d456" providerId="ADAL" clId="{34CA5827-BBF3-422B-9C38-7EA06574312E}" dt="2026-02-19T17:50:37.588" v="236" actId="20577"/>
          <ac:graphicFrameMkLst>
            <pc:docMk/>
            <pc:sldMk cId="2921413162" sldId="268"/>
            <ac:graphicFrameMk id="5" creationId="{7E3451E2-1B3A-50D5-4322-69400EE6FE00}"/>
          </ac:graphicFrameMkLst>
        </pc:graphicFrameChg>
      </pc:sldChg>
      <pc:sldChg chg="modSp mod">
        <pc:chgData name="Aberger Jonas" userId="ceb1aaf8-5544-4c36-af61-de230cd7d456" providerId="ADAL" clId="{34CA5827-BBF3-422B-9C38-7EA06574312E}" dt="2026-02-19T17:50:30.511" v="224" actId="1076"/>
        <pc:sldMkLst>
          <pc:docMk/>
          <pc:sldMk cId="413491646" sldId="286"/>
        </pc:sldMkLst>
        <pc:spChg chg="mod">
          <ac:chgData name="Aberger Jonas" userId="ceb1aaf8-5544-4c36-af61-de230cd7d456" providerId="ADAL" clId="{34CA5827-BBF3-422B-9C38-7EA06574312E}" dt="2026-02-19T17:50:30.511" v="224" actId="1076"/>
          <ac:spMkLst>
            <pc:docMk/>
            <pc:sldMk cId="413491646" sldId="286"/>
            <ac:spMk id="2" creationId="{4C7DCEDB-891F-BC7C-0BD7-F6CD477074EC}"/>
          </ac:spMkLst>
        </pc:spChg>
      </pc:sldChg>
      <pc:sldChg chg="modSp mod modShow">
        <pc:chgData name="Aberger Jonas" userId="ceb1aaf8-5544-4c36-af61-de230cd7d456" providerId="ADAL" clId="{34CA5827-BBF3-422B-9C38-7EA06574312E}" dt="2026-02-18T19:13:54.066" v="29" actId="729"/>
        <pc:sldMkLst>
          <pc:docMk/>
          <pc:sldMk cId="528378736" sldId="292"/>
        </pc:sldMkLst>
        <pc:spChg chg="mod">
          <ac:chgData name="Aberger Jonas" userId="ceb1aaf8-5544-4c36-af61-de230cd7d456" providerId="ADAL" clId="{34CA5827-BBF3-422B-9C38-7EA06574312E}" dt="2026-02-18T19:13:44.651" v="25" actId="20577"/>
          <ac:spMkLst>
            <pc:docMk/>
            <pc:sldMk cId="528378736" sldId="292"/>
            <ac:spMk id="3" creationId="{E2396861-4A31-B31B-63B1-4121AF342951}"/>
          </ac:spMkLst>
        </pc:spChg>
        <pc:spChg chg="mod">
          <ac:chgData name="Aberger Jonas" userId="ceb1aaf8-5544-4c36-af61-de230cd7d456" providerId="ADAL" clId="{34CA5827-BBF3-422B-9C38-7EA06574312E}" dt="2026-02-18T19:13:46.499" v="28" actId="20577"/>
          <ac:spMkLst>
            <pc:docMk/>
            <pc:sldMk cId="528378736" sldId="292"/>
            <ac:spMk id="5" creationId="{A841000B-4C35-0B64-BD4B-C3B44588D802}"/>
          </ac:spMkLst>
        </pc:spChg>
      </pc:sldChg>
      <pc:sldChg chg="modSp mod modShow">
        <pc:chgData name="Aberger Jonas" userId="ceb1aaf8-5544-4c36-af61-de230cd7d456" providerId="ADAL" clId="{34CA5827-BBF3-422B-9C38-7EA06574312E}" dt="2026-02-18T19:13:55.751" v="30" actId="729"/>
        <pc:sldMkLst>
          <pc:docMk/>
          <pc:sldMk cId="3921468239" sldId="293"/>
        </pc:sldMkLst>
        <pc:spChg chg="mod">
          <ac:chgData name="Aberger Jonas" userId="ceb1aaf8-5544-4c36-af61-de230cd7d456" providerId="ADAL" clId="{34CA5827-BBF3-422B-9C38-7EA06574312E}" dt="2026-02-18T19:13:45.273" v="27" actId="20577"/>
          <ac:spMkLst>
            <pc:docMk/>
            <pc:sldMk cId="3921468239" sldId="293"/>
            <ac:spMk id="3" creationId="{E02B9571-CD03-0CB4-054C-263806B5CA6A}"/>
          </ac:spMkLst>
        </pc:spChg>
        <pc:spChg chg="mod">
          <ac:chgData name="Aberger Jonas" userId="ceb1aaf8-5544-4c36-af61-de230cd7d456" providerId="ADAL" clId="{34CA5827-BBF3-422B-9C38-7EA06574312E}" dt="2026-02-18T19:13:33.308" v="20"/>
          <ac:spMkLst>
            <pc:docMk/>
            <pc:sldMk cId="3921468239" sldId="293"/>
            <ac:spMk id="5" creationId="{327E99E9-9653-F7BD-2B0A-C39ED7CFDE13}"/>
          </ac:spMkLst>
        </pc:spChg>
      </pc:sldChg>
      <pc:sldChg chg="modSp add mod modShow">
        <pc:chgData name="Aberger Jonas" userId="ceb1aaf8-5544-4c36-af61-de230cd7d456" providerId="ADAL" clId="{34CA5827-BBF3-422B-9C38-7EA06574312E}" dt="2026-02-18T19:14:45.306" v="78" actId="27636"/>
        <pc:sldMkLst>
          <pc:docMk/>
          <pc:sldMk cId="2565175488" sldId="300"/>
        </pc:sldMkLst>
        <pc:spChg chg="mod">
          <ac:chgData name="Aberger Jonas" userId="ceb1aaf8-5544-4c36-af61-de230cd7d456" providerId="ADAL" clId="{34CA5827-BBF3-422B-9C38-7EA06574312E}" dt="2026-02-18T19:14:45.306" v="78" actId="27636"/>
          <ac:spMkLst>
            <pc:docMk/>
            <pc:sldMk cId="2565175488" sldId="300"/>
            <ac:spMk id="3" creationId="{23CB32A7-0DA0-5B3D-36D6-6A00544BE076}"/>
          </ac:spMkLst>
        </pc:spChg>
        <pc:spChg chg="mod">
          <ac:chgData name="Aberger Jonas" userId="ceb1aaf8-5544-4c36-af61-de230cd7d456" providerId="ADAL" clId="{34CA5827-BBF3-422B-9C38-7EA06574312E}" dt="2026-02-18T19:14:28.708" v="76" actId="20577"/>
          <ac:spMkLst>
            <pc:docMk/>
            <pc:sldMk cId="2565175488" sldId="300"/>
            <ac:spMk id="5" creationId="{6E1D522A-577C-DF08-8128-E6CEAF3478F0}"/>
          </ac:spMkLst>
        </pc:spChg>
      </pc:sldChg>
      <pc:sldChg chg="modSp add mod modShow">
        <pc:chgData name="Aberger Jonas" userId="ceb1aaf8-5544-4c36-af61-de230cd7d456" providerId="ADAL" clId="{34CA5827-BBF3-422B-9C38-7EA06574312E}" dt="2026-02-18T19:14:47.875" v="79" actId="20577"/>
        <pc:sldMkLst>
          <pc:docMk/>
          <pc:sldMk cId="1647383267" sldId="301"/>
        </pc:sldMkLst>
        <pc:spChg chg="mod">
          <ac:chgData name="Aberger Jonas" userId="ceb1aaf8-5544-4c36-af61-de230cd7d456" providerId="ADAL" clId="{34CA5827-BBF3-422B-9C38-7EA06574312E}" dt="2026-02-18T19:14:47.875" v="79" actId="20577"/>
          <ac:spMkLst>
            <pc:docMk/>
            <pc:sldMk cId="1647383267" sldId="301"/>
            <ac:spMk id="3" creationId="{1CBB8A77-850B-610D-2E42-DA9DC6C65733}"/>
          </ac:spMkLst>
        </pc:spChg>
        <pc:spChg chg="mod">
          <ac:chgData name="Aberger Jonas" userId="ceb1aaf8-5544-4c36-af61-de230cd7d456" providerId="ADAL" clId="{34CA5827-BBF3-422B-9C38-7EA06574312E}" dt="2026-02-18T19:14:20.748" v="56" actId="20577"/>
          <ac:spMkLst>
            <pc:docMk/>
            <pc:sldMk cId="1647383267" sldId="301"/>
            <ac:spMk id="5" creationId="{1DA09219-5F95-1901-C18F-9975C0B49654}"/>
          </ac:spMkLst>
        </pc:spChg>
      </pc:sldChg>
      <pc:sldChg chg="addSp delSp modSp mod modAnim">
        <pc:chgData name="Aberger Jonas" userId="ceb1aaf8-5544-4c36-af61-de230cd7d456" providerId="ADAL" clId="{34CA5827-BBF3-422B-9C38-7EA06574312E}" dt="2026-02-19T17:56:02.891" v="264"/>
        <pc:sldMkLst>
          <pc:docMk/>
          <pc:sldMk cId="2987260620" sldId="308"/>
        </pc:sldMkLst>
        <pc:spChg chg="add del">
          <ac:chgData name="Aberger Jonas" userId="ceb1aaf8-5544-4c36-af61-de230cd7d456" providerId="ADAL" clId="{34CA5827-BBF3-422B-9C38-7EA06574312E}" dt="2026-02-19T17:54:56.422" v="252" actId="22"/>
          <ac:spMkLst>
            <pc:docMk/>
            <pc:sldMk cId="2987260620" sldId="308"/>
            <ac:spMk id="3" creationId="{44EF0FD0-15F1-43D3-17E6-98277F8E41D4}"/>
          </ac:spMkLst>
        </pc:spChg>
        <pc:picChg chg="add mod">
          <ac:chgData name="Aberger Jonas" userId="ceb1aaf8-5544-4c36-af61-de230cd7d456" providerId="ADAL" clId="{34CA5827-BBF3-422B-9C38-7EA06574312E}" dt="2026-02-19T17:55:33.065" v="259" actId="1076"/>
          <ac:picMkLst>
            <pc:docMk/>
            <pc:sldMk cId="2987260620" sldId="308"/>
            <ac:picMk id="6" creationId="{4BCB97F8-8B3F-14B9-1EFD-6E2D43C2B3E8}"/>
          </ac:picMkLst>
        </pc:picChg>
        <pc:picChg chg="add del mod">
          <ac:chgData name="Aberger Jonas" userId="ceb1aaf8-5544-4c36-af61-de230cd7d456" providerId="ADAL" clId="{34CA5827-BBF3-422B-9C38-7EA06574312E}" dt="2026-02-19T17:54:12.589" v="250" actId="478"/>
          <ac:picMkLst>
            <pc:docMk/>
            <pc:sldMk cId="2987260620" sldId="308"/>
            <ac:picMk id="7" creationId="{85421C6A-3F1B-9944-4F4F-02B8DDAC13AB}"/>
          </ac:picMkLst>
        </pc:picChg>
      </pc:sldChg>
      <pc:sldChg chg="addSp delSp modSp mod">
        <pc:chgData name="Aberger Jonas" userId="ceb1aaf8-5544-4c36-af61-de230cd7d456" providerId="ADAL" clId="{34CA5827-BBF3-422B-9C38-7EA06574312E}" dt="2026-02-19T17:54:05.800" v="248" actId="21"/>
        <pc:sldMkLst>
          <pc:docMk/>
          <pc:sldMk cId="3045538189" sldId="314"/>
        </pc:sldMkLst>
        <pc:picChg chg="add del mod">
          <ac:chgData name="Aberger Jonas" userId="ceb1aaf8-5544-4c36-af61-de230cd7d456" providerId="ADAL" clId="{34CA5827-BBF3-422B-9C38-7EA06574312E}" dt="2026-02-19T17:53:45.954" v="240" actId="22"/>
          <ac:picMkLst>
            <pc:docMk/>
            <pc:sldMk cId="3045538189" sldId="314"/>
            <ac:picMk id="5" creationId="{92904453-061C-A03D-5D01-5B5A52D72112}"/>
          </ac:picMkLst>
        </pc:picChg>
        <pc:picChg chg="add del mod">
          <ac:chgData name="Aberger Jonas" userId="ceb1aaf8-5544-4c36-af61-de230cd7d456" providerId="ADAL" clId="{34CA5827-BBF3-422B-9C38-7EA06574312E}" dt="2026-02-19T17:54:05.800" v="248" actId="21"/>
          <ac:picMkLst>
            <pc:docMk/>
            <pc:sldMk cId="3045538189" sldId="314"/>
            <ac:picMk id="7" creationId="{85421C6A-3F1B-9944-4F4F-02B8DDAC13AB}"/>
          </ac:picMkLst>
        </pc:picChg>
      </pc:sldChg>
      <pc:sldChg chg="addSp modSp mod">
        <pc:chgData name="Aberger Jonas" userId="ceb1aaf8-5544-4c36-af61-de230cd7d456" providerId="ADAL" clId="{34CA5827-BBF3-422B-9C38-7EA06574312E}" dt="2026-02-19T17:49:39.134" v="203" actId="27636"/>
        <pc:sldMkLst>
          <pc:docMk/>
          <pc:sldMk cId="4243944730" sldId="316"/>
        </pc:sldMkLst>
        <pc:spChg chg="mod">
          <ac:chgData name="Aberger Jonas" userId="ceb1aaf8-5544-4c36-af61-de230cd7d456" providerId="ADAL" clId="{34CA5827-BBF3-422B-9C38-7EA06574312E}" dt="2026-02-19T17:49:39.134" v="203" actId="27636"/>
          <ac:spMkLst>
            <pc:docMk/>
            <pc:sldMk cId="4243944730" sldId="316"/>
            <ac:spMk id="2" creationId="{A28B6DB1-6916-7500-0FAC-2E1DD9E8E254}"/>
          </ac:spMkLst>
        </pc:spChg>
        <pc:spChg chg="add mod">
          <ac:chgData name="Aberger Jonas" userId="ceb1aaf8-5544-4c36-af61-de230cd7d456" providerId="ADAL" clId="{34CA5827-BBF3-422B-9C38-7EA06574312E}" dt="2026-02-19T17:49:31.248" v="201" actId="1076"/>
          <ac:spMkLst>
            <pc:docMk/>
            <pc:sldMk cId="4243944730" sldId="316"/>
            <ac:spMk id="3" creationId="{289C8273-A3F9-B2CB-73A1-FD742AD6DD57}"/>
          </ac:spMkLst>
        </pc:spChg>
      </pc:sldChg>
    </pc:docChg>
  </pc:docChgLst>
  <pc:docChgLst>
    <pc:chgData name="Haslinger Fabian" userId="cdf8a651-5f22-44fb-9814-56de1b5a862a" providerId="ADAL" clId="{953A1AE4-AA2E-4161-B356-747331449584}"/>
    <pc:docChg chg="undo custSel addSld delSld modSld sldOrd modMainMaster">
      <pc:chgData name="Haslinger Fabian" userId="cdf8a651-5f22-44fb-9814-56de1b5a862a" providerId="ADAL" clId="{953A1AE4-AA2E-4161-B356-747331449584}" dt="2026-02-20T08:22:49.532" v="3063" actId="20577"/>
      <pc:docMkLst>
        <pc:docMk/>
      </pc:docMkLst>
      <pc:sldChg chg="addSp delSp modSp mod modTransition">
        <pc:chgData name="Haslinger Fabian" userId="cdf8a651-5f22-44fb-9814-56de1b5a862a" providerId="ADAL" clId="{953A1AE4-AA2E-4161-B356-747331449584}" dt="2026-02-19T10:16:51.546" v="2832"/>
        <pc:sldMkLst>
          <pc:docMk/>
          <pc:sldMk cId="1684285986" sldId="256"/>
        </pc:sldMkLst>
      </pc:sldChg>
      <pc:sldChg chg="addSp delSp modSp mod">
        <pc:chgData name="Haslinger Fabian" userId="cdf8a651-5f22-44fb-9814-56de1b5a862a" providerId="ADAL" clId="{953A1AE4-AA2E-4161-B356-747331449584}" dt="2026-02-19T17:38:34.954" v="3006" actId="1076"/>
        <pc:sldMkLst>
          <pc:docMk/>
          <pc:sldMk cId="2921413162" sldId="268"/>
        </pc:sldMkLst>
        <pc:graphicFrameChg chg="mod modGraphic">
          <ac:chgData name="Haslinger Fabian" userId="cdf8a651-5f22-44fb-9814-56de1b5a862a" providerId="ADAL" clId="{953A1AE4-AA2E-4161-B356-747331449584}" dt="2026-02-19T17:37:36.757" v="2998" actId="20577"/>
          <ac:graphicFrameMkLst>
            <pc:docMk/>
            <pc:sldMk cId="2921413162" sldId="268"/>
            <ac:graphicFrameMk id="5" creationId="{7E3451E2-1B3A-50D5-4322-69400EE6FE00}"/>
          </ac:graphicFrameMkLst>
        </pc:graphicFrameChg>
        <pc:picChg chg="mod">
          <ac:chgData name="Haslinger Fabian" userId="cdf8a651-5f22-44fb-9814-56de1b5a862a" providerId="ADAL" clId="{953A1AE4-AA2E-4161-B356-747331449584}" dt="2026-02-19T17:35:29.199" v="2967" actId="1076"/>
          <ac:picMkLst>
            <pc:docMk/>
            <pc:sldMk cId="2921413162" sldId="268"/>
            <ac:picMk id="8" creationId="{C9767394-CA64-A47E-8D4A-CA57C3DA92B8}"/>
          </ac:picMkLst>
        </pc:picChg>
        <pc:picChg chg="del">
          <ac:chgData name="Haslinger Fabian" userId="cdf8a651-5f22-44fb-9814-56de1b5a862a" providerId="ADAL" clId="{953A1AE4-AA2E-4161-B356-747331449584}" dt="2026-02-19T17:31:23.134" v="2937" actId="478"/>
          <ac:picMkLst>
            <pc:docMk/>
            <pc:sldMk cId="2921413162" sldId="268"/>
            <ac:picMk id="14" creationId="{EC4A3ED9-652E-EA80-4CD9-48C933B51700}"/>
          </ac:picMkLst>
        </pc:picChg>
        <pc:picChg chg="mod">
          <ac:chgData name="Haslinger Fabian" userId="cdf8a651-5f22-44fb-9814-56de1b5a862a" providerId="ADAL" clId="{953A1AE4-AA2E-4161-B356-747331449584}" dt="2026-02-19T17:37:12.599" v="2974" actId="1076"/>
          <ac:picMkLst>
            <pc:docMk/>
            <pc:sldMk cId="2921413162" sldId="268"/>
            <ac:picMk id="18" creationId="{5CA8D7BC-20FB-ED71-3488-7BE6143FAD23}"/>
          </ac:picMkLst>
        </pc:picChg>
        <pc:picChg chg="mod">
          <ac:chgData name="Haslinger Fabian" userId="cdf8a651-5f22-44fb-9814-56de1b5a862a" providerId="ADAL" clId="{953A1AE4-AA2E-4161-B356-747331449584}" dt="2026-02-19T17:38:30.298" v="3005" actId="1076"/>
          <ac:picMkLst>
            <pc:docMk/>
            <pc:sldMk cId="2921413162" sldId="268"/>
            <ac:picMk id="19" creationId="{A5B4842C-0BCF-2AB9-7415-66A2E93298D6}"/>
          </ac:picMkLst>
        </pc:picChg>
        <pc:picChg chg="mod">
          <ac:chgData name="Haslinger Fabian" userId="cdf8a651-5f22-44fb-9814-56de1b5a862a" providerId="ADAL" clId="{953A1AE4-AA2E-4161-B356-747331449584}" dt="2026-02-19T17:36:48.536" v="2968" actId="1076"/>
          <ac:picMkLst>
            <pc:docMk/>
            <pc:sldMk cId="2921413162" sldId="268"/>
            <ac:picMk id="22" creationId="{CBE5000B-451F-A6D4-3BA0-915FA0F0CE3B}"/>
          </ac:picMkLst>
        </pc:picChg>
        <pc:picChg chg="add mod">
          <ac:chgData name="Haslinger Fabian" userId="cdf8a651-5f22-44fb-9814-56de1b5a862a" providerId="ADAL" clId="{953A1AE4-AA2E-4161-B356-747331449584}" dt="2026-02-19T17:38:34.954" v="3006" actId="1076"/>
          <ac:picMkLst>
            <pc:docMk/>
            <pc:sldMk cId="2921413162" sldId="268"/>
            <ac:picMk id="1026" creationId="{BC450422-6C0B-F22B-554F-CE06F206956A}"/>
          </ac:picMkLst>
        </pc:picChg>
      </pc:sldChg>
      <pc:sldChg chg="modSp del mod">
        <pc:chgData name="Haslinger Fabian" userId="cdf8a651-5f22-44fb-9814-56de1b5a862a" providerId="ADAL" clId="{953A1AE4-AA2E-4161-B356-747331449584}" dt="2026-02-19T17:31:57.091" v="2940" actId="47"/>
        <pc:sldMkLst>
          <pc:docMk/>
          <pc:sldMk cId="1227322834" sldId="280"/>
        </pc:sldMkLst>
      </pc:sldChg>
      <pc:sldChg chg="addSp delSp modSp mod">
        <pc:chgData name="Haslinger Fabian" userId="cdf8a651-5f22-44fb-9814-56de1b5a862a" providerId="ADAL" clId="{953A1AE4-AA2E-4161-B356-747331449584}" dt="2026-02-16T10:04:00.365" v="9" actId="1076"/>
        <pc:sldMkLst>
          <pc:docMk/>
          <pc:sldMk cId="3426809950" sldId="281"/>
        </pc:sldMkLst>
        <pc:spChg chg="mod">
          <ac:chgData name="Haslinger Fabian" userId="cdf8a651-5f22-44fb-9814-56de1b5a862a" providerId="ADAL" clId="{953A1AE4-AA2E-4161-B356-747331449584}" dt="2026-02-16T10:03:39.972" v="0" actId="20577"/>
          <ac:spMkLst>
            <pc:docMk/>
            <pc:sldMk cId="3426809950" sldId="281"/>
            <ac:spMk id="2" creationId="{4CC76EED-C5DA-F8C2-F8CC-BE3802BBF5A7}"/>
          </ac:spMkLst>
        </pc:spChg>
        <pc:picChg chg="add mod">
          <ac:chgData name="Haslinger Fabian" userId="cdf8a651-5f22-44fb-9814-56de1b5a862a" providerId="ADAL" clId="{953A1AE4-AA2E-4161-B356-747331449584}" dt="2026-02-16T10:04:00.365" v="9" actId="1076"/>
          <ac:picMkLst>
            <pc:docMk/>
            <pc:sldMk cId="3426809950" sldId="281"/>
            <ac:picMk id="5" creationId="{ECCB4FD5-E833-2A66-A836-E979FB0C7392}"/>
          </ac:picMkLst>
        </pc:picChg>
      </pc:sldChg>
      <pc:sldChg chg="addSp delSp modSp mod">
        <pc:chgData name="Haslinger Fabian" userId="cdf8a651-5f22-44fb-9814-56de1b5a862a" providerId="ADAL" clId="{953A1AE4-AA2E-4161-B356-747331449584}" dt="2026-02-16T10:06:37.082" v="15" actId="14100"/>
        <pc:sldMkLst>
          <pc:docMk/>
          <pc:sldMk cId="1578250226" sldId="282"/>
        </pc:sldMkLst>
        <pc:picChg chg="add mod">
          <ac:chgData name="Haslinger Fabian" userId="cdf8a651-5f22-44fb-9814-56de1b5a862a" providerId="ADAL" clId="{953A1AE4-AA2E-4161-B356-747331449584}" dt="2026-02-16T10:06:37.082" v="15" actId="14100"/>
          <ac:picMkLst>
            <pc:docMk/>
            <pc:sldMk cId="1578250226" sldId="282"/>
            <ac:picMk id="7" creationId="{447E53E7-7D6E-00EA-27E2-0868CBF84397}"/>
          </ac:picMkLst>
        </pc:picChg>
      </pc:sldChg>
      <pc:sldChg chg="addSp delSp modSp mod">
        <pc:chgData name="Haslinger Fabian" userId="cdf8a651-5f22-44fb-9814-56de1b5a862a" providerId="ADAL" clId="{953A1AE4-AA2E-4161-B356-747331449584}" dt="2026-02-16T10:21:29.787" v="19" actId="962"/>
        <pc:sldMkLst>
          <pc:docMk/>
          <pc:sldMk cId="3462022186" sldId="283"/>
        </pc:sldMkLst>
        <pc:picChg chg="add mod">
          <ac:chgData name="Haslinger Fabian" userId="cdf8a651-5f22-44fb-9814-56de1b5a862a" providerId="ADAL" clId="{953A1AE4-AA2E-4161-B356-747331449584}" dt="2026-02-16T10:21:29.787" v="19" actId="962"/>
          <ac:picMkLst>
            <pc:docMk/>
            <pc:sldMk cId="3462022186" sldId="283"/>
            <ac:picMk id="6" creationId="{31ACAF85-A0DD-CC14-6390-8F670A75D451}"/>
          </ac:picMkLst>
        </pc:picChg>
      </pc:sldChg>
      <pc:sldChg chg="modSp mod">
        <pc:chgData name="Haslinger Fabian" userId="cdf8a651-5f22-44fb-9814-56de1b5a862a" providerId="ADAL" clId="{953A1AE4-AA2E-4161-B356-747331449584}" dt="2026-02-18T07:10:53.779" v="1705" actId="20577"/>
        <pc:sldMkLst>
          <pc:docMk/>
          <pc:sldMk cId="1207009889" sldId="284"/>
        </pc:sldMkLst>
        <pc:spChg chg="mod">
          <ac:chgData name="Haslinger Fabian" userId="cdf8a651-5f22-44fb-9814-56de1b5a862a" providerId="ADAL" clId="{953A1AE4-AA2E-4161-B356-747331449584}" dt="2026-02-18T07:10:53.779" v="1705" actId="20577"/>
          <ac:spMkLst>
            <pc:docMk/>
            <pc:sldMk cId="1207009889" sldId="284"/>
            <ac:spMk id="7" creationId="{FD091592-7521-5CC9-CF4B-FF37FE21F31A}"/>
          </ac:spMkLst>
        </pc:spChg>
      </pc:sldChg>
      <pc:sldChg chg="delSp modSp mod modTransition">
        <pc:chgData name="Haslinger Fabian" userId="cdf8a651-5f22-44fb-9814-56de1b5a862a" providerId="ADAL" clId="{953A1AE4-AA2E-4161-B356-747331449584}" dt="2026-02-19T17:34:48.630" v="2962" actId="1076"/>
        <pc:sldMkLst>
          <pc:docMk/>
          <pc:sldMk cId="413491646" sldId="286"/>
        </pc:sldMkLst>
        <pc:spChg chg="mod">
          <ac:chgData name="Haslinger Fabian" userId="cdf8a651-5f22-44fb-9814-56de1b5a862a" providerId="ADAL" clId="{953A1AE4-AA2E-4161-B356-747331449584}" dt="2026-02-19T17:34:48.630" v="2962" actId="1076"/>
          <ac:spMkLst>
            <pc:docMk/>
            <pc:sldMk cId="413491646" sldId="286"/>
            <ac:spMk id="2" creationId="{4C7DCEDB-891F-BC7C-0BD7-F6CD477074EC}"/>
          </ac:spMkLst>
        </pc:spChg>
        <pc:spChg chg="del mod">
          <ac:chgData name="Haslinger Fabian" userId="cdf8a651-5f22-44fb-9814-56de1b5a862a" providerId="ADAL" clId="{953A1AE4-AA2E-4161-B356-747331449584}" dt="2026-02-19T09:50:11.655" v="2815" actId="478"/>
          <ac:spMkLst>
            <pc:docMk/>
            <pc:sldMk cId="413491646" sldId="286"/>
            <ac:spMk id="3" creationId="{953B7C87-351B-31EC-3400-A96F46047EE3}"/>
          </ac:spMkLst>
        </pc:spChg>
      </pc:sldChg>
      <pc:sldChg chg="modSp mod modTransition">
        <pc:chgData name="Haslinger Fabian" userId="cdf8a651-5f22-44fb-9814-56de1b5a862a" providerId="ADAL" clId="{953A1AE4-AA2E-4161-B356-747331449584}" dt="2026-02-19T17:39:58.206" v="3007" actId="20577"/>
        <pc:sldMkLst>
          <pc:docMk/>
          <pc:sldMk cId="2925486841" sldId="287"/>
        </pc:sldMkLst>
        <pc:spChg chg="mod">
          <ac:chgData name="Haslinger Fabian" userId="cdf8a651-5f22-44fb-9814-56de1b5a862a" providerId="ADAL" clId="{953A1AE4-AA2E-4161-B356-747331449584}" dt="2026-02-18T10:43:32.401" v="1832" actId="20577"/>
          <ac:spMkLst>
            <pc:docMk/>
            <pc:sldMk cId="2925486841" sldId="287"/>
            <ac:spMk id="2" creationId="{02AC97C8-2304-CC74-9F46-65A3A98A41CF}"/>
          </ac:spMkLst>
        </pc:spChg>
        <pc:spChg chg="mod">
          <ac:chgData name="Haslinger Fabian" userId="cdf8a651-5f22-44fb-9814-56de1b5a862a" providerId="ADAL" clId="{953A1AE4-AA2E-4161-B356-747331449584}" dt="2026-02-19T17:39:58.206" v="3007" actId="20577"/>
          <ac:spMkLst>
            <pc:docMk/>
            <pc:sldMk cId="2925486841" sldId="287"/>
            <ac:spMk id="3" creationId="{BA28DDA8-3BB0-5B3B-F82F-10E5FE3569C2}"/>
          </ac:spMkLst>
        </pc:spChg>
      </pc:sldChg>
      <pc:sldChg chg="modSp mod ord modShow">
        <pc:chgData name="Haslinger Fabian" userId="cdf8a651-5f22-44fb-9814-56de1b5a862a" providerId="ADAL" clId="{953A1AE4-AA2E-4161-B356-747331449584}" dt="2026-02-19T09:49:10.400" v="2810"/>
        <pc:sldMkLst>
          <pc:docMk/>
          <pc:sldMk cId="1446223506" sldId="288"/>
        </pc:sldMkLst>
        <pc:spChg chg="mod">
          <ac:chgData name="Haslinger Fabian" userId="cdf8a651-5f22-44fb-9814-56de1b5a862a" providerId="ADAL" clId="{953A1AE4-AA2E-4161-B356-747331449584}" dt="2026-02-17T09:56:37.376" v="545" actId="20577"/>
          <ac:spMkLst>
            <pc:docMk/>
            <pc:sldMk cId="1446223506" sldId="288"/>
            <ac:spMk id="2" creationId="{21E909D3-B990-53A6-B189-718F4B39116D}"/>
          </ac:spMkLst>
        </pc:spChg>
        <pc:spChg chg="mod">
          <ac:chgData name="Haslinger Fabian" userId="cdf8a651-5f22-44fb-9814-56de1b5a862a" providerId="ADAL" clId="{953A1AE4-AA2E-4161-B356-747331449584}" dt="2026-02-17T15:43:20.963" v="1689" actId="20577"/>
          <ac:spMkLst>
            <pc:docMk/>
            <pc:sldMk cId="1446223506" sldId="288"/>
            <ac:spMk id="3" creationId="{9CB8F060-B110-9DE5-E525-A3ADCEA2B42D}"/>
          </ac:spMkLst>
        </pc:spChg>
      </pc:sldChg>
      <pc:sldChg chg="addSp delSp modSp mod modTransition modShow">
        <pc:chgData name="Haslinger Fabian" userId="cdf8a651-5f22-44fb-9814-56de1b5a862a" providerId="ADAL" clId="{953A1AE4-AA2E-4161-B356-747331449584}" dt="2026-02-19T10:17:27.131" v="2839"/>
        <pc:sldMkLst>
          <pc:docMk/>
          <pc:sldMk cId="1520349139" sldId="289"/>
        </pc:sldMkLst>
        <pc:spChg chg="mod">
          <ac:chgData name="Haslinger Fabian" userId="cdf8a651-5f22-44fb-9814-56de1b5a862a" providerId="ADAL" clId="{953A1AE4-AA2E-4161-B356-747331449584}" dt="2026-02-18T11:06:15.796" v="2319" actId="20577"/>
          <ac:spMkLst>
            <pc:docMk/>
            <pc:sldMk cId="1520349139" sldId="289"/>
            <ac:spMk id="2" creationId="{1DECC48A-5ED1-4C4D-C68C-9D1F8BB08471}"/>
          </ac:spMkLst>
        </pc:spChg>
        <pc:spChg chg="mod">
          <ac:chgData name="Haslinger Fabian" userId="cdf8a651-5f22-44fb-9814-56de1b5a862a" providerId="ADAL" clId="{953A1AE4-AA2E-4161-B356-747331449584}" dt="2026-02-18T10:42:58.663" v="1739" actId="20577"/>
          <ac:spMkLst>
            <pc:docMk/>
            <pc:sldMk cId="1520349139" sldId="289"/>
            <ac:spMk id="5" creationId="{6808C740-DD6D-ADBC-B550-94AD15636C27}"/>
          </ac:spMkLst>
        </pc:spChg>
        <pc:spChg chg="add mod">
          <ac:chgData name="Haslinger Fabian" userId="cdf8a651-5f22-44fb-9814-56de1b5a862a" providerId="ADAL" clId="{953A1AE4-AA2E-4161-B356-747331449584}" dt="2026-02-18T10:46:56.060" v="2123" actId="20577"/>
          <ac:spMkLst>
            <pc:docMk/>
            <pc:sldMk cId="1520349139" sldId="289"/>
            <ac:spMk id="13" creationId="{3CE5867A-1EDB-3A8A-15F4-C28B94D908F0}"/>
          </ac:spMkLst>
        </pc:spChg>
        <pc:spChg chg="add mod">
          <ac:chgData name="Haslinger Fabian" userId="cdf8a651-5f22-44fb-9814-56de1b5a862a" providerId="ADAL" clId="{953A1AE4-AA2E-4161-B356-747331449584}" dt="2026-02-18T10:54:01.284" v="2263" actId="164"/>
          <ac:spMkLst>
            <pc:docMk/>
            <pc:sldMk cId="1520349139" sldId="289"/>
            <ac:spMk id="18" creationId="{EEBE4CA9-5020-70F9-6DC3-9443EDC51345}"/>
          </ac:spMkLst>
        </pc:spChg>
        <pc:spChg chg="add mod">
          <ac:chgData name="Haslinger Fabian" userId="cdf8a651-5f22-44fb-9814-56de1b5a862a" providerId="ADAL" clId="{953A1AE4-AA2E-4161-B356-747331449584}" dt="2026-02-18T10:54:01.284" v="2263" actId="164"/>
          <ac:spMkLst>
            <pc:docMk/>
            <pc:sldMk cId="1520349139" sldId="289"/>
            <ac:spMk id="20" creationId="{23A0179B-1F12-1700-03FE-0709D8E51160}"/>
          </ac:spMkLst>
        </pc:spChg>
        <pc:spChg chg="add mod">
          <ac:chgData name="Haslinger Fabian" userId="cdf8a651-5f22-44fb-9814-56de1b5a862a" providerId="ADAL" clId="{953A1AE4-AA2E-4161-B356-747331449584}" dt="2026-02-18T11:00:48.651" v="2303" actId="208"/>
          <ac:spMkLst>
            <pc:docMk/>
            <pc:sldMk cId="1520349139" sldId="289"/>
            <ac:spMk id="23" creationId="{0E8AE934-4F51-4309-50F2-E06876BCA554}"/>
          </ac:spMkLst>
        </pc:spChg>
        <pc:spChg chg="add mod">
          <ac:chgData name="Haslinger Fabian" userId="cdf8a651-5f22-44fb-9814-56de1b5a862a" providerId="ADAL" clId="{953A1AE4-AA2E-4161-B356-747331449584}" dt="2026-02-18T10:54:01.284" v="2263" actId="164"/>
          <ac:spMkLst>
            <pc:docMk/>
            <pc:sldMk cId="1520349139" sldId="289"/>
            <ac:spMk id="30" creationId="{8BE9307A-B45E-E535-7C49-D2293C2D872D}"/>
          </ac:spMkLst>
        </pc:spChg>
        <pc:spChg chg="mod">
          <ac:chgData name="Haslinger Fabian" userId="cdf8a651-5f22-44fb-9814-56de1b5a862a" providerId="ADAL" clId="{953A1AE4-AA2E-4161-B356-747331449584}" dt="2026-02-18T10:54:02.583" v="2264"/>
          <ac:spMkLst>
            <pc:docMk/>
            <pc:sldMk cId="1520349139" sldId="289"/>
            <ac:spMk id="33" creationId="{AD6B8FB7-F11F-ECC7-A33C-40F98091F1ED}"/>
          </ac:spMkLst>
        </pc:spChg>
        <pc:spChg chg="mod">
          <ac:chgData name="Haslinger Fabian" userId="cdf8a651-5f22-44fb-9814-56de1b5a862a" providerId="ADAL" clId="{953A1AE4-AA2E-4161-B356-747331449584}" dt="2026-02-18T10:54:25.462" v="2281" actId="1076"/>
          <ac:spMkLst>
            <pc:docMk/>
            <pc:sldMk cId="1520349139" sldId="289"/>
            <ac:spMk id="34" creationId="{E52495FF-D279-E087-6B99-D93BF061C755}"/>
          </ac:spMkLst>
        </pc:spChg>
        <pc:spChg chg="mod">
          <ac:chgData name="Haslinger Fabian" userId="cdf8a651-5f22-44fb-9814-56de1b5a862a" providerId="ADAL" clId="{953A1AE4-AA2E-4161-B356-747331449584}" dt="2026-02-18T11:00:51.728" v="2305" actId="208"/>
          <ac:spMkLst>
            <pc:docMk/>
            <pc:sldMk cId="1520349139" sldId="289"/>
            <ac:spMk id="36" creationId="{67502333-AE0F-B96D-8811-0C61DC2C8AB9}"/>
          </ac:spMkLst>
        </pc:spChg>
        <pc:spChg chg="add mod">
          <ac:chgData name="Haslinger Fabian" userId="cdf8a651-5f22-44fb-9814-56de1b5a862a" providerId="ADAL" clId="{953A1AE4-AA2E-4161-B356-747331449584}" dt="2026-02-18T11:00:54.871" v="2307" actId="208"/>
          <ac:spMkLst>
            <pc:docMk/>
            <pc:sldMk cId="1520349139" sldId="289"/>
            <ac:spMk id="45" creationId="{EB3F30B8-91AF-09CC-8B69-558429D503C8}"/>
          </ac:spMkLst>
        </pc:spChg>
        <pc:grpChg chg="add mod">
          <ac:chgData name="Haslinger Fabian" userId="cdf8a651-5f22-44fb-9814-56de1b5a862a" providerId="ADAL" clId="{953A1AE4-AA2E-4161-B356-747331449584}" dt="2026-02-18T10:54:01.284" v="2263" actId="164"/>
          <ac:grpSpMkLst>
            <pc:docMk/>
            <pc:sldMk cId="1520349139" sldId="289"/>
            <ac:grpSpMk id="31" creationId="{1CBF0F94-D18A-8286-6E10-0E34795CF610}"/>
          </ac:grpSpMkLst>
        </pc:grpChg>
        <pc:grpChg chg="add mod">
          <ac:chgData name="Haslinger Fabian" userId="cdf8a651-5f22-44fb-9814-56de1b5a862a" providerId="ADAL" clId="{953A1AE4-AA2E-4161-B356-747331449584}" dt="2026-02-18T10:54:08.358" v="2265" actId="1076"/>
          <ac:grpSpMkLst>
            <pc:docMk/>
            <pc:sldMk cId="1520349139" sldId="289"/>
            <ac:grpSpMk id="32" creationId="{B515F0BE-68D5-BD82-5C3F-349526460AF5}"/>
          </ac:grpSpMkLst>
        </pc:grpChg>
        <pc:picChg chg="add mod">
          <ac:chgData name="Haslinger Fabian" userId="cdf8a651-5f22-44fb-9814-56de1b5a862a" providerId="ADAL" clId="{953A1AE4-AA2E-4161-B356-747331449584}" dt="2026-02-18T10:54:01.284" v="2263" actId="164"/>
          <ac:picMkLst>
            <pc:docMk/>
            <pc:sldMk cId="1520349139" sldId="289"/>
            <ac:picMk id="22" creationId="{DB4DF5F3-A56F-6C28-999F-27077B73DDD3}"/>
          </ac:picMkLst>
        </pc:picChg>
        <pc:picChg chg="add mod">
          <ac:chgData name="Haslinger Fabian" userId="cdf8a651-5f22-44fb-9814-56de1b5a862a" providerId="ADAL" clId="{953A1AE4-AA2E-4161-B356-747331449584}" dt="2026-02-18T10:54:01.284" v="2263" actId="164"/>
          <ac:picMkLst>
            <pc:docMk/>
            <pc:sldMk cId="1520349139" sldId="289"/>
            <ac:picMk id="25" creationId="{962BD91E-05A2-7BC8-CD3A-8303831FA00F}"/>
          </ac:picMkLst>
        </pc:picChg>
        <pc:picChg chg="add mod">
          <ac:chgData name="Haslinger Fabian" userId="cdf8a651-5f22-44fb-9814-56de1b5a862a" providerId="ADAL" clId="{953A1AE4-AA2E-4161-B356-747331449584}" dt="2026-02-18T10:54:01.284" v="2263" actId="164"/>
          <ac:picMkLst>
            <pc:docMk/>
            <pc:sldMk cId="1520349139" sldId="289"/>
            <ac:picMk id="27" creationId="{F1D96869-7494-3AA6-82EA-80ED2CBF2374}"/>
          </ac:picMkLst>
        </pc:picChg>
        <pc:picChg chg="add mod modCrop">
          <ac:chgData name="Haslinger Fabian" userId="cdf8a651-5f22-44fb-9814-56de1b5a862a" providerId="ADAL" clId="{953A1AE4-AA2E-4161-B356-747331449584}" dt="2026-02-18T10:54:01.284" v="2263" actId="164"/>
          <ac:picMkLst>
            <pc:docMk/>
            <pc:sldMk cId="1520349139" sldId="289"/>
            <ac:picMk id="29" creationId="{011B072B-FE05-2041-157E-D2D185A7349E}"/>
          </ac:picMkLst>
        </pc:picChg>
        <pc:picChg chg="mod">
          <ac:chgData name="Haslinger Fabian" userId="cdf8a651-5f22-44fb-9814-56de1b5a862a" providerId="ADAL" clId="{953A1AE4-AA2E-4161-B356-747331449584}" dt="2026-02-18T10:54:02.583" v="2264"/>
          <ac:picMkLst>
            <pc:docMk/>
            <pc:sldMk cId="1520349139" sldId="289"/>
            <ac:picMk id="35" creationId="{525ADFDC-5D8B-B060-AD49-2D50670FF86A}"/>
          </ac:picMkLst>
        </pc:picChg>
        <pc:picChg chg="mod">
          <ac:chgData name="Haslinger Fabian" userId="cdf8a651-5f22-44fb-9814-56de1b5a862a" providerId="ADAL" clId="{953A1AE4-AA2E-4161-B356-747331449584}" dt="2026-02-18T10:54:02.583" v="2264"/>
          <ac:picMkLst>
            <pc:docMk/>
            <pc:sldMk cId="1520349139" sldId="289"/>
            <ac:picMk id="37" creationId="{71B04DC4-91F4-737C-AD08-F950F44B3057}"/>
          </ac:picMkLst>
        </pc:picChg>
        <pc:picChg chg="mod">
          <ac:chgData name="Haslinger Fabian" userId="cdf8a651-5f22-44fb-9814-56de1b5a862a" providerId="ADAL" clId="{953A1AE4-AA2E-4161-B356-747331449584}" dt="2026-02-18T10:54:02.583" v="2264"/>
          <ac:picMkLst>
            <pc:docMk/>
            <pc:sldMk cId="1520349139" sldId="289"/>
            <ac:picMk id="38" creationId="{05388D35-3208-F805-B407-C56E4DCA4CEA}"/>
          </ac:picMkLst>
        </pc:picChg>
        <pc:picChg chg="mod">
          <ac:chgData name="Haslinger Fabian" userId="cdf8a651-5f22-44fb-9814-56de1b5a862a" providerId="ADAL" clId="{953A1AE4-AA2E-4161-B356-747331449584}" dt="2026-02-18T10:54:02.583" v="2264"/>
          <ac:picMkLst>
            <pc:docMk/>
            <pc:sldMk cId="1520349139" sldId="289"/>
            <ac:picMk id="39" creationId="{864CADD9-EA27-2025-85ED-AEE550AD3741}"/>
          </ac:picMkLst>
        </pc:picChg>
        <pc:picChg chg="add mod">
          <ac:chgData name="Haslinger Fabian" userId="cdf8a651-5f22-44fb-9814-56de1b5a862a" providerId="ADAL" clId="{953A1AE4-AA2E-4161-B356-747331449584}" dt="2026-02-18T10:56:17.220" v="2297" actId="1076"/>
          <ac:picMkLst>
            <pc:docMk/>
            <pc:sldMk cId="1520349139" sldId="289"/>
            <ac:picMk id="42" creationId="{E9F357D7-9FCE-5C52-948F-AB3CC2159ED1}"/>
          </ac:picMkLst>
        </pc:picChg>
        <pc:picChg chg="add mod">
          <ac:chgData name="Haslinger Fabian" userId="cdf8a651-5f22-44fb-9814-56de1b5a862a" providerId="ADAL" clId="{953A1AE4-AA2E-4161-B356-747331449584}" dt="2026-02-18T10:56:23.869" v="2298" actId="1076"/>
          <ac:picMkLst>
            <pc:docMk/>
            <pc:sldMk cId="1520349139" sldId="289"/>
            <ac:picMk id="44" creationId="{2B14FC26-096F-F678-EE2E-9E84CDD6BC33}"/>
          </ac:picMkLst>
        </pc:picChg>
        <pc:picChg chg="add mod">
          <ac:chgData name="Haslinger Fabian" userId="cdf8a651-5f22-44fb-9814-56de1b5a862a" providerId="ADAL" clId="{953A1AE4-AA2E-4161-B356-747331449584}" dt="2026-02-18T10:56:30.135" v="2300" actId="1076"/>
          <ac:picMkLst>
            <pc:docMk/>
            <pc:sldMk cId="1520349139" sldId="289"/>
            <ac:picMk id="47" creationId="{FBDC3F0D-0320-8E0F-A8C1-7EFA7BC4BB44}"/>
          </ac:picMkLst>
        </pc:picChg>
      </pc:sldChg>
      <pc:sldChg chg="ord">
        <pc:chgData name="Haslinger Fabian" userId="cdf8a651-5f22-44fb-9814-56de1b5a862a" providerId="ADAL" clId="{953A1AE4-AA2E-4161-B356-747331449584}" dt="2026-02-19T09:49:31.540" v="2814"/>
        <pc:sldMkLst>
          <pc:docMk/>
          <pc:sldMk cId="528378736" sldId="292"/>
        </pc:sldMkLst>
      </pc:sldChg>
      <pc:sldChg chg="ord">
        <pc:chgData name="Haslinger Fabian" userId="cdf8a651-5f22-44fb-9814-56de1b5a862a" providerId="ADAL" clId="{953A1AE4-AA2E-4161-B356-747331449584}" dt="2026-02-19T09:49:20.909" v="2812"/>
        <pc:sldMkLst>
          <pc:docMk/>
          <pc:sldMk cId="3921468239" sldId="293"/>
        </pc:sldMkLst>
      </pc:sldChg>
      <pc:sldChg chg="addSp modSp add mod modTransition">
        <pc:chgData name="Haslinger Fabian" userId="cdf8a651-5f22-44fb-9814-56de1b5a862a" providerId="ADAL" clId="{953A1AE4-AA2E-4161-B356-747331449584}" dt="2026-02-19T10:17:01.507" v="2834"/>
        <pc:sldMkLst>
          <pc:docMk/>
          <pc:sldMk cId="3482118451" sldId="295"/>
        </pc:sldMkLst>
        <pc:spChg chg="add mod">
          <ac:chgData name="Haslinger Fabian" userId="cdf8a651-5f22-44fb-9814-56de1b5a862a" providerId="ADAL" clId="{953A1AE4-AA2E-4161-B356-747331449584}" dt="2026-02-17T10:57:28.613" v="1496" actId="1076"/>
          <ac:spMkLst>
            <pc:docMk/>
            <pc:sldMk cId="3482118451" sldId="295"/>
            <ac:spMk id="3" creationId="{ADAADEEB-2741-4187-2444-37FA2A903BF5}"/>
          </ac:spMkLst>
        </pc:spChg>
        <pc:spChg chg="mod">
          <ac:chgData name="Haslinger Fabian" userId="cdf8a651-5f22-44fb-9814-56de1b5a862a" providerId="ADAL" clId="{953A1AE4-AA2E-4161-B356-747331449584}" dt="2026-02-17T10:40:03.773" v="1052" actId="20577"/>
          <ac:spMkLst>
            <pc:docMk/>
            <pc:sldMk cId="3482118451" sldId="295"/>
            <ac:spMk id="5" creationId="{F81B2276-29B3-FAB8-B37C-672BEBF54D97}"/>
          </ac:spMkLst>
        </pc:spChg>
        <pc:spChg chg="mod">
          <ac:chgData name="Haslinger Fabian" userId="cdf8a651-5f22-44fb-9814-56de1b5a862a" providerId="ADAL" clId="{953A1AE4-AA2E-4161-B356-747331449584}" dt="2026-02-17T10:35:51.676" v="1041" actId="208"/>
          <ac:spMkLst>
            <pc:docMk/>
            <pc:sldMk cId="3482118451" sldId="295"/>
            <ac:spMk id="6" creationId="{95DB710B-3DDE-0A25-2C78-923F41D44D3F}"/>
          </ac:spMkLst>
        </pc:spChg>
        <pc:spChg chg="mod">
          <ac:chgData name="Haslinger Fabian" userId="cdf8a651-5f22-44fb-9814-56de1b5a862a" providerId="ADAL" clId="{953A1AE4-AA2E-4161-B356-747331449584}" dt="2026-02-17T10:35:57.386" v="1043" actId="208"/>
          <ac:spMkLst>
            <pc:docMk/>
            <pc:sldMk cId="3482118451" sldId="295"/>
            <ac:spMk id="7" creationId="{E12F6A0C-5294-86CC-CB42-90A3E97413F1}"/>
          </ac:spMkLst>
        </pc:spChg>
        <pc:spChg chg="mod">
          <ac:chgData name="Haslinger Fabian" userId="cdf8a651-5f22-44fb-9814-56de1b5a862a" providerId="ADAL" clId="{953A1AE4-AA2E-4161-B356-747331449584}" dt="2026-02-17T10:35:54.513" v="1042" actId="207"/>
          <ac:spMkLst>
            <pc:docMk/>
            <pc:sldMk cId="3482118451" sldId="295"/>
            <ac:spMk id="8" creationId="{422B9100-8445-39F2-123D-2BD2A4266630}"/>
          </ac:spMkLst>
        </pc:spChg>
        <pc:spChg chg="add mod">
          <ac:chgData name="Haslinger Fabian" userId="cdf8a651-5f22-44fb-9814-56de1b5a862a" providerId="ADAL" clId="{953A1AE4-AA2E-4161-B356-747331449584}" dt="2026-02-17T10:48:01.303" v="1335" actId="208"/>
          <ac:spMkLst>
            <pc:docMk/>
            <pc:sldMk cId="3482118451" sldId="295"/>
            <ac:spMk id="11" creationId="{9579E307-773B-AC3A-AD0C-33C3B8600445}"/>
          </ac:spMkLst>
        </pc:spChg>
        <pc:spChg chg="add mod">
          <ac:chgData name="Haslinger Fabian" userId="cdf8a651-5f22-44fb-9814-56de1b5a862a" providerId="ADAL" clId="{953A1AE4-AA2E-4161-B356-747331449584}" dt="2026-02-17T10:48:18.466" v="1337" actId="208"/>
          <ac:spMkLst>
            <pc:docMk/>
            <pc:sldMk cId="3482118451" sldId="295"/>
            <ac:spMk id="12" creationId="{5B3A0529-D6BC-258F-A423-9316BBCA77EE}"/>
          </ac:spMkLst>
        </pc:spChg>
        <pc:spChg chg="add mod">
          <ac:chgData name="Haslinger Fabian" userId="cdf8a651-5f22-44fb-9814-56de1b5a862a" providerId="ADAL" clId="{953A1AE4-AA2E-4161-B356-747331449584}" dt="2026-02-17T10:48:31.733" v="1339" actId="208"/>
          <ac:spMkLst>
            <pc:docMk/>
            <pc:sldMk cId="3482118451" sldId="295"/>
            <ac:spMk id="13" creationId="{36D96077-E4AC-52B1-9ABE-497C5E041771}"/>
          </ac:spMkLst>
        </pc:spChg>
        <pc:grpChg chg="mod">
          <ac:chgData name="Haslinger Fabian" userId="cdf8a651-5f22-44fb-9814-56de1b5a862a" providerId="ADAL" clId="{953A1AE4-AA2E-4161-B356-747331449584}" dt="2026-02-17T10:58:06.276" v="1497" actId="1076"/>
          <ac:grpSpMkLst>
            <pc:docMk/>
            <pc:sldMk cId="3482118451" sldId="295"/>
            <ac:grpSpMk id="14" creationId="{3FAA834D-02AF-2010-0C8A-FE13C741BA42}"/>
          </ac:grpSpMkLst>
        </pc:grpChg>
      </pc:sldChg>
      <pc:sldChg chg="addSp delSp modSp add mod modTransition">
        <pc:chgData name="Haslinger Fabian" userId="cdf8a651-5f22-44fb-9814-56de1b5a862a" providerId="ADAL" clId="{953A1AE4-AA2E-4161-B356-747331449584}" dt="2026-02-19T10:17:06.791" v="2836"/>
        <pc:sldMkLst>
          <pc:docMk/>
          <pc:sldMk cId="3400586888" sldId="296"/>
        </pc:sldMkLst>
        <pc:spChg chg="add mod">
          <ac:chgData name="Haslinger Fabian" userId="cdf8a651-5f22-44fb-9814-56de1b5a862a" providerId="ADAL" clId="{953A1AE4-AA2E-4161-B356-747331449584}" dt="2026-02-17T10:53:05.353" v="1484" actId="20577"/>
          <ac:spMkLst>
            <pc:docMk/>
            <pc:sldMk cId="3400586888" sldId="296"/>
            <ac:spMk id="3" creationId="{0B4044D4-681A-1421-FF85-2AA64C536C0C}"/>
          </ac:spMkLst>
        </pc:spChg>
        <pc:spChg chg="mod">
          <ac:chgData name="Haslinger Fabian" userId="cdf8a651-5f22-44fb-9814-56de1b5a862a" providerId="ADAL" clId="{953A1AE4-AA2E-4161-B356-747331449584}" dt="2026-02-17T10:40:16.508" v="1061" actId="20577"/>
          <ac:spMkLst>
            <pc:docMk/>
            <pc:sldMk cId="3400586888" sldId="296"/>
            <ac:spMk id="5" creationId="{3DC31E47-E430-9D15-1BCC-A7258BACF04D}"/>
          </ac:spMkLst>
        </pc:spChg>
        <pc:spChg chg="mod">
          <ac:chgData name="Haslinger Fabian" userId="cdf8a651-5f22-44fb-9814-56de1b5a862a" providerId="ADAL" clId="{953A1AE4-AA2E-4161-B356-747331449584}" dt="2026-02-17T10:52:51.457" v="1474" actId="14100"/>
          <ac:spMkLst>
            <pc:docMk/>
            <pc:sldMk cId="3400586888" sldId="296"/>
            <ac:spMk id="6" creationId="{D5FDAFA2-97F3-EBF8-39B9-0E732BE6A7A4}"/>
          </ac:spMkLst>
        </pc:spChg>
        <pc:spChg chg="mod">
          <ac:chgData name="Haslinger Fabian" userId="cdf8a651-5f22-44fb-9814-56de1b5a862a" providerId="ADAL" clId="{953A1AE4-AA2E-4161-B356-747331449584}" dt="2026-02-17T10:52:56.372" v="1476" actId="14100"/>
          <ac:spMkLst>
            <pc:docMk/>
            <pc:sldMk cId="3400586888" sldId="296"/>
            <ac:spMk id="7" creationId="{EE715DC3-08C0-C65E-8E8B-158E600E55BA}"/>
          </ac:spMkLst>
        </pc:spChg>
        <pc:spChg chg="mod">
          <ac:chgData name="Haslinger Fabian" userId="cdf8a651-5f22-44fb-9814-56de1b5a862a" providerId="ADAL" clId="{953A1AE4-AA2E-4161-B356-747331449584}" dt="2026-02-17T10:40:33.526" v="1065" actId="208"/>
          <ac:spMkLst>
            <pc:docMk/>
            <pc:sldMk cId="3400586888" sldId="296"/>
            <ac:spMk id="8" creationId="{38358723-7A67-1806-6D75-3370BF2E7E41}"/>
          </ac:spMkLst>
        </pc:spChg>
        <pc:spChg chg="mod">
          <ac:chgData name="Haslinger Fabian" userId="cdf8a651-5f22-44fb-9814-56de1b5a862a" providerId="ADAL" clId="{953A1AE4-AA2E-4161-B356-747331449584}" dt="2026-02-17T10:53:07.261" v="1492" actId="20577"/>
          <ac:spMkLst>
            <pc:docMk/>
            <pc:sldMk cId="3400586888" sldId="296"/>
            <ac:spMk id="9" creationId="{BE273948-0510-32D0-D69D-90B7D7DAA5EB}"/>
          </ac:spMkLst>
        </pc:spChg>
        <pc:spChg chg="mod">
          <ac:chgData name="Haslinger Fabian" userId="cdf8a651-5f22-44fb-9814-56de1b5a862a" providerId="ADAL" clId="{953A1AE4-AA2E-4161-B356-747331449584}" dt="2026-02-17T10:58:09.433" v="1498"/>
          <ac:spMkLst>
            <pc:docMk/>
            <pc:sldMk cId="3400586888" sldId="296"/>
            <ac:spMk id="16" creationId="{7265F88E-8BA3-3DC1-EB0D-0A3813C56D08}"/>
          </ac:spMkLst>
        </pc:spChg>
        <pc:spChg chg="mod">
          <ac:chgData name="Haslinger Fabian" userId="cdf8a651-5f22-44fb-9814-56de1b5a862a" providerId="ADAL" clId="{953A1AE4-AA2E-4161-B356-747331449584}" dt="2026-02-17T10:58:09.433" v="1498"/>
          <ac:spMkLst>
            <pc:docMk/>
            <pc:sldMk cId="3400586888" sldId="296"/>
            <ac:spMk id="17" creationId="{263A905A-56E0-9EF7-09F5-C9D8E206340F}"/>
          </ac:spMkLst>
        </pc:spChg>
        <pc:spChg chg="mod">
          <ac:chgData name="Haslinger Fabian" userId="cdf8a651-5f22-44fb-9814-56de1b5a862a" providerId="ADAL" clId="{953A1AE4-AA2E-4161-B356-747331449584}" dt="2026-02-17T10:58:09.433" v="1498"/>
          <ac:spMkLst>
            <pc:docMk/>
            <pc:sldMk cId="3400586888" sldId="296"/>
            <ac:spMk id="18" creationId="{B0A97092-E388-DD81-67B4-A812B2514089}"/>
          </ac:spMkLst>
        </pc:spChg>
        <pc:spChg chg="mod">
          <ac:chgData name="Haslinger Fabian" userId="cdf8a651-5f22-44fb-9814-56de1b5a862a" providerId="ADAL" clId="{953A1AE4-AA2E-4161-B356-747331449584}" dt="2026-02-17T10:58:09.433" v="1498"/>
          <ac:spMkLst>
            <pc:docMk/>
            <pc:sldMk cId="3400586888" sldId="296"/>
            <ac:spMk id="19" creationId="{65684E97-A1BA-098F-409D-AE4BDBAFE2A5}"/>
          </ac:spMkLst>
        </pc:spChg>
        <pc:grpChg chg="add mod">
          <ac:chgData name="Haslinger Fabian" userId="cdf8a651-5f22-44fb-9814-56de1b5a862a" providerId="ADAL" clId="{953A1AE4-AA2E-4161-B356-747331449584}" dt="2026-02-17T10:58:09.433" v="1498"/>
          <ac:grpSpMkLst>
            <pc:docMk/>
            <pc:sldMk cId="3400586888" sldId="296"/>
            <ac:grpSpMk id="15" creationId="{21D1E2E1-1926-0183-9DF6-FC2B2CEB75BF}"/>
          </ac:grpSpMkLst>
        </pc:grpChg>
      </pc:sldChg>
      <pc:sldChg chg="addSp delSp modSp add mod modTransition">
        <pc:chgData name="Haslinger Fabian" userId="cdf8a651-5f22-44fb-9814-56de1b5a862a" providerId="ADAL" clId="{953A1AE4-AA2E-4161-B356-747331449584}" dt="2026-02-19T10:17:09.259" v="2837"/>
        <pc:sldMkLst>
          <pc:docMk/>
          <pc:sldMk cId="3404846569" sldId="297"/>
        </pc:sldMkLst>
        <pc:spChg chg="mod">
          <ac:chgData name="Haslinger Fabian" userId="cdf8a651-5f22-44fb-9814-56de1b5a862a" providerId="ADAL" clId="{953A1AE4-AA2E-4161-B356-747331449584}" dt="2026-02-17T10:48:57.572" v="1349" actId="20577"/>
          <ac:spMkLst>
            <pc:docMk/>
            <pc:sldMk cId="3404846569" sldId="297"/>
            <ac:spMk id="5" creationId="{492DE06D-FBEC-9CB0-5B0A-00074E114E33}"/>
          </ac:spMkLst>
        </pc:spChg>
        <pc:spChg chg="mod">
          <ac:chgData name="Haslinger Fabian" userId="cdf8a651-5f22-44fb-9814-56de1b5a862a" providerId="ADAL" clId="{953A1AE4-AA2E-4161-B356-747331449584}" dt="2026-02-19T09:51:04.499" v="2823" actId="208"/>
          <ac:spMkLst>
            <pc:docMk/>
            <pc:sldMk cId="3404846569" sldId="297"/>
            <ac:spMk id="6" creationId="{FCF0A009-E7EC-54EA-8DF7-47582496048E}"/>
          </ac:spMkLst>
        </pc:spChg>
        <pc:spChg chg="mod">
          <ac:chgData name="Haslinger Fabian" userId="cdf8a651-5f22-44fb-9814-56de1b5a862a" providerId="ADAL" clId="{953A1AE4-AA2E-4161-B356-747331449584}" dt="2026-02-19T09:51:15.582" v="2829" actId="208"/>
          <ac:spMkLst>
            <pc:docMk/>
            <pc:sldMk cId="3404846569" sldId="297"/>
            <ac:spMk id="7" creationId="{0321BD11-EFEB-6806-1599-393EB3D4AEB0}"/>
          </ac:spMkLst>
        </pc:spChg>
        <pc:spChg chg="mod">
          <ac:chgData name="Haslinger Fabian" userId="cdf8a651-5f22-44fb-9814-56de1b5a862a" providerId="ADAL" clId="{953A1AE4-AA2E-4161-B356-747331449584}" dt="2026-02-19T09:51:12.251" v="2828" actId="208"/>
          <ac:spMkLst>
            <pc:docMk/>
            <pc:sldMk cId="3404846569" sldId="297"/>
            <ac:spMk id="8" creationId="{EFB38CD0-FAD2-201C-1C3B-0576BAA66C3A}"/>
          </ac:spMkLst>
        </pc:spChg>
        <pc:spChg chg="mod">
          <ac:chgData name="Haslinger Fabian" userId="cdf8a651-5f22-44fb-9814-56de1b5a862a" providerId="ADAL" clId="{953A1AE4-AA2E-4161-B356-747331449584}" dt="2026-02-17T10:51:45.862" v="1460" actId="1076"/>
          <ac:spMkLst>
            <pc:docMk/>
            <pc:sldMk cId="3404846569" sldId="297"/>
            <ac:spMk id="9" creationId="{626E81CE-EDC4-9565-3EAE-B39D428742E2}"/>
          </ac:spMkLst>
        </pc:spChg>
        <pc:spChg chg="add mod">
          <ac:chgData name="Haslinger Fabian" userId="cdf8a651-5f22-44fb-9814-56de1b5a862a" providerId="ADAL" clId="{953A1AE4-AA2E-4161-B356-747331449584}" dt="2026-02-17T10:52:22.089" v="1468" actId="207"/>
          <ac:spMkLst>
            <pc:docMk/>
            <pc:sldMk cId="3404846569" sldId="297"/>
            <ac:spMk id="10" creationId="{2CA0840A-0E1D-77BB-0AFD-64D34DB5FD82}"/>
          </ac:spMkLst>
        </pc:spChg>
        <pc:spChg chg="mod">
          <ac:chgData name="Haslinger Fabian" userId="cdf8a651-5f22-44fb-9814-56de1b5a862a" providerId="ADAL" clId="{953A1AE4-AA2E-4161-B356-747331449584}" dt="2026-02-17T10:58:10.762" v="1499"/>
          <ac:spMkLst>
            <pc:docMk/>
            <pc:sldMk cId="3404846569" sldId="297"/>
            <ac:spMk id="16" creationId="{1883FAAE-4244-5E0B-BBB4-0AB69A2FAB21}"/>
          </ac:spMkLst>
        </pc:spChg>
        <pc:spChg chg="mod">
          <ac:chgData name="Haslinger Fabian" userId="cdf8a651-5f22-44fb-9814-56de1b5a862a" providerId="ADAL" clId="{953A1AE4-AA2E-4161-B356-747331449584}" dt="2026-02-17T10:58:10.762" v="1499"/>
          <ac:spMkLst>
            <pc:docMk/>
            <pc:sldMk cId="3404846569" sldId="297"/>
            <ac:spMk id="17" creationId="{47E4E71B-8207-C742-FEA9-2254800E672C}"/>
          </ac:spMkLst>
        </pc:spChg>
        <pc:spChg chg="mod">
          <ac:chgData name="Haslinger Fabian" userId="cdf8a651-5f22-44fb-9814-56de1b5a862a" providerId="ADAL" clId="{953A1AE4-AA2E-4161-B356-747331449584}" dt="2026-02-17T10:58:10.762" v="1499"/>
          <ac:spMkLst>
            <pc:docMk/>
            <pc:sldMk cId="3404846569" sldId="297"/>
            <ac:spMk id="18" creationId="{D45535A9-C8C2-54A7-94C4-2B85F7831032}"/>
          </ac:spMkLst>
        </pc:spChg>
        <pc:spChg chg="mod">
          <ac:chgData name="Haslinger Fabian" userId="cdf8a651-5f22-44fb-9814-56de1b5a862a" providerId="ADAL" clId="{953A1AE4-AA2E-4161-B356-747331449584}" dt="2026-02-17T10:58:10.762" v="1499"/>
          <ac:spMkLst>
            <pc:docMk/>
            <pc:sldMk cId="3404846569" sldId="297"/>
            <ac:spMk id="19" creationId="{373B4427-D483-B43E-85F2-0F7D39A507C1}"/>
          </ac:spMkLst>
        </pc:spChg>
        <pc:grpChg chg="add mod">
          <ac:chgData name="Haslinger Fabian" userId="cdf8a651-5f22-44fb-9814-56de1b5a862a" providerId="ADAL" clId="{953A1AE4-AA2E-4161-B356-747331449584}" dt="2026-02-17T10:58:10.762" v="1499"/>
          <ac:grpSpMkLst>
            <pc:docMk/>
            <pc:sldMk cId="3404846569" sldId="297"/>
            <ac:grpSpMk id="15" creationId="{FB85E49D-DAB8-AD9C-9D3F-0BC97D88AD04}"/>
          </ac:grpSpMkLst>
        </pc:grpChg>
      </pc:sldChg>
      <pc:sldChg chg="add ord">
        <pc:chgData name="Haslinger Fabian" userId="cdf8a651-5f22-44fb-9814-56de1b5a862a" providerId="ADAL" clId="{953A1AE4-AA2E-4161-B356-747331449584}" dt="2026-02-19T09:48:36.694" v="2808"/>
        <pc:sldMkLst>
          <pc:docMk/>
          <pc:sldMk cId="3376771771" sldId="298"/>
        </pc:sldMkLst>
      </pc:sldChg>
      <pc:sldChg chg="addSp delSp modSp add mod modTransition">
        <pc:chgData name="Haslinger Fabian" userId="cdf8a651-5f22-44fb-9814-56de1b5a862a" providerId="ADAL" clId="{953A1AE4-AA2E-4161-B356-747331449584}" dt="2026-02-20T07:26:26.367" v="3061" actId="1076"/>
        <pc:sldMkLst>
          <pc:docMk/>
          <pc:sldMk cId="830517901" sldId="299"/>
        </pc:sldMkLst>
        <pc:spChg chg="mod">
          <ac:chgData name="Haslinger Fabian" userId="cdf8a651-5f22-44fb-9814-56de1b5a862a" providerId="ADAL" clId="{953A1AE4-AA2E-4161-B356-747331449584}" dt="2026-02-18T11:06:22.645" v="2328" actId="20577"/>
          <ac:spMkLst>
            <pc:docMk/>
            <pc:sldMk cId="830517901" sldId="299"/>
            <ac:spMk id="2" creationId="{7F51146B-A05C-9163-B0E9-8FB5111500BF}"/>
          </ac:spMkLst>
        </pc:spChg>
        <pc:spChg chg="add mod">
          <ac:chgData name="Haslinger Fabian" userId="cdf8a651-5f22-44fb-9814-56de1b5a862a" providerId="ADAL" clId="{953A1AE4-AA2E-4161-B356-747331449584}" dt="2026-02-20T07:21:57.919" v="3045" actId="1076"/>
          <ac:spMkLst>
            <pc:docMk/>
            <pc:sldMk cId="830517901" sldId="299"/>
            <ac:spMk id="3" creationId="{AF5AA6D0-DD63-45BF-80A4-7C71CE607DFF}"/>
          </ac:spMkLst>
        </pc:spChg>
        <pc:spChg chg="add del">
          <ac:chgData name="Haslinger Fabian" userId="cdf8a651-5f22-44fb-9814-56de1b5a862a" providerId="ADAL" clId="{953A1AE4-AA2E-4161-B356-747331449584}" dt="2026-02-20T07:23:46.459" v="3054" actId="478"/>
          <ac:spMkLst>
            <pc:docMk/>
            <pc:sldMk cId="830517901" sldId="299"/>
            <ac:spMk id="6" creationId="{800A2A27-F9E8-B1EC-1144-B8530CB2508B}"/>
          </ac:spMkLst>
        </pc:spChg>
        <pc:spChg chg="add mod">
          <ac:chgData name="Haslinger Fabian" userId="cdf8a651-5f22-44fb-9814-56de1b5a862a" providerId="ADAL" clId="{953A1AE4-AA2E-4161-B356-747331449584}" dt="2026-02-20T07:21:29.977" v="3042" actId="20577"/>
          <ac:spMkLst>
            <pc:docMk/>
            <pc:sldMk cId="830517901" sldId="299"/>
            <ac:spMk id="8" creationId="{E980FF9C-D4E4-A330-C66D-9FE00DBA0446}"/>
          </ac:spMkLst>
        </pc:spChg>
        <pc:picChg chg="add mod">
          <ac:chgData name="Haslinger Fabian" userId="cdf8a651-5f22-44fb-9814-56de1b5a862a" providerId="ADAL" clId="{953A1AE4-AA2E-4161-B356-747331449584}" dt="2026-02-20T07:26:26.367" v="3061" actId="1076"/>
          <ac:picMkLst>
            <pc:docMk/>
            <pc:sldMk cId="830517901" sldId="299"/>
            <ac:picMk id="7" creationId="{B1D6E2C3-B567-706D-0A5E-4082790E96D1}"/>
          </ac:picMkLst>
        </pc:picChg>
        <pc:picChg chg="add mod">
          <ac:chgData name="Haslinger Fabian" userId="cdf8a651-5f22-44fb-9814-56de1b5a862a" providerId="ADAL" clId="{953A1AE4-AA2E-4161-B356-747331449584}" dt="2026-02-20T07:26:22.475" v="3060" actId="1076"/>
          <ac:picMkLst>
            <pc:docMk/>
            <pc:sldMk cId="830517901" sldId="299"/>
            <ac:picMk id="10" creationId="{8CA19A1B-7696-BD73-B642-3CE097EDFA61}"/>
          </ac:picMkLst>
        </pc:picChg>
        <pc:picChg chg="add mod">
          <ac:chgData name="Haslinger Fabian" userId="cdf8a651-5f22-44fb-9814-56de1b5a862a" providerId="ADAL" clId="{953A1AE4-AA2E-4161-B356-747331449584}" dt="2026-02-20T07:23:38.919" v="3051" actId="14100"/>
          <ac:picMkLst>
            <pc:docMk/>
            <pc:sldMk cId="830517901" sldId="299"/>
            <ac:picMk id="1026" creationId="{AFDF8BF0-DF6A-A949-14F4-FE127F57C60D}"/>
          </ac:picMkLst>
        </pc:picChg>
      </pc:sldChg>
      <pc:sldChg chg="addSp delSp modSp add mod modTransition">
        <pc:chgData name="Haslinger Fabian" userId="cdf8a651-5f22-44fb-9814-56de1b5a862a" providerId="ADAL" clId="{953A1AE4-AA2E-4161-B356-747331449584}" dt="2026-02-19T10:17:32.444" v="2840"/>
        <pc:sldMkLst>
          <pc:docMk/>
          <pc:sldMk cId="1107920274" sldId="302"/>
        </pc:sldMkLst>
        <pc:spChg chg="add mod">
          <ac:chgData name="Haslinger Fabian" userId="cdf8a651-5f22-44fb-9814-56de1b5a862a" providerId="ADAL" clId="{953A1AE4-AA2E-4161-B356-747331449584}" dt="2026-02-19T07:41:54.095" v="2653" actId="1076"/>
          <ac:spMkLst>
            <pc:docMk/>
            <pc:sldMk cId="1107920274" sldId="302"/>
            <ac:spMk id="7" creationId="{58CA9FD1-2B24-89A2-B600-70A4DE413015}"/>
          </ac:spMkLst>
        </pc:spChg>
        <pc:spChg chg="del mod">
          <ac:chgData name="Haslinger Fabian" userId="cdf8a651-5f22-44fb-9814-56de1b5a862a" providerId="ADAL" clId="{953A1AE4-AA2E-4161-B356-747331449584}" dt="2026-02-19T07:23:37.714" v="2601"/>
          <ac:spMkLst>
            <pc:docMk/>
            <pc:sldMk cId="1107920274" sldId="302"/>
            <ac:spMk id="13" creationId="{8E6A90C8-B458-AD9F-B639-6D22605523C6}"/>
          </ac:spMkLst>
        </pc:spChg>
        <pc:spChg chg="del">
          <ac:chgData name="Haslinger Fabian" userId="cdf8a651-5f22-44fb-9814-56de1b5a862a" providerId="ADAL" clId="{953A1AE4-AA2E-4161-B356-747331449584}" dt="2026-02-19T07:23:33.244" v="2595" actId="478"/>
          <ac:spMkLst>
            <pc:docMk/>
            <pc:sldMk cId="1107920274" sldId="302"/>
            <ac:spMk id="45" creationId="{4EC99B38-B911-1017-339D-DDB8216A9E83}"/>
          </ac:spMkLst>
        </pc:spChg>
        <pc:grpChg chg="del">
          <ac:chgData name="Haslinger Fabian" userId="cdf8a651-5f22-44fb-9814-56de1b5a862a" providerId="ADAL" clId="{953A1AE4-AA2E-4161-B356-747331449584}" dt="2026-02-19T07:23:30.937" v="2593" actId="478"/>
          <ac:grpSpMkLst>
            <pc:docMk/>
            <pc:sldMk cId="1107920274" sldId="302"/>
            <ac:grpSpMk id="31" creationId="{330C799E-8FEA-11C6-4057-93985F6733EB}"/>
          </ac:grpSpMkLst>
        </pc:grpChg>
        <pc:grpChg chg="del">
          <ac:chgData name="Haslinger Fabian" userId="cdf8a651-5f22-44fb-9814-56de1b5a862a" providerId="ADAL" clId="{953A1AE4-AA2E-4161-B356-747331449584}" dt="2026-02-19T07:23:31.798" v="2594" actId="478"/>
          <ac:grpSpMkLst>
            <pc:docMk/>
            <pc:sldMk cId="1107920274" sldId="302"/>
            <ac:grpSpMk id="32" creationId="{7DC1ACB2-E23A-0BD4-47D7-3E5507D3ED8C}"/>
          </ac:grpSpMkLst>
        </pc:grpChg>
        <pc:picChg chg="add del mod modCrop">
          <ac:chgData name="Haslinger Fabian" userId="cdf8a651-5f22-44fb-9814-56de1b5a862a" providerId="ADAL" clId="{953A1AE4-AA2E-4161-B356-747331449584}" dt="2026-02-19T09:35:15.471" v="2774" actId="478"/>
          <ac:picMkLst>
            <pc:docMk/>
            <pc:sldMk cId="1107920274" sldId="302"/>
            <ac:picMk id="6" creationId="{DF01DF3B-B6B7-4989-17B0-1A7D11075C2F}"/>
          </ac:picMkLst>
        </pc:picChg>
        <pc:picChg chg="add del mod">
          <ac:chgData name="Haslinger Fabian" userId="cdf8a651-5f22-44fb-9814-56de1b5a862a" providerId="ADAL" clId="{953A1AE4-AA2E-4161-B356-747331449584}" dt="2026-02-19T09:39:09.039" v="2780" actId="478"/>
          <ac:picMkLst>
            <pc:docMk/>
            <pc:sldMk cId="1107920274" sldId="302"/>
            <ac:picMk id="9" creationId="{7153E747-B6A2-0E40-3139-6C04172ADB97}"/>
          </ac:picMkLst>
        </pc:picChg>
        <pc:picChg chg="add del mod">
          <ac:chgData name="Haslinger Fabian" userId="cdf8a651-5f22-44fb-9814-56de1b5a862a" providerId="ADAL" clId="{953A1AE4-AA2E-4161-B356-747331449584}" dt="2026-02-19T09:39:12.907" v="2785" actId="478"/>
          <ac:picMkLst>
            <pc:docMk/>
            <pc:sldMk cId="1107920274" sldId="302"/>
            <ac:picMk id="11" creationId="{768F9805-BE5C-1A59-64C7-21B357A02DD0}"/>
          </ac:picMkLst>
        </pc:picChg>
        <pc:picChg chg="add del mod">
          <ac:chgData name="Haslinger Fabian" userId="cdf8a651-5f22-44fb-9814-56de1b5a862a" providerId="ADAL" clId="{953A1AE4-AA2E-4161-B356-747331449584}" dt="2026-02-19T09:39:35.057" v="2790" actId="478"/>
          <ac:picMkLst>
            <pc:docMk/>
            <pc:sldMk cId="1107920274" sldId="302"/>
            <ac:picMk id="14" creationId="{87A78678-8246-0DEA-A32B-57208B1F7C36}"/>
          </ac:picMkLst>
        </pc:picChg>
        <pc:picChg chg="add mod">
          <ac:chgData name="Haslinger Fabian" userId="cdf8a651-5f22-44fb-9814-56de1b5a862a" providerId="ADAL" clId="{953A1AE4-AA2E-4161-B356-747331449584}" dt="2026-02-19T09:39:45.992" v="2794" actId="1076"/>
          <ac:picMkLst>
            <pc:docMk/>
            <pc:sldMk cId="1107920274" sldId="302"/>
            <ac:picMk id="16" creationId="{7791B433-9BDE-A8D6-1479-ED6E1F5D9336}"/>
          </ac:picMkLst>
        </pc:picChg>
        <pc:picChg chg="del">
          <ac:chgData name="Haslinger Fabian" userId="cdf8a651-5f22-44fb-9814-56de1b5a862a" providerId="ADAL" clId="{953A1AE4-AA2E-4161-B356-747331449584}" dt="2026-02-19T07:23:34.357" v="2598" actId="478"/>
          <ac:picMkLst>
            <pc:docMk/>
            <pc:sldMk cId="1107920274" sldId="302"/>
            <ac:picMk id="42" creationId="{FF9ADBD1-8258-328B-708A-95B104304076}"/>
          </ac:picMkLst>
        </pc:picChg>
        <pc:picChg chg="del">
          <ac:chgData name="Haslinger Fabian" userId="cdf8a651-5f22-44fb-9814-56de1b5a862a" providerId="ADAL" clId="{953A1AE4-AA2E-4161-B356-747331449584}" dt="2026-02-19T07:23:34.044" v="2597" actId="478"/>
          <ac:picMkLst>
            <pc:docMk/>
            <pc:sldMk cId="1107920274" sldId="302"/>
            <ac:picMk id="44" creationId="{98348957-ED7A-30D4-F31E-F5F0724BB5B5}"/>
          </ac:picMkLst>
        </pc:picChg>
        <pc:picChg chg="del">
          <ac:chgData name="Haslinger Fabian" userId="cdf8a651-5f22-44fb-9814-56de1b5a862a" providerId="ADAL" clId="{953A1AE4-AA2E-4161-B356-747331449584}" dt="2026-02-19T07:23:33.656" v="2596" actId="478"/>
          <ac:picMkLst>
            <pc:docMk/>
            <pc:sldMk cId="1107920274" sldId="302"/>
            <ac:picMk id="47" creationId="{845AC1E3-5F6A-5AF2-6167-B524F0318B81}"/>
          </ac:picMkLst>
        </pc:picChg>
      </pc:sldChg>
      <pc:sldChg chg="addSp delSp modSp add mod modTransition">
        <pc:chgData name="Haslinger Fabian" userId="cdf8a651-5f22-44fb-9814-56de1b5a862a" providerId="ADAL" clId="{953A1AE4-AA2E-4161-B356-747331449584}" dt="2026-02-19T10:17:40.445" v="2842"/>
        <pc:sldMkLst>
          <pc:docMk/>
          <pc:sldMk cId="4262321722" sldId="305"/>
        </pc:sldMkLst>
        <pc:spChg chg="del">
          <ac:chgData name="Haslinger Fabian" userId="cdf8a651-5f22-44fb-9814-56de1b5a862a" providerId="ADAL" clId="{953A1AE4-AA2E-4161-B356-747331449584}" dt="2026-02-19T07:42:21.734" v="2656" actId="478"/>
          <ac:spMkLst>
            <pc:docMk/>
            <pc:sldMk cId="4262321722" sldId="305"/>
            <ac:spMk id="3" creationId="{FC10B50F-FD2A-6788-D7B3-1A403AE8FA0D}"/>
          </ac:spMkLst>
        </pc:spChg>
        <pc:spChg chg="add del mod">
          <ac:chgData name="Haslinger Fabian" userId="cdf8a651-5f22-44fb-9814-56de1b5a862a" providerId="ADAL" clId="{953A1AE4-AA2E-4161-B356-747331449584}" dt="2026-02-19T07:42:59.092" v="2661" actId="478"/>
          <ac:spMkLst>
            <pc:docMk/>
            <pc:sldMk cId="4262321722" sldId="305"/>
            <ac:spMk id="6" creationId="{068AEB21-B4E1-5B6E-EE31-7088BC5A267D}"/>
          </ac:spMkLst>
        </pc:spChg>
        <pc:spChg chg="del">
          <ac:chgData name="Haslinger Fabian" userId="cdf8a651-5f22-44fb-9814-56de1b5a862a" providerId="ADAL" clId="{953A1AE4-AA2E-4161-B356-747331449584}" dt="2026-02-19T07:42:20.650" v="2655" actId="478"/>
          <ac:spMkLst>
            <pc:docMk/>
            <pc:sldMk cId="4262321722" sldId="305"/>
            <ac:spMk id="8" creationId="{43743835-86FF-A039-626C-BC17F1E8BE92}"/>
          </ac:spMkLst>
        </pc:spChg>
        <pc:spChg chg="add mod">
          <ac:chgData name="Haslinger Fabian" userId="cdf8a651-5f22-44fb-9814-56de1b5a862a" providerId="ADAL" clId="{953A1AE4-AA2E-4161-B356-747331449584}" dt="2026-02-19T07:49:39.150" v="2742" actId="20577"/>
          <ac:spMkLst>
            <pc:docMk/>
            <pc:sldMk cId="4262321722" sldId="305"/>
            <ac:spMk id="9" creationId="{7D095FEB-FCAE-EB49-AAE9-4BFF943BB729}"/>
          </ac:spMkLst>
        </pc:spChg>
        <pc:picChg chg="del">
          <ac:chgData name="Haslinger Fabian" userId="cdf8a651-5f22-44fb-9814-56de1b5a862a" providerId="ADAL" clId="{953A1AE4-AA2E-4161-B356-747331449584}" dt="2026-02-19T07:42:22.274" v="2657" actId="478"/>
          <ac:picMkLst>
            <pc:docMk/>
            <pc:sldMk cId="4262321722" sldId="305"/>
            <ac:picMk id="7" creationId="{5798BA75-88FB-3200-7C25-B522D21771D9}"/>
          </ac:picMkLst>
        </pc:picChg>
        <pc:picChg chg="add del mod">
          <ac:chgData name="Haslinger Fabian" userId="cdf8a651-5f22-44fb-9814-56de1b5a862a" providerId="ADAL" clId="{953A1AE4-AA2E-4161-B356-747331449584}" dt="2026-02-19T09:40:03.651" v="2796" actId="478"/>
          <ac:picMkLst>
            <pc:docMk/>
            <pc:sldMk cId="4262321722" sldId="305"/>
            <ac:picMk id="11" creationId="{F95ABD8C-EA40-0F33-E89A-5305E9538CBB}"/>
          </ac:picMkLst>
        </pc:picChg>
        <pc:picChg chg="add mod">
          <ac:chgData name="Haslinger Fabian" userId="cdf8a651-5f22-44fb-9814-56de1b5a862a" providerId="ADAL" clId="{953A1AE4-AA2E-4161-B356-747331449584}" dt="2026-02-19T09:44:06.682" v="2803" actId="1076"/>
          <ac:picMkLst>
            <pc:docMk/>
            <pc:sldMk cId="4262321722" sldId="305"/>
            <ac:picMk id="13" creationId="{69B9F573-946D-D1BC-399F-FD0A6C47C531}"/>
          </ac:picMkLst>
        </pc:picChg>
        <pc:picChg chg="del">
          <ac:chgData name="Haslinger Fabian" userId="cdf8a651-5f22-44fb-9814-56de1b5a862a" providerId="ADAL" clId="{953A1AE4-AA2E-4161-B356-747331449584}" dt="2026-02-19T07:42:22.938" v="2658" actId="478"/>
          <ac:picMkLst>
            <pc:docMk/>
            <pc:sldMk cId="4262321722" sldId="305"/>
            <ac:picMk id="1026" creationId="{38FA9B24-69E8-D5B8-093C-514F2EE8081B}"/>
          </ac:picMkLst>
        </pc:picChg>
      </pc:sldChg>
      <pc:sldChg chg="modTransition">
        <pc:chgData name="Haslinger Fabian" userId="cdf8a651-5f22-44fb-9814-56de1b5a862a" providerId="ADAL" clId="{953A1AE4-AA2E-4161-B356-747331449584}" dt="2026-02-19T10:17:53.731" v="2843"/>
        <pc:sldMkLst>
          <pc:docMk/>
          <pc:sldMk cId="1891948115" sldId="306"/>
        </pc:sldMkLst>
      </pc:sldChg>
      <pc:sldChg chg="modTransition">
        <pc:chgData name="Haslinger Fabian" userId="cdf8a651-5f22-44fb-9814-56de1b5a862a" providerId="ADAL" clId="{953A1AE4-AA2E-4161-B356-747331449584}" dt="2026-02-19T10:18:38.265" v="2844"/>
        <pc:sldMkLst>
          <pc:docMk/>
          <pc:sldMk cId="2987260620" sldId="308"/>
        </pc:sldMkLst>
      </pc:sldChg>
      <pc:sldChg chg="addSp delSp modSp add del mod">
        <pc:chgData name="Haslinger Fabian" userId="cdf8a651-5f22-44fb-9814-56de1b5a862a" providerId="ADAL" clId="{953A1AE4-AA2E-4161-B356-747331449584}" dt="2026-02-19T09:25:43.783" v="2764" actId="47"/>
        <pc:sldMkLst>
          <pc:docMk/>
          <pc:sldMk cId="4218549736" sldId="309"/>
        </pc:sldMkLst>
        <pc:spChg chg="add del">
          <ac:chgData name="Haslinger Fabian" userId="cdf8a651-5f22-44fb-9814-56de1b5a862a" providerId="ADAL" clId="{953A1AE4-AA2E-4161-B356-747331449584}" dt="2026-02-19T09:25:06.439" v="2760" actId="22"/>
          <ac:spMkLst>
            <pc:docMk/>
            <pc:sldMk cId="4218549736" sldId="309"/>
            <ac:spMk id="6" creationId="{A1D8D4D4-7FED-74DE-A97E-5DE9BC71DA18}"/>
          </ac:spMkLst>
        </pc:spChg>
        <pc:spChg chg="add del">
          <ac:chgData name="Haslinger Fabian" userId="cdf8a651-5f22-44fb-9814-56de1b5a862a" providerId="ADAL" clId="{953A1AE4-AA2E-4161-B356-747331449584}" dt="2026-02-19T09:25:16.922" v="2762" actId="478"/>
          <ac:spMkLst>
            <pc:docMk/>
            <pc:sldMk cId="4218549736" sldId="309"/>
            <ac:spMk id="8" creationId="{4B8C88A5-B1F0-75B0-4C53-7CCC302A7EE1}"/>
          </ac:spMkLst>
        </pc:spChg>
        <pc:picChg chg="del mod">
          <ac:chgData name="Haslinger Fabian" userId="cdf8a651-5f22-44fb-9814-56de1b5a862a" providerId="ADAL" clId="{953A1AE4-AA2E-4161-B356-747331449584}" dt="2026-02-19T09:25:03.305" v="2758" actId="478"/>
          <ac:picMkLst>
            <pc:docMk/>
            <pc:sldMk cId="4218549736" sldId="309"/>
            <ac:picMk id="11" creationId="{03C7EBA9-A147-8EFA-1957-4B9F1EEB7959}"/>
          </ac:picMkLst>
        </pc:picChg>
      </pc:sldChg>
      <pc:sldChg chg="addSp delSp modSp new mod modTransition">
        <pc:chgData name="Haslinger Fabian" userId="cdf8a651-5f22-44fb-9814-56de1b5a862a" providerId="ADAL" clId="{953A1AE4-AA2E-4161-B356-747331449584}" dt="2026-02-19T09:44:09.854" v="2806" actId="962"/>
        <pc:sldMkLst>
          <pc:docMk/>
          <pc:sldMk cId="2309627873" sldId="310"/>
        </pc:sldMkLst>
        <pc:spChg chg="del">
          <ac:chgData name="Haslinger Fabian" userId="cdf8a651-5f22-44fb-9814-56de1b5a862a" providerId="ADAL" clId="{953A1AE4-AA2E-4161-B356-747331449584}" dt="2026-02-19T09:25:51.912" v="2765" actId="478"/>
          <ac:spMkLst>
            <pc:docMk/>
            <pc:sldMk cId="2309627873" sldId="310"/>
            <ac:spMk id="2" creationId="{33CCB2E4-7125-5BD7-29C6-EBC2BCBB7861}"/>
          </ac:spMkLst>
        </pc:spChg>
        <pc:spChg chg="del">
          <ac:chgData name="Haslinger Fabian" userId="cdf8a651-5f22-44fb-9814-56de1b5a862a" providerId="ADAL" clId="{953A1AE4-AA2E-4161-B356-747331449584}" dt="2026-02-19T09:25:53.755" v="2766" actId="478"/>
          <ac:spMkLst>
            <pc:docMk/>
            <pc:sldMk cId="2309627873" sldId="310"/>
            <ac:spMk id="3" creationId="{EA734C75-64DF-B1CC-C8CB-811814A1F220}"/>
          </ac:spMkLst>
        </pc:spChg>
        <pc:picChg chg="add del mod ord modCrop">
          <ac:chgData name="Haslinger Fabian" userId="cdf8a651-5f22-44fb-9814-56de1b5a862a" providerId="ADAL" clId="{953A1AE4-AA2E-4161-B356-747331449584}" dt="2026-02-19T09:40:02.632" v="2795" actId="478"/>
          <ac:picMkLst>
            <pc:docMk/>
            <pc:sldMk cId="2309627873" sldId="310"/>
            <ac:picMk id="5" creationId="{217A18B4-66D1-9236-3B73-2AFCEC355FBA}"/>
          </ac:picMkLst>
        </pc:picChg>
        <pc:picChg chg="add mod">
          <ac:chgData name="Haslinger Fabian" userId="cdf8a651-5f22-44fb-9814-56de1b5a862a" providerId="ADAL" clId="{953A1AE4-AA2E-4161-B356-747331449584}" dt="2026-02-19T09:44:09.854" v="2806" actId="962"/>
          <ac:picMkLst>
            <pc:docMk/>
            <pc:sldMk cId="2309627873" sldId="310"/>
            <ac:picMk id="7" creationId="{B3EEBE57-5A86-D9CF-83BA-28DE7CE6C006}"/>
          </ac:picMkLst>
        </pc:picChg>
      </pc:sldChg>
      <pc:sldChg chg="modTransition">
        <pc:chgData name="Haslinger Fabian" userId="cdf8a651-5f22-44fb-9814-56de1b5a862a" providerId="ADAL" clId="{953A1AE4-AA2E-4161-B356-747331449584}" dt="2026-02-19T10:18:52.199" v="2845"/>
        <pc:sldMkLst>
          <pc:docMk/>
          <pc:sldMk cId="2779394515" sldId="311"/>
        </pc:sldMkLst>
      </pc:sldChg>
      <pc:sldChg chg="modTransition">
        <pc:chgData name="Haslinger Fabian" userId="cdf8a651-5f22-44fb-9814-56de1b5a862a" providerId="ADAL" clId="{953A1AE4-AA2E-4161-B356-747331449584}" dt="2026-02-19T10:18:56.370" v="2846"/>
        <pc:sldMkLst>
          <pc:docMk/>
          <pc:sldMk cId="4246919490" sldId="312"/>
        </pc:sldMkLst>
      </pc:sldChg>
      <pc:sldChg chg="modTransition">
        <pc:chgData name="Haslinger Fabian" userId="cdf8a651-5f22-44fb-9814-56de1b5a862a" providerId="ADAL" clId="{953A1AE4-AA2E-4161-B356-747331449584}" dt="2026-02-19T10:18:59.041" v="2847"/>
        <pc:sldMkLst>
          <pc:docMk/>
          <pc:sldMk cId="2683494062" sldId="313"/>
        </pc:sldMkLst>
      </pc:sldChg>
      <pc:sldChg chg="modSp add mod">
        <pc:chgData name="Haslinger Fabian" userId="cdf8a651-5f22-44fb-9814-56de1b5a862a" providerId="ADAL" clId="{953A1AE4-AA2E-4161-B356-747331449584}" dt="2026-02-19T17:46:42.940" v="3023" actId="20577"/>
        <pc:sldMkLst>
          <pc:docMk/>
          <pc:sldMk cId="4243944730" sldId="316"/>
        </pc:sldMkLst>
        <pc:spChg chg="mod">
          <ac:chgData name="Haslinger Fabian" userId="cdf8a651-5f22-44fb-9814-56de1b5a862a" providerId="ADAL" clId="{953A1AE4-AA2E-4161-B356-747331449584}" dt="2026-02-19T17:46:42.940" v="3023" actId="20577"/>
          <ac:spMkLst>
            <pc:docMk/>
            <pc:sldMk cId="4243944730" sldId="316"/>
            <ac:spMk id="3" creationId="{289C8273-A3F9-B2CB-73A1-FD742AD6DD57}"/>
          </ac:spMkLst>
        </pc:spChg>
      </pc:sldChg>
      <pc:sldChg chg="new del">
        <pc:chgData name="Haslinger Fabian" userId="cdf8a651-5f22-44fb-9814-56de1b5a862a" providerId="ADAL" clId="{953A1AE4-AA2E-4161-B356-747331449584}" dt="2026-02-19T18:21:51.609" v="3025" actId="680"/>
        <pc:sldMkLst>
          <pc:docMk/>
          <pc:sldMk cId="3628160206" sldId="317"/>
        </pc:sldMkLst>
      </pc:sldChg>
      <pc:sldMasterChg chg="modSldLayout">
        <pc:chgData name="Haslinger Fabian" userId="cdf8a651-5f22-44fb-9814-56de1b5a862a" providerId="ADAL" clId="{953A1AE4-AA2E-4161-B356-747331449584}" dt="2026-02-20T08:22:49.532" v="3063" actId="20577"/>
        <pc:sldMasterMkLst>
          <pc:docMk/>
          <pc:sldMasterMk cId="1898756402" sldId="2147483648"/>
        </pc:sldMasterMkLst>
        <pc:sldLayoutChg chg="modSp mod">
          <pc:chgData name="Haslinger Fabian" userId="cdf8a651-5f22-44fb-9814-56de1b5a862a" providerId="ADAL" clId="{953A1AE4-AA2E-4161-B356-747331449584}" dt="2026-02-20T08:22:49.532" v="3063" actId="20577"/>
          <pc:sldLayoutMkLst>
            <pc:docMk/>
            <pc:sldMasterMk cId="1898756402" sldId="2147483648"/>
            <pc:sldLayoutMk cId="1858754544" sldId="2147483649"/>
          </pc:sldLayoutMkLst>
          <pc:spChg chg="mod">
            <ac:chgData name="Haslinger Fabian" userId="cdf8a651-5f22-44fb-9814-56de1b5a862a" providerId="ADAL" clId="{953A1AE4-AA2E-4161-B356-747331449584}" dt="2026-02-20T08:22:49.532" v="3063" actId="20577"/>
            <ac:spMkLst>
              <pc:docMk/>
              <pc:sldMasterMk cId="1898756402" sldId="2147483648"/>
              <pc:sldLayoutMk cId="1858754544" sldId="2147483649"/>
              <ac:spMk id="2" creationId="{8026C7B1-A0B3-21F9-B07F-F89319A2CB55}"/>
            </ac:spMkLst>
          </pc:spChg>
        </pc:sldLayoutChg>
        <pc:sldLayoutChg chg="addSp modSp mod">
          <pc:chgData name="Haslinger Fabian" userId="cdf8a651-5f22-44fb-9814-56de1b5a862a" providerId="ADAL" clId="{953A1AE4-AA2E-4161-B356-747331449584}" dt="2026-02-19T17:42:32.298" v="3016" actId="20577"/>
          <pc:sldLayoutMkLst>
            <pc:docMk/>
            <pc:sldMasterMk cId="1898756402" sldId="2147483648"/>
            <pc:sldLayoutMk cId="2909859165" sldId="2147483650"/>
          </pc:sldLayoutMkLst>
          <pc:spChg chg="add mod">
            <ac:chgData name="Haslinger Fabian" userId="cdf8a651-5f22-44fb-9814-56de1b5a862a" providerId="ADAL" clId="{953A1AE4-AA2E-4161-B356-747331449584}" dt="2026-02-17T10:05:45.982" v="638" actId="122"/>
            <ac:spMkLst>
              <pc:docMk/>
              <pc:sldMasterMk cId="1898756402" sldId="2147483648"/>
              <pc:sldLayoutMk cId="2909859165" sldId="2147483650"/>
              <ac:spMk id="5" creationId="{D0286368-5CBF-6145-9E83-871C1A9308B9}"/>
            </ac:spMkLst>
          </pc:spChg>
          <pc:spChg chg="mod">
            <ac:chgData name="Haslinger Fabian" userId="cdf8a651-5f22-44fb-9814-56de1b5a862a" providerId="ADAL" clId="{953A1AE4-AA2E-4161-B356-747331449584}" dt="2026-02-19T17:42:32.298" v="3016" actId="20577"/>
            <ac:spMkLst>
              <pc:docMk/>
              <pc:sldMasterMk cId="1898756402" sldId="2147483648"/>
              <pc:sldLayoutMk cId="2909859165" sldId="2147483650"/>
              <ac:spMk id="11" creationId="{30A685BE-1C4F-C9C0-4591-63821D0E6CB1}"/>
            </ac:spMkLst>
          </pc:spChg>
          <pc:spChg chg="mod">
            <ac:chgData name="Haslinger Fabian" userId="cdf8a651-5f22-44fb-9814-56de1b5a862a" providerId="ADAL" clId="{953A1AE4-AA2E-4161-B356-747331449584}" dt="2026-02-17T10:04:41.669" v="628" actId="14100"/>
            <ac:spMkLst>
              <pc:docMk/>
              <pc:sldMasterMk cId="1898756402" sldId="2147483648"/>
              <pc:sldLayoutMk cId="2909859165" sldId="2147483650"/>
              <ac:spMk id="19" creationId="{D2F68423-5F3F-93C8-91D4-3F9A2BCA7713}"/>
            </ac:spMkLst>
          </pc:spChg>
        </pc:sldLayoutChg>
        <pc:sldLayoutChg chg="addSp delSp modSp mod">
          <pc:chgData name="Haslinger Fabian" userId="cdf8a651-5f22-44fb-9814-56de1b5a862a" providerId="ADAL" clId="{953A1AE4-AA2E-4161-B356-747331449584}" dt="2026-02-17T10:06:51.376" v="651" actId="20577"/>
          <pc:sldLayoutMkLst>
            <pc:docMk/>
            <pc:sldMasterMk cId="1898756402" sldId="2147483648"/>
            <pc:sldLayoutMk cId="713854291" sldId="2147483660"/>
          </pc:sldLayoutMkLst>
          <pc:spChg chg="add mod">
            <ac:chgData name="Haslinger Fabian" userId="cdf8a651-5f22-44fb-9814-56de1b5a862a" providerId="ADAL" clId="{953A1AE4-AA2E-4161-B356-747331449584}" dt="2026-02-17T10:06:01.335" v="639"/>
            <ac:spMkLst>
              <pc:docMk/>
              <pc:sldMasterMk cId="1898756402" sldId="2147483648"/>
              <pc:sldLayoutMk cId="713854291" sldId="2147483660"/>
              <ac:spMk id="5" creationId="{B7DA8D07-C00D-B804-7D5F-8D30F595A97B}"/>
            </ac:spMkLst>
          </pc:spChg>
          <pc:spChg chg="add mod">
            <ac:chgData name="Haslinger Fabian" userId="cdf8a651-5f22-44fb-9814-56de1b5a862a" providerId="ADAL" clId="{953A1AE4-AA2E-4161-B356-747331449584}" dt="2026-02-17T10:06:14.354" v="643"/>
            <ac:spMkLst>
              <pc:docMk/>
              <pc:sldMasterMk cId="1898756402" sldId="2147483648"/>
              <pc:sldLayoutMk cId="713854291" sldId="2147483660"/>
              <ac:spMk id="6" creationId="{E4717CF9-721B-AAFA-97D7-B88EB807E238}"/>
            </ac:spMkLst>
          </pc:spChg>
          <pc:spChg chg="mod">
            <ac:chgData name="Haslinger Fabian" userId="cdf8a651-5f22-44fb-9814-56de1b5a862a" providerId="ADAL" clId="{953A1AE4-AA2E-4161-B356-747331449584}" dt="2026-02-17T10:06:51.376" v="651" actId="20577"/>
            <ac:spMkLst>
              <pc:docMk/>
              <pc:sldMasterMk cId="1898756402" sldId="2147483648"/>
              <pc:sldLayoutMk cId="713854291" sldId="2147483660"/>
              <ac:spMk id="11" creationId="{30A685BE-1C4F-C9C0-4591-63821D0E6CB1}"/>
            </ac:spMkLst>
          </pc:spChg>
        </pc:sldLayoutChg>
        <pc:sldLayoutChg chg="addSp delSp modSp mod">
          <pc:chgData name="Haslinger Fabian" userId="cdf8a651-5f22-44fb-9814-56de1b5a862a" providerId="ADAL" clId="{953A1AE4-AA2E-4161-B356-747331449584}" dt="2026-02-17T10:06:54.347" v="653" actId="20577"/>
          <pc:sldLayoutMkLst>
            <pc:docMk/>
            <pc:sldMasterMk cId="1898756402" sldId="2147483648"/>
            <pc:sldLayoutMk cId="2956191740" sldId="2147483661"/>
          </pc:sldLayoutMkLst>
          <pc:spChg chg="add mod">
            <ac:chgData name="Haslinger Fabian" userId="cdf8a651-5f22-44fb-9814-56de1b5a862a" providerId="ADAL" clId="{953A1AE4-AA2E-4161-B356-747331449584}" dt="2026-02-17T10:06:03.733" v="640"/>
            <ac:spMkLst>
              <pc:docMk/>
              <pc:sldMasterMk cId="1898756402" sldId="2147483648"/>
              <pc:sldLayoutMk cId="2956191740" sldId="2147483661"/>
              <ac:spMk id="5" creationId="{489A3450-5C4B-5B62-53BE-38838F6D10A1}"/>
            </ac:spMkLst>
          </pc:spChg>
          <pc:spChg chg="add mod">
            <ac:chgData name="Haslinger Fabian" userId="cdf8a651-5f22-44fb-9814-56de1b5a862a" providerId="ADAL" clId="{953A1AE4-AA2E-4161-B356-747331449584}" dt="2026-02-17T10:06:19.482" v="645"/>
            <ac:spMkLst>
              <pc:docMk/>
              <pc:sldMasterMk cId="1898756402" sldId="2147483648"/>
              <pc:sldLayoutMk cId="2956191740" sldId="2147483661"/>
              <ac:spMk id="6" creationId="{02B6F13A-B464-ABA8-1CD3-4A6013E7DBA2}"/>
            </ac:spMkLst>
          </pc:spChg>
          <pc:spChg chg="mod">
            <ac:chgData name="Haslinger Fabian" userId="cdf8a651-5f22-44fb-9814-56de1b5a862a" providerId="ADAL" clId="{953A1AE4-AA2E-4161-B356-747331449584}" dt="2026-02-17T10:06:54.347" v="653" actId="20577"/>
            <ac:spMkLst>
              <pc:docMk/>
              <pc:sldMasterMk cId="1898756402" sldId="2147483648"/>
              <pc:sldLayoutMk cId="2956191740" sldId="2147483661"/>
              <ac:spMk id="11" creationId="{30A685BE-1C4F-C9C0-4591-63821D0E6CB1}"/>
            </ac:spMkLst>
          </pc:spChg>
        </pc:sldLayoutChg>
        <pc:sldLayoutChg chg="addSp delSp modSp mod">
          <pc:chgData name="Haslinger Fabian" userId="cdf8a651-5f22-44fb-9814-56de1b5a862a" providerId="ADAL" clId="{953A1AE4-AA2E-4161-B356-747331449584}" dt="2026-02-17T10:06:56.940" v="655" actId="20577"/>
          <pc:sldLayoutMkLst>
            <pc:docMk/>
            <pc:sldMasterMk cId="1898756402" sldId="2147483648"/>
            <pc:sldLayoutMk cId="3658281313" sldId="2147483662"/>
          </pc:sldLayoutMkLst>
          <pc:spChg chg="add mod">
            <ac:chgData name="Haslinger Fabian" userId="cdf8a651-5f22-44fb-9814-56de1b5a862a" providerId="ADAL" clId="{953A1AE4-AA2E-4161-B356-747331449584}" dt="2026-02-17T10:06:05.671" v="641"/>
            <ac:spMkLst>
              <pc:docMk/>
              <pc:sldMasterMk cId="1898756402" sldId="2147483648"/>
              <pc:sldLayoutMk cId="3658281313" sldId="2147483662"/>
              <ac:spMk id="5" creationId="{041F34EF-D2C2-F865-1DC4-1985D4026BBE}"/>
            </ac:spMkLst>
          </pc:spChg>
          <pc:spChg chg="add mod">
            <ac:chgData name="Haslinger Fabian" userId="cdf8a651-5f22-44fb-9814-56de1b5a862a" providerId="ADAL" clId="{953A1AE4-AA2E-4161-B356-747331449584}" dt="2026-02-17T10:06:24.331" v="647"/>
            <ac:spMkLst>
              <pc:docMk/>
              <pc:sldMasterMk cId="1898756402" sldId="2147483648"/>
              <pc:sldLayoutMk cId="3658281313" sldId="2147483662"/>
              <ac:spMk id="6" creationId="{8EE27EA3-CBA2-DF8D-CE53-76330E33F593}"/>
            </ac:spMkLst>
          </pc:spChg>
          <pc:spChg chg="mod">
            <ac:chgData name="Haslinger Fabian" userId="cdf8a651-5f22-44fb-9814-56de1b5a862a" providerId="ADAL" clId="{953A1AE4-AA2E-4161-B356-747331449584}" dt="2026-02-17T10:06:56.940" v="655" actId="20577"/>
            <ac:spMkLst>
              <pc:docMk/>
              <pc:sldMasterMk cId="1898756402" sldId="2147483648"/>
              <pc:sldLayoutMk cId="3658281313" sldId="2147483662"/>
              <ac:spMk id="11" creationId="{30A685BE-1C4F-C9C0-4591-63821D0E6CB1}"/>
            </ac:spMkLst>
          </pc:spChg>
        </pc:sldLayoutChg>
      </pc:sldMasterChg>
    </pc:docChg>
  </pc:docChgLst>
</pc:chgInfo>
</file>

<file path=ppt/comments/modernComment_12B_3180B28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462FD34-A2B7-46AC-8E93-D7D5276CD9BA}" authorId="{87F81B3D-8472-6EC2-2361-740B837B9D00}" created="2026-02-19T17:53:29.755">
    <pc:sldMkLst xmlns:pc="http://schemas.microsoft.com/office/powerpoint/2013/main/command">
      <pc:docMk/>
      <pc:sldMk cId="830517901" sldId="299"/>
    </pc:sldMkLst>
    <p188:txBody>
      <a:bodyPr/>
      <a:lstStyle/>
      <a:p>
        <a:r>
          <a:rPr lang="de-DE"/>
          <a:t>Touch Interaktion bei gifted charts unbrauchbar &amp; Buggy bei großen Datenmengen
Kann anwenderfehler gewesen sein, aber nach einiger Zeit aus Frust geswitched</a:t>
        </a:r>
      </a:p>
    </p188:txBody>
  </p188:cm>
  <p188:cm id="{00B7C17C-6644-4DAC-AD07-1C3795193046}" authorId="{87F81B3D-8472-6EC2-2361-740B837B9D00}" created="2026-02-19T17:57:11.270">
    <pc:sldMkLst xmlns:pc="http://schemas.microsoft.com/office/powerpoint/2013/main/command">
      <pc:docMk/>
      <pc:sldMk cId="830517901" sldId="299"/>
    </pc:sldMkLst>
    <p188:txBody>
      <a:bodyPr/>
      <a:lstStyle/>
      <a:p>
        <a:r>
          <a:rPr lang="de-DE"/>
          <a:t>Victory Installation schlimm wegen skia
Skia ist 2d grafik engine
--&gt; Funktiniert als zeichenbrett
- Skia braucht eigene Font
- Expo managed Workflow + skia = messy (versionen, build errors etc)</a:t>
        </a:r>
      </a:p>
    </p188:txBody>
  </p188:cm>
  <p188:cm id="{C088F52D-B76C-43B6-BE96-67282E0B62E3}" authorId="{87F81B3D-8472-6EC2-2361-740B837B9D00}" created="2026-02-19T17:58:01.768">
    <pc:sldMkLst xmlns:pc="http://schemas.microsoft.com/office/powerpoint/2013/main/command">
      <pc:docMk/>
      <pc:sldMk cId="830517901" sldId="299"/>
    </pc:sldMkLst>
    <p188:txBody>
      <a:bodyPr/>
      <a:lstStyle/>
      <a:p>
        <a:r>
          <a:rPr lang="de-DE"/>
          <a:t>Victory nutzt Skia wegen 
- Performance
-mehr Datenmengen</a:t>
        </a:r>
      </a:p>
    </p188:txBody>
  </p188:cm>
  <p188:cm id="{3225E27E-7003-4EFA-A68D-848876CE318A}" authorId="{87F81B3D-8472-6EC2-2361-740B837B9D00}" created="2026-02-19T17:58:40.623">
    <pc:sldMkLst xmlns:pc="http://schemas.microsoft.com/office/powerpoint/2013/main/command">
      <pc:docMk/>
      <pc:sldMk cId="830517901" sldId="299"/>
    </pc:sldMkLst>
    <p188:txBody>
      <a:bodyPr/>
      <a:lstStyle/>
      <a:p>
        <a:r>
          <a:rPr lang="de-DE"/>
          <a:t>Victory macht logik z.B. touch-events, Koordinaten etc
Skia rendert Punkte, Texte etc</a:t>
        </a:r>
      </a:p>
    </p188:txBody>
  </p188:cm>
</p188:cmLst>
</file>

<file path=ppt/comments/modernComment_12E_4209859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05D2F2A-AE16-43A4-9BE1-28B90D9F8013}" authorId="{87F81B3D-8472-6EC2-2361-740B837B9D00}" created="2026-02-19T17:45:17.510">
    <pc:sldMkLst xmlns:pc="http://schemas.microsoft.com/office/powerpoint/2013/main/command">
      <pc:docMk/>
      <pc:sldMk cId="1107920274" sldId="302"/>
    </pc:sldMkLst>
    <p188:txBody>
      <a:bodyPr/>
      <a:lstStyle/>
      <a:p>
        <a:r>
          <a:rPr lang="de-DE"/>
          <a:t>Clamp0 setzt negative Werte auf 0</a:t>
        </a:r>
      </a:p>
    </p188:txBody>
  </p188:cm>
  <p188:cm id="{43B875BE-7688-4204-B925-2A1B28CF5B13}" authorId="{87F81B3D-8472-6EC2-2361-740B837B9D00}" created="2026-02-19T17:46:50.133">
    <pc:sldMkLst xmlns:pc="http://schemas.microsoft.com/office/powerpoint/2013/main/command">
      <pc:docMk/>
      <pc:sldMk cId="1107920274" sldId="302"/>
    </pc:sldMkLst>
    <p188:txBody>
      <a:bodyPr/>
      <a:lstStyle/>
      <a:p>
        <a:r>
          <a:rPr lang="de-DE"/>
          <a:t>1. Haus kann nicht mehr aufnehmen als es braucht oder mehr als PV produziert</a:t>
        </a:r>
      </a:p>
    </p188:txBody>
  </p188:cm>
  <p188:cm id="{DB1FBBB8-6192-4340-AF1D-82FD8323F6B0}" authorId="{87F81B3D-8472-6EC2-2361-740B837B9D00}" created="2026-02-19T17:47:44.753">
    <pc:sldMkLst xmlns:pc="http://schemas.microsoft.com/office/powerpoint/2013/main/command">
      <pc:docMk/>
      <pc:sldMk cId="1107920274" sldId="302"/>
    </pc:sldMkLst>
    <p188:txBody>
      <a:bodyPr/>
      <a:lstStyle/>
      <a:p>
        <a:r>
          <a:rPr lang="de-DE"/>
          <a:t>3. Batterie kann nicht mehr sein als Laderate oder PV Leistung nach Abzug vom Haus</a:t>
        </a:r>
      </a:p>
    </p188:txBody>
  </p188:cm>
  <p188:cm id="{6564BA0D-3754-4733-921A-694598783FEC}" authorId="{87F81B3D-8472-6EC2-2361-740B837B9D00}" created="2026-02-19T17:50:10.827">
    <pc:sldMkLst xmlns:pc="http://schemas.microsoft.com/office/powerpoint/2013/main/command">
      <pc:docMk/>
      <pc:sldMk cId="1107920274" sldId="302"/>
    </pc:sldMkLst>
    <p188:txBody>
      <a:bodyPr/>
      <a:lstStyle/>
      <a:p>
        <a:r>
          <a:rPr lang="de-DE"/>
          <a:t>5. Einspeisung passiert nur mit Rest</a:t>
        </a:r>
      </a:p>
    </p188:txBody>
  </p188:cm>
  <p188:cm id="{E27412F9-DF33-45EF-A1A4-75D612C20711}" authorId="{87F81B3D-8472-6EC2-2361-740B837B9D00}" created="2026-02-19T17:50:34.976">
    <pc:sldMkLst xmlns:pc="http://schemas.microsoft.com/office/powerpoint/2013/main/command">
      <pc:docMk/>
      <pc:sldMk cId="1107920274" sldId="302"/>
    </pc:sldMkLst>
    <p188:txBody>
      <a:bodyPr/>
      <a:lstStyle/>
      <a:p>
        <a:r>
          <a:rPr lang="de-DE"/>
          <a:t>7. Wenn PV zu wenig --&gt; Bedarf übrig</a:t>
        </a:r>
      </a:p>
    </p188:txBody>
  </p188:cm>
  <p188:cm id="{60FE12C3-BE94-431E-AAB0-0B265B32EBF2}" authorId="{87F81B3D-8472-6EC2-2361-740B837B9D00}" created="2026-02-19T17:51:12.293">
    <pc:sldMkLst xmlns:pc="http://schemas.microsoft.com/office/powerpoint/2013/main/command">
      <pc:docMk/>
      <pc:sldMk cId="1107920274" sldId="302"/>
    </pc:sldMkLst>
    <p188:txBody>
      <a:bodyPr/>
      <a:lstStyle/>
      <a:p>
        <a:r>
          <a:rPr lang="de-DE"/>
          <a:t>8. Batterie kann nur so viel zum Haus beitragen wie sie entlädt</a:t>
        </a:r>
      </a:p>
    </p188:txBody>
  </p188:cm>
  <p188:cm id="{68EB1989-B4AF-43FC-851B-AF7498F8624F}" authorId="{87F81B3D-8472-6EC2-2361-740B837B9D00}" created="2026-02-19T17:51:33.981">
    <pc:sldMkLst xmlns:pc="http://schemas.microsoft.com/office/powerpoint/2013/main/command">
      <pc:docMk/>
      <pc:sldMk cId="1107920274" sldId="302"/>
    </pc:sldMkLst>
    <p188:txBody>
      <a:bodyPr/>
      <a:lstStyle/>
      <a:p>
        <a:r>
          <a:rPr lang="de-DE"/>
          <a:t>10. Letzer Ausweg</a:t>
        </a:r>
      </a:p>
    </p188:txBody>
  </p188:cm>
</p188:cmLst>
</file>

<file path=ppt/comments/modernComment_136_89AA1FE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2A5FBBE-8435-4DB4-B601-418502ED1BFB}" authorId="{87F81B3D-8472-6EC2-2361-740B837B9D00}" created="2026-02-19T18:23:01.334">
    <pc:sldMkLst xmlns:pc="http://schemas.microsoft.com/office/powerpoint/2013/main/command">
      <pc:docMk/>
      <pc:sldMk cId="2309627873" sldId="310"/>
    </pc:sldMkLst>
    <p188:txBody>
      <a:bodyPr/>
      <a:lstStyle/>
      <a:p>
        <a:r>
          <a:rPr lang="de-DE"/>
          <a:t>2. Neues Ergebnis Array</a:t>
        </a:r>
      </a:p>
    </p188:txBody>
  </p188:cm>
  <p188:cm id="{3936FA14-4200-4D18-9B00-94D8897CF7A4}" authorId="{87F81B3D-8472-6EC2-2361-740B837B9D00}" created="2026-02-19T18:23:14.570">
    <pc:sldMkLst xmlns:pc="http://schemas.microsoft.com/office/powerpoint/2013/main/command">
      <pc:docMk/>
      <pc:sldMk cId="2309627873" sldId="310"/>
    </pc:sldMkLst>
    <p188:txBody>
      <a:bodyPr/>
      <a:lstStyle/>
      <a:p>
        <a:r>
          <a:rPr lang="de-DE"/>
          <a:t>4. Durch alle Punkte durch iterieren</a:t>
        </a:r>
      </a:p>
    </p188:txBody>
  </p188:cm>
  <p188:cm id="{75B6D762-9842-42D3-8280-C8495B71C5A0}" authorId="{87F81B3D-8472-6EC2-2361-740B837B9D00}" created="2026-02-19T18:24:22.372">
    <pc:sldMkLst xmlns:pc="http://schemas.microsoft.com/office/powerpoint/2013/main/command">
      <pc:docMk/>
      <pc:sldMk cId="2309627873" sldId="310"/>
    </pc:sldMkLst>
    <p188:txBody>
      <a:bodyPr/>
      <a:lstStyle/>
      <a:p>
        <a:r>
          <a:rPr lang="de-DE"/>
          <a:t>6. Zeitstring aus Backend wird zu Date objekt</a:t>
        </a:r>
      </a:p>
    </p188:txBody>
  </p188:cm>
  <p188:cm id="{F6D74E28-1754-4D19-97E8-2D94B7CCAEDE}" authorId="{87F81B3D-8472-6EC2-2361-740B837B9D00}" created="2026-02-19T18:25:13.153">
    <pc:sldMkLst xmlns:pc="http://schemas.microsoft.com/office/powerpoint/2013/main/command">
      <pc:docMk/>
      <pc:sldMk cId="2309627873" sldId="310"/>
    </pc:sldMkLst>
    <p188:txBody>
      <a:bodyPr/>
      <a:lstStyle/>
      <a:p>
        <a:r>
          <a:rPr lang="de-DE"/>
          <a:t>8. Kern --&gt; Nur Datenpunkte zur vollen Stunde behalten</a:t>
        </a:r>
      </a:p>
    </p188:txBody>
  </p188:cm>
  <p188:cm id="{617D80D9-861B-4A9F-8094-A83F7ABA036C}" authorId="{87F81B3D-8472-6EC2-2361-740B837B9D00}" created="2026-02-19T18:25:41.749">
    <pc:sldMkLst xmlns:pc="http://schemas.microsoft.com/office/powerpoint/2013/main/command">
      <pc:docMk/>
      <pc:sldMk cId="2309627873" sldId="310"/>
    </pc:sldMkLst>
    <p188:txBody>
      <a:bodyPr/>
      <a:lstStyle/>
      <a:p>
        <a:r>
          <a:rPr lang="de-DE"/>
          <a:t>13. Falls genügend Punkte --&gt; zurückgeben</a:t>
        </a:r>
      </a:p>
    </p188:txBody>
  </p188:cm>
  <p188:cm id="{FBFF42DB-C125-4175-B083-337B935A9FCC}" authorId="{87F81B3D-8472-6EC2-2361-740B837B9D00}" created="2026-02-19T18:29:23.484">
    <pc:sldMkLst xmlns:pc="http://schemas.microsoft.com/office/powerpoint/2013/main/command">
      <pc:docMk/>
      <pc:sldMk cId="2309627873" sldId="310"/>
    </pc:sldMkLst>
    <p188:txBody>
      <a:bodyPr/>
      <a:lstStyle/>
      <a:p>
        <a:r>
          <a:rPr lang="de-DE"/>
          <a:t>17. Falls keine Zeiten zu vollen Stunden da sind, wird einfach jeder 4. Punkt genommen
- filter(): läuft über jedes element im array und führt eine funktion aus (Wenn True -&gt; behalten, Wenn false -&gt; weg)
- (element, index): mann kann auch (p,i) schreiben. _ ist nur ein Variablenname und bedeutet konventionell „Argument existiert, aber wird nicht benötigt“</a:t>
        </a:r>
      </a:p>
    </p188:txBody>
  </p188:cm>
</p188:cmLst>
</file>

<file path=ppt/comments/modernComment_137_A5AA31D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C659CDD-0547-405E-BDF9-B5A171869DC0}" authorId="{4D5EF99B-AC1E-9D9E-384B-450ABB1C7E87}" created="2026-02-19T10:15:06.571">
    <pc:sldMkLst xmlns:pc="http://schemas.microsoft.com/office/powerpoint/2013/main/command">
      <pc:docMk/>
      <pc:sldMk cId="2779394515" sldId="311"/>
    </pc:sldMkLst>
    <p188:txBody>
      <a:bodyPr/>
      <a:lstStyle/>
      <a:p>
        <a:r>
          <a:rPr lang="de-DE"/>
          <a:t>DS18B20 = digitaler 1-Wire Sensor
Kernel-Module müssen geladen werden -&gt; Aktivierung im Betriebssystem 
w1-gpio → GPIO Schnittstelle
w1-therm → Temperatursensor-Treiber
Ohne modprobe → Sensor wird nicht erkannt
Linux-Abfrage notwendig (läuft nur am Pi)</a:t>
        </a:r>
      </a:p>
    </p188:txBody>
  </p188:cm>
</p188:cmLst>
</file>

<file path=ppt/comments/modernComment_138_FD22D94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0088FCB-BACD-4C85-8741-587EFABC11D9}" authorId="{4D5EF99B-AC1E-9D9E-384B-450ABB1C7E87}" created="2026-02-19T10:15:48.532">
    <pc:sldMkLst xmlns:pc="http://schemas.microsoft.com/office/powerpoint/2013/main/command">
      <pc:docMk/>
      <pc:sldMk cId="4246919490" sldId="312"/>
    </pc:sldMkLst>
    <p188:txBody>
      <a:bodyPr/>
      <a:lstStyle/>
      <a:p>
        <a:r>
          <a:rPr lang="de-DE"/>
          <a:t>Linux bindet 1-Wire als Dateisystem ein
Jeder Sensor bekommt eigene ID (28-xxxx)
Keine API notwendig → Zugriff über Datei
Datei w1_slave enthält Rohdaten
Sehr einfache Integration in Python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99CB1C-1342-4247-86F8-A96E62D36BAF}" type="doc">
      <dgm:prSet loTypeId="urn:microsoft.com/office/officeart/2008/layout/VerticalCurvedLis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de-AT"/>
        </a:p>
      </dgm:t>
    </dgm:pt>
    <dgm:pt modelId="{3D3FC6DE-A64C-49B5-BC77-01FAB5036B43}">
      <dgm:prSet phldrT="[Text]"/>
      <dgm:spPr/>
      <dgm:t>
        <a:bodyPr/>
        <a:lstStyle/>
        <a:p>
          <a:r>
            <a:rPr lang="de-AT" b="1"/>
            <a:t>Projektübersicht</a:t>
          </a:r>
        </a:p>
      </dgm:t>
    </dgm:pt>
    <dgm:pt modelId="{8E1B4281-4E47-4084-951C-A0774173DD24}" type="parTrans" cxnId="{0F07F268-C284-4A9A-9325-97E1725191DE}">
      <dgm:prSet/>
      <dgm:spPr/>
      <dgm:t>
        <a:bodyPr/>
        <a:lstStyle/>
        <a:p>
          <a:endParaRPr lang="de-AT"/>
        </a:p>
      </dgm:t>
    </dgm:pt>
    <dgm:pt modelId="{30DE95BA-3C4E-4A54-877F-8BAB19314CA1}" type="sibTrans" cxnId="{0F07F268-C284-4A9A-9325-97E1725191DE}">
      <dgm:prSet/>
      <dgm:spPr/>
      <dgm:t>
        <a:bodyPr/>
        <a:lstStyle/>
        <a:p>
          <a:endParaRPr lang="de-AT"/>
        </a:p>
      </dgm:t>
    </dgm:pt>
    <dgm:pt modelId="{50F1B320-4AE0-4FDC-BBD9-06D538FB0AB2}">
      <dgm:prSet/>
      <dgm:spPr/>
      <dgm:t>
        <a:bodyPr/>
        <a:lstStyle/>
        <a:p>
          <a:r>
            <a:rPr lang="de-DE" b="1"/>
            <a:t>Weitere Schritte bis zur Fertigstellung</a:t>
          </a:r>
        </a:p>
      </dgm:t>
    </dgm:pt>
    <dgm:pt modelId="{9512C6AF-BDDC-4694-B6FE-B6C9FA67FED8}" type="parTrans" cxnId="{9E98E2C0-B8C6-4540-8819-9A8B0AF02023}">
      <dgm:prSet/>
      <dgm:spPr/>
      <dgm:t>
        <a:bodyPr/>
        <a:lstStyle/>
        <a:p>
          <a:endParaRPr lang="de-AT"/>
        </a:p>
      </dgm:t>
    </dgm:pt>
    <dgm:pt modelId="{B7B884DA-336B-40B4-85C5-5B0829E34EE5}" type="sibTrans" cxnId="{9E98E2C0-B8C6-4540-8819-9A8B0AF02023}">
      <dgm:prSet/>
      <dgm:spPr/>
      <dgm:t>
        <a:bodyPr/>
        <a:lstStyle/>
        <a:p>
          <a:endParaRPr lang="de-AT"/>
        </a:p>
      </dgm:t>
    </dgm:pt>
    <dgm:pt modelId="{29B5FACA-DED1-4C89-90D3-890550D49735}">
      <dgm:prSet/>
      <dgm:spPr/>
      <dgm:t>
        <a:bodyPr/>
        <a:lstStyle/>
        <a:p>
          <a:r>
            <a:rPr lang="de-DE" b="1"/>
            <a:t>Gesamtarchitektur</a:t>
          </a:r>
        </a:p>
      </dgm:t>
    </dgm:pt>
    <dgm:pt modelId="{ED0DF4F8-77F2-4B83-BE87-CF085C7EB3D6}" type="parTrans" cxnId="{604861F1-384D-43EC-B0D3-B5F752953D7E}">
      <dgm:prSet/>
      <dgm:spPr/>
      <dgm:t>
        <a:bodyPr/>
        <a:lstStyle/>
        <a:p>
          <a:endParaRPr lang="de-AT"/>
        </a:p>
      </dgm:t>
    </dgm:pt>
    <dgm:pt modelId="{B4F0F560-E1EC-420A-BEED-64BD683C793F}" type="sibTrans" cxnId="{604861F1-384D-43EC-B0D3-B5F752953D7E}">
      <dgm:prSet/>
      <dgm:spPr/>
      <dgm:t>
        <a:bodyPr/>
        <a:lstStyle/>
        <a:p>
          <a:endParaRPr lang="de-AT"/>
        </a:p>
      </dgm:t>
    </dgm:pt>
    <dgm:pt modelId="{77B5D20E-0A80-4EF8-AC6A-F31026E0BD46}">
      <dgm:prSet phldrT="[Text]"/>
      <dgm:spPr/>
      <dgm:t>
        <a:bodyPr/>
        <a:lstStyle/>
        <a:p>
          <a:r>
            <a:rPr lang="de-AT" b="1"/>
            <a:t>Geplantes Systemkonzept</a:t>
          </a:r>
        </a:p>
      </dgm:t>
    </dgm:pt>
    <dgm:pt modelId="{970CC0D3-0534-467B-90A7-A103512D668E}" type="parTrans" cxnId="{283D977D-281D-4AC1-8207-136FA67045E5}">
      <dgm:prSet/>
      <dgm:spPr/>
      <dgm:t>
        <a:bodyPr/>
        <a:lstStyle/>
        <a:p>
          <a:endParaRPr lang="de-AT"/>
        </a:p>
      </dgm:t>
    </dgm:pt>
    <dgm:pt modelId="{A0085830-F240-46E6-B702-B28D1C78B8A1}" type="sibTrans" cxnId="{283D977D-281D-4AC1-8207-136FA67045E5}">
      <dgm:prSet/>
      <dgm:spPr/>
      <dgm:t>
        <a:bodyPr/>
        <a:lstStyle/>
        <a:p>
          <a:endParaRPr lang="de-AT"/>
        </a:p>
      </dgm:t>
    </dgm:pt>
    <dgm:pt modelId="{622961FD-971F-481C-BBDD-00A187B3E2C3}">
      <dgm:prSet phldrT="[Text]"/>
      <dgm:spPr/>
      <dgm:t>
        <a:bodyPr/>
        <a:lstStyle/>
        <a:p>
          <a:r>
            <a:rPr lang="de-AT" b="1"/>
            <a:t>Technische Umsetzung</a:t>
          </a:r>
        </a:p>
      </dgm:t>
    </dgm:pt>
    <dgm:pt modelId="{2D6BEFCF-2F21-440F-927B-B204BBD9EBE2}" type="parTrans" cxnId="{955F73E8-4825-4F26-9C0A-4FB859203630}">
      <dgm:prSet/>
      <dgm:spPr/>
      <dgm:t>
        <a:bodyPr/>
        <a:lstStyle/>
        <a:p>
          <a:endParaRPr lang="de-AT"/>
        </a:p>
      </dgm:t>
    </dgm:pt>
    <dgm:pt modelId="{9402C69B-56DE-475B-B9B8-B96B7BE53473}" type="sibTrans" cxnId="{955F73E8-4825-4F26-9C0A-4FB859203630}">
      <dgm:prSet/>
      <dgm:spPr/>
      <dgm:t>
        <a:bodyPr/>
        <a:lstStyle/>
        <a:p>
          <a:endParaRPr lang="de-AT"/>
        </a:p>
      </dgm:t>
    </dgm:pt>
    <dgm:pt modelId="{2639A5F6-267C-46C7-BB7E-B3403F36E47C}">
      <dgm:prSet phldrT="[Text]"/>
      <dgm:spPr/>
      <dgm:t>
        <a:bodyPr/>
        <a:lstStyle/>
        <a:p>
          <a:r>
            <a:rPr lang="de-AT" b="1"/>
            <a:t>Product Demo</a:t>
          </a:r>
        </a:p>
      </dgm:t>
    </dgm:pt>
    <dgm:pt modelId="{3B58A952-7244-4EAE-B742-E4A90F03E3A1}" type="parTrans" cxnId="{B79D9FE1-5165-4DA5-A938-A4D8AEFA8E06}">
      <dgm:prSet/>
      <dgm:spPr/>
      <dgm:t>
        <a:bodyPr/>
        <a:lstStyle/>
        <a:p>
          <a:endParaRPr lang="de-AT"/>
        </a:p>
      </dgm:t>
    </dgm:pt>
    <dgm:pt modelId="{3B7A053A-D268-4AD9-BA17-0F80B0CBB86E}" type="sibTrans" cxnId="{B79D9FE1-5165-4DA5-A938-A4D8AEFA8E06}">
      <dgm:prSet/>
      <dgm:spPr/>
      <dgm:t>
        <a:bodyPr/>
        <a:lstStyle/>
        <a:p>
          <a:endParaRPr lang="de-AT"/>
        </a:p>
      </dgm:t>
    </dgm:pt>
    <dgm:pt modelId="{6E3926D7-88D7-413C-AE41-B7DDDF849B03}">
      <dgm:prSet/>
      <dgm:spPr/>
      <dgm:t>
        <a:bodyPr/>
        <a:lstStyle/>
        <a:p>
          <a:r>
            <a:rPr lang="de-DE" b="1"/>
            <a:t>Zeitplan</a:t>
          </a:r>
        </a:p>
      </dgm:t>
    </dgm:pt>
    <dgm:pt modelId="{A24F3724-41FA-499A-97F3-6E41A307D57B}" type="parTrans" cxnId="{0D451DB9-29AD-4D56-8DAD-7B88D10C9839}">
      <dgm:prSet/>
      <dgm:spPr/>
      <dgm:t>
        <a:bodyPr/>
        <a:lstStyle/>
        <a:p>
          <a:endParaRPr lang="de-AT"/>
        </a:p>
      </dgm:t>
    </dgm:pt>
    <dgm:pt modelId="{94F8552D-DB5F-4AA2-AD68-22C296AF7C01}" type="sibTrans" cxnId="{0D451DB9-29AD-4D56-8DAD-7B88D10C9839}">
      <dgm:prSet/>
      <dgm:spPr/>
      <dgm:t>
        <a:bodyPr/>
        <a:lstStyle/>
        <a:p>
          <a:endParaRPr lang="de-AT"/>
        </a:p>
      </dgm:t>
    </dgm:pt>
    <dgm:pt modelId="{C01C5F0E-3FBF-48A0-ABC8-A229DE50FB77}" type="pres">
      <dgm:prSet presAssocID="{E999CB1C-1342-4247-86F8-A96E62D36BAF}" presName="Name0" presStyleCnt="0">
        <dgm:presLayoutVars>
          <dgm:chMax val="7"/>
          <dgm:chPref val="7"/>
          <dgm:dir/>
        </dgm:presLayoutVars>
      </dgm:prSet>
      <dgm:spPr/>
    </dgm:pt>
    <dgm:pt modelId="{DC61404F-777E-4B6A-987A-0C5E56D47620}" type="pres">
      <dgm:prSet presAssocID="{E999CB1C-1342-4247-86F8-A96E62D36BAF}" presName="Name1" presStyleCnt="0"/>
      <dgm:spPr/>
    </dgm:pt>
    <dgm:pt modelId="{0EC080C9-DCE4-4121-A3BE-FE64DCCA2043}" type="pres">
      <dgm:prSet presAssocID="{E999CB1C-1342-4247-86F8-A96E62D36BAF}" presName="cycle" presStyleCnt="0"/>
      <dgm:spPr/>
    </dgm:pt>
    <dgm:pt modelId="{FA40ED59-1270-4D1D-AA94-0027BA8C352D}" type="pres">
      <dgm:prSet presAssocID="{E999CB1C-1342-4247-86F8-A96E62D36BAF}" presName="srcNode" presStyleLbl="node1" presStyleIdx="0" presStyleCnt="7"/>
      <dgm:spPr/>
    </dgm:pt>
    <dgm:pt modelId="{9DCADE88-BB98-44E4-A5BA-9942CFC463C5}" type="pres">
      <dgm:prSet presAssocID="{E999CB1C-1342-4247-86F8-A96E62D36BAF}" presName="conn" presStyleLbl="parChTrans1D2" presStyleIdx="0" presStyleCnt="1"/>
      <dgm:spPr/>
    </dgm:pt>
    <dgm:pt modelId="{8B71197B-1130-4A7E-982C-479814A86924}" type="pres">
      <dgm:prSet presAssocID="{E999CB1C-1342-4247-86F8-A96E62D36BAF}" presName="extraNode" presStyleLbl="node1" presStyleIdx="0" presStyleCnt="7"/>
      <dgm:spPr/>
    </dgm:pt>
    <dgm:pt modelId="{440A2656-1ABA-426F-8E22-BFD84141B92C}" type="pres">
      <dgm:prSet presAssocID="{E999CB1C-1342-4247-86F8-A96E62D36BAF}" presName="dstNode" presStyleLbl="node1" presStyleIdx="0" presStyleCnt="7"/>
      <dgm:spPr/>
    </dgm:pt>
    <dgm:pt modelId="{1A573DA1-92EF-44CD-B43D-EDC3B3677C06}" type="pres">
      <dgm:prSet presAssocID="{3D3FC6DE-A64C-49B5-BC77-01FAB5036B43}" presName="text_1" presStyleLbl="node1" presStyleIdx="0" presStyleCnt="7">
        <dgm:presLayoutVars>
          <dgm:bulletEnabled val="1"/>
        </dgm:presLayoutVars>
      </dgm:prSet>
      <dgm:spPr/>
    </dgm:pt>
    <dgm:pt modelId="{38F394C4-0E43-440A-8F67-0442F7829B26}" type="pres">
      <dgm:prSet presAssocID="{3D3FC6DE-A64C-49B5-BC77-01FAB5036B43}" presName="accent_1" presStyleCnt="0"/>
      <dgm:spPr/>
    </dgm:pt>
    <dgm:pt modelId="{6224E7DA-BCBF-4EF7-A63D-C8507C1CFBEC}" type="pres">
      <dgm:prSet presAssocID="{3D3FC6DE-A64C-49B5-BC77-01FAB5036B43}" presName="accentRepeatNode" presStyleLbl="solidFgAcc1" presStyleIdx="0" presStyleCnt="7"/>
      <dgm:spPr/>
    </dgm:pt>
    <dgm:pt modelId="{936E6341-E6E7-406A-B4E2-E8A783BE6728}" type="pres">
      <dgm:prSet presAssocID="{2639A5F6-267C-46C7-BB7E-B3403F36E47C}" presName="text_2" presStyleLbl="node1" presStyleIdx="1" presStyleCnt="7">
        <dgm:presLayoutVars>
          <dgm:bulletEnabled val="1"/>
        </dgm:presLayoutVars>
      </dgm:prSet>
      <dgm:spPr/>
    </dgm:pt>
    <dgm:pt modelId="{894037EE-1CB2-4007-AFE3-0A28B2AEE0FC}" type="pres">
      <dgm:prSet presAssocID="{2639A5F6-267C-46C7-BB7E-B3403F36E47C}" presName="accent_2" presStyleCnt="0"/>
      <dgm:spPr/>
    </dgm:pt>
    <dgm:pt modelId="{8371210A-F2A6-45DF-B29E-B6F9421C6B06}" type="pres">
      <dgm:prSet presAssocID="{2639A5F6-267C-46C7-BB7E-B3403F36E47C}" presName="accentRepeatNode" presStyleLbl="solidFgAcc1" presStyleIdx="1" presStyleCnt="7"/>
      <dgm:spPr/>
    </dgm:pt>
    <dgm:pt modelId="{7B0DDE7F-8468-46DD-91A5-C200737F7F24}" type="pres">
      <dgm:prSet presAssocID="{29B5FACA-DED1-4C89-90D3-890550D49735}" presName="text_3" presStyleLbl="node1" presStyleIdx="2" presStyleCnt="7">
        <dgm:presLayoutVars>
          <dgm:bulletEnabled val="1"/>
        </dgm:presLayoutVars>
      </dgm:prSet>
      <dgm:spPr/>
    </dgm:pt>
    <dgm:pt modelId="{5F9E4F30-76F8-4065-88C4-876CC76DDF34}" type="pres">
      <dgm:prSet presAssocID="{29B5FACA-DED1-4C89-90D3-890550D49735}" presName="accent_3" presStyleCnt="0"/>
      <dgm:spPr/>
    </dgm:pt>
    <dgm:pt modelId="{4B4F1D19-9B4F-4FD0-A2F9-893968FC6087}" type="pres">
      <dgm:prSet presAssocID="{29B5FACA-DED1-4C89-90D3-890550D49735}" presName="accentRepeatNode" presStyleLbl="solidFgAcc1" presStyleIdx="2" presStyleCnt="7"/>
      <dgm:spPr/>
    </dgm:pt>
    <dgm:pt modelId="{F799DDDF-6AE5-4D41-85D8-3F532D97369F}" type="pres">
      <dgm:prSet presAssocID="{77B5D20E-0A80-4EF8-AC6A-F31026E0BD46}" presName="text_4" presStyleLbl="node1" presStyleIdx="3" presStyleCnt="7">
        <dgm:presLayoutVars>
          <dgm:bulletEnabled val="1"/>
        </dgm:presLayoutVars>
      </dgm:prSet>
      <dgm:spPr/>
    </dgm:pt>
    <dgm:pt modelId="{E808F3D3-56C2-4298-8C57-0BBCDEB69EB3}" type="pres">
      <dgm:prSet presAssocID="{77B5D20E-0A80-4EF8-AC6A-F31026E0BD46}" presName="accent_4" presStyleCnt="0"/>
      <dgm:spPr/>
    </dgm:pt>
    <dgm:pt modelId="{B163FCA3-3138-4C29-AC26-62D1D2A899B6}" type="pres">
      <dgm:prSet presAssocID="{77B5D20E-0A80-4EF8-AC6A-F31026E0BD46}" presName="accentRepeatNode" presStyleLbl="solidFgAcc1" presStyleIdx="3" presStyleCnt="7"/>
      <dgm:spPr/>
    </dgm:pt>
    <dgm:pt modelId="{F77DDD2F-A3AE-4303-86F4-A6ED9C503BB6}" type="pres">
      <dgm:prSet presAssocID="{622961FD-971F-481C-BBDD-00A187B3E2C3}" presName="text_5" presStyleLbl="node1" presStyleIdx="4" presStyleCnt="7">
        <dgm:presLayoutVars>
          <dgm:bulletEnabled val="1"/>
        </dgm:presLayoutVars>
      </dgm:prSet>
      <dgm:spPr/>
    </dgm:pt>
    <dgm:pt modelId="{C255ABDD-B97B-4408-B953-CB0C0571F47B}" type="pres">
      <dgm:prSet presAssocID="{622961FD-971F-481C-BBDD-00A187B3E2C3}" presName="accent_5" presStyleCnt="0"/>
      <dgm:spPr/>
    </dgm:pt>
    <dgm:pt modelId="{01150BF4-9809-457D-8734-87A3F85AA9F8}" type="pres">
      <dgm:prSet presAssocID="{622961FD-971F-481C-BBDD-00A187B3E2C3}" presName="accentRepeatNode" presStyleLbl="solidFgAcc1" presStyleIdx="4" presStyleCnt="7"/>
      <dgm:spPr/>
    </dgm:pt>
    <dgm:pt modelId="{DFFE6CCB-AA02-4140-92EE-50E875031B14}" type="pres">
      <dgm:prSet presAssocID="{50F1B320-4AE0-4FDC-BBD9-06D538FB0AB2}" presName="text_6" presStyleLbl="node1" presStyleIdx="5" presStyleCnt="7">
        <dgm:presLayoutVars>
          <dgm:bulletEnabled val="1"/>
        </dgm:presLayoutVars>
      </dgm:prSet>
      <dgm:spPr/>
    </dgm:pt>
    <dgm:pt modelId="{D24CB05D-1C77-442D-A337-6B54BFF38450}" type="pres">
      <dgm:prSet presAssocID="{50F1B320-4AE0-4FDC-BBD9-06D538FB0AB2}" presName="accent_6" presStyleCnt="0"/>
      <dgm:spPr/>
    </dgm:pt>
    <dgm:pt modelId="{483F1EAB-F389-4499-891C-B7008E80A4A5}" type="pres">
      <dgm:prSet presAssocID="{50F1B320-4AE0-4FDC-BBD9-06D538FB0AB2}" presName="accentRepeatNode" presStyleLbl="solidFgAcc1" presStyleIdx="5" presStyleCnt="7" custLinFactNeighborX="826" custLinFactNeighborY="88"/>
      <dgm:spPr/>
    </dgm:pt>
    <dgm:pt modelId="{8AB1F9C2-99E1-4021-959B-BDBBAE0FC5B0}" type="pres">
      <dgm:prSet presAssocID="{6E3926D7-88D7-413C-AE41-B7DDDF849B03}" presName="text_7" presStyleLbl="node1" presStyleIdx="6" presStyleCnt="7">
        <dgm:presLayoutVars>
          <dgm:bulletEnabled val="1"/>
        </dgm:presLayoutVars>
      </dgm:prSet>
      <dgm:spPr/>
    </dgm:pt>
    <dgm:pt modelId="{49C42232-7161-4F94-87F4-24270321616F}" type="pres">
      <dgm:prSet presAssocID="{6E3926D7-88D7-413C-AE41-B7DDDF849B03}" presName="accent_7" presStyleCnt="0"/>
      <dgm:spPr/>
    </dgm:pt>
    <dgm:pt modelId="{2193473F-A6E2-4068-98D7-1AB889DD5850}" type="pres">
      <dgm:prSet presAssocID="{6E3926D7-88D7-413C-AE41-B7DDDF849B03}" presName="accentRepeatNode" presStyleLbl="solidFgAcc1" presStyleIdx="6" presStyleCnt="7"/>
      <dgm:spPr/>
    </dgm:pt>
  </dgm:ptLst>
  <dgm:cxnLst>
    <dgm:cxn modelId="{4ACEB302-95B5-4B11-8218-F603EA114B72}" type="presOf" srcId="{622961FD-971F-481C-BBDD-00A187B3E2C3}" destId="{F77DDD2F-A3AE-4303-86F4-A6ED9C503BB6}" srcOrd="0" destOrd="0" presId="urn:microsoft.com/office/officeart/2008/layout/VerticalCurvedList"/>
    <dgm:cxn modelId="{6E9C3809-A40F-447F-9457-6EDE34E361C1}" type="presOf" srcId="{3D3FC6DE-A64C-49B5-BC77-01FAB5036B43}" destId="{1A573DA1-92EF-44CD-B43D-EDC3B3677C06}" srcOrd="0" destOrd="0" presId="urn:microsoft.com/office/officeart/2008/layout/VerticalCurvedList"/>
    <dgm:cxn modelId="{0F07F268-C284-4A9A-9325-97E1725191DE}" srcId="{E999CB1C-1342-4247-86F8-A96E62D36BAF}" destId="{3D3FC6DE-A64C-49B5-BC77-01FAB5036B43}" srcOrd="0" destOrd="0" parTransId="{8E1B4281-4E47-4084-951C-A0774173DD24}" sibTransId="{30DE95BA-3C4E-4A54-877F-8BAB19314CA1}"/>
    <dgm:cxn modelId="{61B3BB72-9811-4A92-B08A-70E8D8BCCAB3}" type="presOf" srcId="{77B5D20E-0A80-4EF8-AC6A-F31026E0BD46}" destId="{F799DDDF-6AE5-4D41-85D8-3F532D97369F}" srcOrd="0" destOrd="0" presId="urn:microsoft.com/office/officeart/2008/layout/VerticalCurvedList"/>
    <dgm:cxn modelId="{283D977D-281D-4AC1-8207-136FA67045E5}" srcId="{E999CB1C-1342-4247-86F8-A96E62D36BAF}" destId="{77B5D20E-0A80-4EF8-AC6A-F31026E0BD46}" srcOrd="3" destOrd="0" parTransId="{970CC0D3-0534-467B-90A7-A103512D668E}" sibTransId="{A0085830-F240-46E6-B702-B28D1C78B8A1}"/>
    <dgm:cxn modelId="{7E6B5C99-2CD2-4396-BAF1-A53FFFAB8FD2}" type="presOf" srcId="{2639A5F6-267C-46C7-BB7E-B3403F36E47C}" destId="{936E6341-E6E7-406A-B4E2-E8A783BE6728}" srcOrd="0" destOrd="0" presId="urn:microsoft.com/office/officeart/2008/layout/VerticalCurvedList"/>
    <dgm:cxn modelId="{1A0A26A0-1F12-495D-9AA5-C8C3CBD8E435}" type="presOf" srcId="{30DE95BA-3C4E-4A54-877F-8BAB19314CA1}" destId="{9DCADE88-BB98-44E4-A5BA-9942CFC463C5}" srcOrd="0" destOrd="0" presId="urn:microsoft.com/office/officeart/2008/layout/VerticalCurvedList"/>
    <dgm:cxn modelId="{752311A3-4FA5-4569-AD8A-BC45582226AE}" type="presOf" srcId="{29B5FACA-DED1-4C89-90D3-890550D49735}" destId="{7B0DDE7F-8468-46DD-91A5-C200737F7F24}" srcOrd="0" destOrd="0" presId="urn:microsoft.com/office/officeart/2008/layout/VerticalCurvedList"/>
    <dgm:cxn modelId="{5C0211A5-5719-43FA-A419-0A61309E2939}" type="presOf" srcId="{6E3926D7-88D7-413C-AE41-B7DDDF849B03}" destId="{8AB1F9C2-99E1-4021-959B-BDBBAE0FC5B0}" srcOrd="0" destOrd="0" presId="urn:microsoft.com/office/officeart/2008/layout/VerticalCurvedList"/>
    <dgm:cxn modelId="{0D451DB9-29AD-4D56-8DAD-7B88D10C9839}" srcId="{E999CB1C-1342-4247-86F8-A96E62D36BAF}" destId="{6E3926D7-88D7-413C-AE41-B7DDDF849B03}" srcOrd="6" destOrd="0" parTransId="{A24F3724-41FA-499A-97F3-6E41A307D57B}" sibTransId="{94F8552D-DB5F-4AA2-AD68-22C296AF7C01}"/>
    <dgm:cxn modelId="{9E98E2C0-B8C6-4540-8819-9A8B0AF02023}" srcId="{E999CB1C-1342-4247-86F8-A96E62D36BAF}" destId="{50F1B320-4AE0-4FDC-BBD9-06D538FB0AB2}" srcOrd="5" destOrd="0" parTransId="{9512C6AF-BDDC-4694-B6FE-B6C9FA67FED8}" sibTransId="{B7B884DA-336B-40B4-85C5-5B0829E34EE5}"/>
    <dgm:cxn modelId="{D2A487DE-4C3A-4857-A8AB-9D74F2A13613}" type="presOf" srcId="{E999CB1C-1342-4247-86F8-A96E62D36BAF}" destId="{C01C5F0E-3FBF-48A0-ABC8-A229DE50FB77}" srcOrd="0" destOrd="0" presId="urn:microsoft.com/office/officeart/2008/layout/VerticalCurvedList"/>
    <dgm:cxn modelId="{B79D9FE1-5165-4DA5-A938-A4D8AEFA8E06}" srcId="{E999CB1C-1342-4247-86F8-A96E62D36BAF}" destId="{2639A5F6-267C-46C7-BB7E-B3403F36E47C}" srcOrd="1" destOrd="0" parTransId="{3B58A952-7244-4EAE-B742-E4A90F03E3A1}" sibTransId="{3B7A053A-D268-4AD9-BA17-0F80B0CBB86E}"/>
    <dgm:cxn modelId="{1E36B2E7-814C-4984-BCB2-392F4F9F817C}" type="presOf" srcId="{50F1B320-4AE0-4FDC-BBD9-06D538FB0AB2}" destId="{DFFE6CCB-AA02-4140-92EE-50E875031B14}" srcOrd="0" destOrd="0" presId="urn:microsoft.com/office/officeart/2008/layout/VerticalCurvedList"/>
    <dgm:cxn modelId="{955F73E8-4825-4F26-9C0A-4FB859203630}" srcId="{E999CB1C-1342-4247-86F8-A96E62D36BAF}" destId="{622961FD-971F-481C-BBDD-00A187B3E2C3}" srcOrd="4" destOrd="0" parTransId="{2D6BEFCF-2F21-440F-927B-B204BBD9EBE2}" sibTransId="{9402C69B-56DE-475B-B9B8-B96B7BE53473}"/>
    <dgm:cxn modelId="{604861F1-384D-43EC-B0D3-B5F752953D7E}" srcId="{E999CB1C-1342-4247-86F8-A96E62D36BAF}" destId="{29B5FACA-DED1-4C89-90D3-890550D49735}" srcOrd="2" destOrd="0" parTransId="{ED0DF4F8-77F2-4B83-BE87-CF085C7EB3D6}" sibTransId="{B4F0F560-E1EC-420A-BEED-64BD683C793F}"/>
    <dgm:cxn modelId="{A0FF5E50-3E1D-41A4-9B89-74A33095AB2C}" type="presParOf" srcId="{C01C5F0E-3FBF-48A0-ABC8-A229DE50FB77}" destId="{DC61404F-777E-4B6A-987A-0C5E56D47620}" srcOrd="0" destOrd="0" presId="urn:microsoft.com/office/officeart/2008/layout/VerticalCurvedList"/>
    <dgm:cxn modelId="{3A6D13BF-8294-4183-94CC-0EB6784E071D}" type="presParOf" srcId="{DC61404F-777E-4B6A-987A-0C5E56D47620}" destId="{0EC080C9-DCE4-4121-A3BE-FE64DCCA2043}" srcOrd="0" destOrd="0" presId="urn:microsoft.com/office/officeart/2008/layout/VerticalCurvedList"/>
    <dgm:cxn modelId="{4D47D3F9-7D93-4D0C-A237-554312B09816}" type="presParOf" srcId="{0EC080C9-DCE4-4121-A3BE-FE64DCCA2043}" destId="{FA40ED59-1270-4D1D-AA94-0027BA8C352D}" srcOrd="0" destOrd="0" presId="urn:microsoft.com/office/officeart/2008/layout/VerticalCurvedList"/>
    <dgm:cxn modelId="{5A91136F-3667-472E-80DD-36045EB556D8}" type="presParOf" srcId="{0EC080C9-DCE4-4121-A3BE-FE64DCCA2043}" destId="{9DCADE88-BB98-44E4-A5BA-9942CFC463C5}" srcOrd="1" destOrd="0" presId="urn:microsoft.com/office/officeart/2008/layout/VerticalCurvedList"/>
    <dgm:cxn modelId="{FC74BEA1-06C9-4F7F-A3A1-45BCB2D03F82}" type="presParOf" srcId="{0EC080C9-DCE4-4121-A3BE-FE64DCCA2043}" destId="{8B71197B-1130-4A7E-982C-479814A86924}" srcOrd="2" destOrd="0" presId="urn:microsoft.com/office/officeart/2008/layout/VerticalCurvedList"/>
    <dgm:cxn modelId="{4110A4E7-750A-45D8-8676-37A5E64C357E}" type="presParOf" srcId="{0EC080C9-DCE4-4121-A3BE-FE64DCCA2043}" destId="{440A2656-1ABA-426F-8E22-BFD84141B92C}" srcOrd="3" destOrd="0" presId="urn:microsoft.com/office/officeart/2008/layout/VerticalCurvedList"/>
    <dgm:cxn modelId="{8477DB49-2634-4E38-AFF5-17E3009A3479}" type="presParOf" srcId="{DC61404F-777E-4B6A-987A-0C5E56D47620}" destId="{1A573DA1-92EF-44CD-B43D-EDC3B3677C06}" srcOrd="1" destOrd="0" presId="urn:microsoft.com/office/officeart/2008/layout/VerticalCurvedList"/>
    <dgm:cxn modelId="{4E49B18A-45E3-480C-8560-6A870A697F0F}" type="presParOf" srcId="{DC61404F-777E-4B6A-987A-0C5E56D47620}" destId="{38F394C4-0E43-440A-8F67-0442F7829B26}" srcOrd="2" destOrd="0" presId="urn:microsoft.com/office/officeart/2008/layout/VerticalCurvedList"/>
    <dgm:cxn modelId="{C6705D24-3B2C-4DAD-BC86-C8262E52A9DE}" type="presParOf" srcId="{38F394C4-0E43-440A-8F67-0442F7829B26}" destId="{6224E7DA-BCBF-4EF7-A63D-C8507C1CFBEC}" srcOrd="0" destOrd="0" presId="urn:microsoft.com/office/officeart/2008/layout/VerticalCurvedList"/>
    <dgm:cxn modelId="{3DCF95C5-AD89-40CD-B1EE-5827F280EEF7}" type="presParOf" srcId="{DC61404F-777E-4B6A-987A-0C5E56D47620}" destId="{936E6341-E6E7-406A-B4E2-E8A783BE6728}" srcOrd="3" destOrd="0" presId="urn:microsoft.com/office/officeart/2008/layout/VerticalCurvedList"/>
    <dgm:cxn modelId="{BF42CDAF-C7D1-42FB-B316-3F4A3DF1CB94}" type="presParOf" srcId="{DC61404F-777E-4B6A-987A-0C5E56D47620}" destId="{894037EE-1CB2-4007-AFE3-0A28B2AEE0FC}" srcOrd="4" destOrd="0" presId="urn:microsoft.com/office/officeart/2008/layout/VerticalCurvedList"/>
    <dgm:cxn modelId="{DBAF43AE-2696-47BF-A181-F89F59DEAE27}" type="presParOf" srcId="{894037EE-1CB2-4007-AFE3-0A28B2AEE0FC}" destId="{8371210A-F2A6-45DF-B29E-B6F9421C6B06}" srcOrd="0" destOrd="0" presId="urn:microsoft.com/office/officeart/2008/layout/VerticalCurvedList"/>
    <dgm:cxn modelId="{9436925D-AD76-482E-889B-6DD18321D4A1}" type="presParOf" srcId="{DC61404F-777E-4B6A-987A-0C5E56D47620}" destId="{7B0DDE7F-8468-46DD-91A5-C200737F7F24}" srcOrd="5" destOrd="0" presId="urn:microsoft.com/office/officeart/2008/layout/VerticalCurvedList"/>
    <dgm:cxn modelId="{15D36332-974F-49C6-BD33-6F9FA36F9A91}" type="presParOf" srcId="{DC61404F-777E-4B6A-987A-0C5E56D47620}" destId="{5F9E4F30-76F8-4065-88C4-876CC76DDF34}" srcOrd="6" destOrd="0" presId="urn:microsoft.com/office/officeart/2008/layout/VerticalCurvedList"/>
    <dgm:cxn modelId="{16F25A90-DCE8-4A71-AB94-D04F126574EC}" type="presParOf" srcId="{5F9E4F30-76F8-4065-88C4-876CC76DDF34}" destId="{4B4F1D19-9B4F-4FD0-A2F9-893968FC6087}" srcOrd="0" destOrd="0" presId="urn:microsoft.com/office/officeart/2008/layout/VerticalCurvedList"/>
    <dgm:cxn modelId="{55BC81EF-47E7-4636-9728-D2DB2B4F5121}" type="presParOf" srcId="{DC61404F-777E-4B6A-987A-0C5E56D47620}" destId="{F799DDDF-6AE5-4D41-85D8-3F532D97369F}" srcOrd="7" destOrd="0" presId="urn:microsoft.com/office/officeart/2008/layout/VerticalCurvedList"/>
    <dgm:cxn modelId="{5ADF4066-3DFE-4381-9A65-BD7784663623}" type="presParOf" srcId="{DC61404F-777E-4B6A-987A-0C5E56D47620}" destId="{E808F3D3-56C2-4298-8C57-0BBCDEB69EB3}" srcOrd="8" destOrd="0" presId="urn:microsoft.com/office/officeart/2008/layout/VerticalCurvedList"/>
    <dgm:cxn modelId="{840B3990-15DD-4472-A72E-C3F9BC8DB421}" type="presParOf" srcId="{E808F3D3-56C2-4298-8C57-0BBCDEB69EB3}" destId="{B163FCA3-3138-4C29-AC26-62D1D2A899B6}" srcOrd="0" destOrd="0" presId="urn:microsoft.com/office/officeart/2008/layout/VerticalCurvedList"/>
    <dgm:cxn modelId="{C9764EA0-D6D2-4692-92D1-9DCC126FD24E}" type="presParOf" srcId="{DC61404F-777E-4B6A-987A-0C5E56D47620}" destId="{F77DDD2F-A3AE-4303-86F4-A6ED9C503BB6}" srcOrd="9" destOrd="0" presId="urn:microsoft.com/office/officeart/2008/layout/VerticalCurvedList"/>
    <dgm:cxn modelId="{A4AD16D4-32CB-457E-ADF6-EC6DED06C5B3}" type="presParOf" srcId="{DC61404F-777E-4B6A-987A-0C5E56D47620}" destId="{C255ABDD-B97B-4408-B953-CB0C0571F47B}" srcOrd="10" destOrd="0" presId="urn:microsoft.com/office/officeart/2008/layout/VerticalCurvedList"/>
    <dgm:cxn modelId="{6DA564D5-4B3E-40A5-B99E-30F8A1BA7DD9}" type="presParOf" srcId="{C255ABDD-B97B-4408-B953-CB0C0571F47B}" destId="{01150BF4-9809-457D-8734-87A3F85AA9F8}" srcOrd="0" destOrd="0" presId="urn:microsoft.com/office/officeart/2008/layout/VerticalCurvedList"/>
    <dgm:cxn modelId="{3B7BC046-0FF2-4363-BAA2-CE861A21310C}" type="presParOf" srcId="{DC61404F-777E-4B6A-987A-0C5E56D47620}" destId="{DFFE6CCB-AA02-4140-92EE-50E875031B14}" srcOrd="11" destOrd="0" presId="urn:microsoft.com/office/officeart/2008/layout/VerticalCurvedList"/>
    <dgm:cxn modelId="{3D9F5714-73C7-44BD-9256-07170A33B9E2}" type="presParOf" srcId="{DC61404F-777E-4B6A-987A-0C5E56D47620}" destId="{D24CB05D-1C77-442D-A337-6B54BFF38450}" srcOrd="12" destOrd="0" presId="urn:microsoft.com/office/officeart/2008/layout/VerticalCurvedList"/>
    <dgm:cxn modelId="{9FCA1199-ACF1-4C2A-B148-9DF27F29D726}" type="presParOf" srcId="{D24CB05D-1C77-442D-A337-6B54BFF38450}" destId="{483F1EAB-F389-4499-891C-B7008E80A4A5}" srcOrd="0" destOrd="0" presId="urn:microsoft.com/office/officeart/2008/layout/VerticalCurvedList"/>
    <dgm:cxn modelId="{9F6EE01B-E9E3-41A3-A120-F3882B2CDE22}" type="presParOf" srcId="{DC61404F-777E-4B6A-987A-0C5E56D47620}" destId="{8AB1F9C2-99E1-4021-959B-BDBBAE0FC5B0}" srcOrd="13" destOrd="0" presId="urn:microsoft.com/office/officeart/2008/layout/VerticalCurvedList"/>
    <dgm:cxn modelId="{2C31E4A0-87EB-4FFA-B2BF-BBBCF0211DAF}" type="presParOf" srcId="{DC61404F-777E-4B6A-987A-0C5E56D47620}" destId="{49C42232-7161-4F94-87F4-24270321616F}" srcOrd="14" destOrd="0" presId="urn:microsoft.com/office/officeart/2008/layout/VerticalCurvedList"/>
    <dgm:cxn modelId="{FCB79D66-3DE2-4762-8C6F-9CDD598F2EE2}" type="presParOf" srcId="{49C42232-7161-4F94-87F4-24270321616F}" destId="{2193473F-A6E2-4068-98D7-1AB889DD585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CADE88-BB98-44E4-A5BA-9942CFC463C5}">
      <dsp:nvSpPr>
        <dsp:cNvPr id="0" name=""/>
        <dsp:cNvSpPr/>
      </dsp:nvSpPr>
      <dsp:spPr>
        <a:xfrm>
          <a:off x="-5364167" y="-821838"/>
          <a:ext cx="6390410" cy="6390410"/>
        </a:xfrm>
        <a:prstGeom prst="blockArc">
          <a:avLst>
            <a:gd name="adj1" fmla="val 18900000"/>
            <a:gd name="adj2" fmla="val 2700000"/>
            <a:gd name="adj3" fmla="val 338"/>
          </a:avLst>
        </a:prstGeom>
        <a:noFill/>
        <a:ln w="1905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573DA1-92EF-44CD-B43D-EDC3B3677C06}">
      <dsp:nvSpPr>
        <dsp:cNvPr id="0" name=""/>
        <dsp:cNvSpPr/>
      </dsp:nvSpPr>
      <dsp:spPr>
        <a:xfrm>
          <a:off x="332983" y="215786"/>
          <a:ext cx="11791153" cy="4313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41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200" b="1" kern="1200"/>
            <a:t>Projektübersicht</a:t>
          </a:r>
        </a:p>
      </dsp:txBody>
      <dsp:txXfrm>
        <a:off x="332983" y="215786"/>
        <a:ext cx="11791153" cy="431383"/>
      </dsp:txXfrm>
    </dsp:sp>
    <dsp:sp modelId="{6224E7DA-BCBF-4EF7-A63D-C8507C1CFBEC}">
      <dsp:nvSpPr>
        <dsp:cNvPr id="0" name=""/>
        <dsp:cNvSpPr/>
      </dsp:nvSpPr>
      <dsp:spPr>
        <a:xfrm>
          <a:off x="63368" y="161863"/>
          <a:ext cx="539228" cy="5392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6E6341-E6E7-406A-B4E2-E8A783BE6728}">
      <dsp:nvSpPr>
        <dsp:cNvPr id="0" name=""/>
        <dsp:cNvSpPr/>
      </dsp:nvSpPr>
      <dsp:spPr>
        <a:xfrm>
          <a:off x="723639" y="863241"/>
          <a:ext cx="11400497" cy="4313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41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200" b="1" kern="1200"/>
            <a:t>Product Demo</a:t>
          </a:r>
        </a:p>
      </dsp:txBody>
      <dsp:txXfrm>
        <a:off x="723639" y="863241"/>
        <a:ext cx="11400497" cy="431383"/>
      </dsp:txXfrm>
    </dsp:sp>
    <dsp:sp modelId="{8371210A-F2A6-45DF-B29E-B6F9421C6B06}">
      <dsp:nvSpPr>
        <dsp:cNvPr id="0" name=""/>
        <dsp:cNvSpPr/>
      </dsp:nvSpPr>
      <dsp:spPr>
        <a:xfrm>
          <a:off x="454025" y="809318"/>
          <a:ext cx="539228" cy="5392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0DDE7F-8468-46DD-91A5-C200737F7F24}">
      <dsp:nvSpPr>
        <dsp:cNvPr id="0" name=""/>
        <dsp:cNvSpPr/>
      </dsp:nvSpPr>
      <dsp:spPr>
        <a:xfrm>
          <a:off x="937717" y="1510220"/>
          <a:ext cx="11186419" cy="4313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41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1" kern="1200"/>
            <a:t>Gesamtarchitektur</a:t>
          </a:r>
        </a:p>
      </dsp:txBody>
      <dsp:txXfrm>
        <a:off x="937717" y="1510220"/>
        <a:ext cx="11186419" cy="431383"/>
      </dsp:txXfrm>
    </dsp:sp>
    <dsp:sp modelId="{4B4F1D19-9B4F-4FD0-A2F9-893968FC6087}">
      <dsp:nvSpPr>
        <dsp:cNvPr id="0" name=""/>
        <dsp:cNvSpPr/>
      </dsp:nvSpPr>
      <dsp:spPr>
        <a:xfrm>
          <a:off x="668102" y="1456297"/>
          <a:ext cx="539228" cy="5392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99DDDF-6AE5-4D41-85D8-3F532D97369F}">
      <dsp:nvSpPr>
        <dsp:cNvPr id="0" name=""/>
        <dsp:cNvSpPr/>
      </dsp:nvSpPr>
      <dsp:spPr>
        <a:xfrm>
          <a:off x="1006070" y="2157675"/>
          <a:ext cx="11118066" cy="4313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41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200" b="1" kern="1200"/>
            <a:t>Geplantes Systemkonzept</a:t>
          </a:r>
        </a:p>
      </dsp:txBody>
      <dsp:txXfrm>
        <a:off x="1006070" y="2157675"/>
        <a:ext cx="11118066" cy="431383"/>
      </dsp:txXfrm>
    </dsp:sp>
    <dsp:sp modelId="{B163FCA3-3138-4C29-AC26-62D1D2A899B6}">
      <dsp:nvSpPr>
        <dsp:cNvPr id="0" name=""/>
        <dsp:cNvSpPr/>
      </dsp:nvSpPr>
      <dsp:spPr>
        <a:xfrm>
          <a:off x="736455" y="2103752"/>
          <a:ext cx="539228" cy="5392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7DDD2F-A3AE-4303-86F4-A6ED9C503BB6}">
      <dsp:nvSpPr>
        <dsp:cNvPr id="0" name=""/>
        <dsp:cNvSpPr/>
      </dsp:nvSpPr>
      <dsp:spPr>
        <a:xfrm>
          <a:off x="937717" y="2805129"/>
          <a:ext cx="11186419" cy="4313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41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2200" b="1" kern="1200"/>
            <a:t>Technische Umsetzung</a:t>
          </a:r>
        </a:p>
      </dsp:txBody>
      <dsp:txXfrm>
        <a:off x="937717" y="2805129"/>
        <a:ext cx="11186419" cy="431383"/>
      </dsp:txXfrm>
    </dsp:sp>
    <dsp:sp modelId="{01150BF4-9809-457D-8734-87A3F85AA9F8}">
      <dsp:nvSpPr>
        <dsp:cNvPr id="0" name=""/>
        <dsp:cNvSpPr/>
      </dsp:nvSpPr>
      <dsp:spPr>
        <a:xfrm>
          <a:off x="668102" y="2751207"/>
          <a:ext cx="539228" cy="5392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FE6CCB-AA02-4140-92EE-50E875031B14}">
      <dsp:nvSpPr>
        <dsp:cNvPr id="0" name=""/>
        <dsp:cNvSpPr/>
      </dsp:nvSpPr>
      <dsp:spPr>
        <a:xfrm>
          <a:off x="723639" y="3452109"/>
          <a:ext cx="11400497" cy="4313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41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1" kern="1200"/>
            <a:t>Weitere Schritte bis zur Fertigstellung</a:t>
          </a:r>
        </a:p>
      </dsp:txBody>
      <dsp:txXfrm>
        <a:off x="723639" y="3452109"/>
        <a:ext cx="11400497" cy="431383"/>
      </dsp:txXfrm>
    </dsp:sp>
    <dsp:sp modelId="{483F1EAB-F389-4499-891C-B7008E80A4A5}">
      <dsp:nvSpPr>
        <dsp:cNvPr id="0" name=""/>
        <dsp:cNvSpPr/>
      </dsp:nvSpPr>
      <dsp:spPr>
        <a:xfrm>
          <a:off x="458479" y="3398661"/>
          <a:ext cx="539228" cy="5392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B1F9C2-99E1-4021-959B-BDBBAE0FC5B0}">
      <dsp:nvSpPr>
        <dsp:cNvPr id="0" name=""/>
        <dsp:cNvSpPr/>
      </dsp:nvSpPr>
      <dsp:spPr>
        <a:xfrm>
          <a:off x="332983" y="4099564"/>
          <a:ext cx="11791153" cy="43138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410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1" kern="1200"/>
            <a:t>Zeitplan</a:t>
          </a:r>
        </a:p>
      </dsp:txBody>
      <dsp:txXfrm>
        <a:off x="332983" y="4099564"/>
        <a:ext cx="11791153" cy="431383"/>
      </dsp:txXfrm>
    </dsp:sp>
    <dsp:sp modelId="{2193473F-A6E2-4068-98D7-1AB889DD5850}">
      <dsp:nvSpPr>
        <dsp:cNvPr id="0" name=""/>
        <dsp:cNvSpPr/>
      </dsp:nvSpPr>
      <dsp:spPr>
        <a:xfrm>
          <a:off x="63368" y="4045641"/>
          <a:ext cx="539228" cy="5392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625150-614A-47C7-AC97-5287F9F8D4C2}" type="datetimeFigureOut">
              <a:rPr lang="de-AT" smtClean="0"/>
              <a:t>20.02.2026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CCCCB1-0593-4BAC-81F8-F7DB963E0D25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90409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CCCCB1-0593-4BAC-81F8-F7DB963E0D25}" type="slidenum">
              <a:rPr lang="de-AT" smtClean="0"/>
              <a:t>16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09142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CCCCB1-0593-4BAC-81F8-F7DB963E0D25}" type="slidenum">
              <a:rPr lang="de-AT" smtClean="0"/>
              <a:t>18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94565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8C2BC2-114C-A2AB-917B-20EE47406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97499-964B-40A8-9FEC-A1C7C3FE1627}" type="datetime1">
              <a:rPr lang="de-AT" smtClean="0"/>
              <a:t>20.02.2026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9ACF0A-FC68-7222-3F77-D15D0860A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3BA976-31F8-BC9C-223A-B4FCE2822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‹#›</a:t>
            </a:fld>
            <a:endParaRPr lang="de-AT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5596B1F-BC0E-89E3-9228-E8EE4988CF43}"/>
              </a:ext>
            </a:extLst>
          </p:cNvPr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3FB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bg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787F59C-00BC-D0DE-6C16-7B5FA993D7AD}"/>
              </a:ext>
            </a:extLst>
          </p:cNvPr>
          <p:cNvSpPr/>
          <p:nvPr userDrawn="1"/>
        </p:nvSpPr>
        <p:spPr>
          <a:xfrm>
            <a:off x="0" y="6138000"/>
            <a:ext cx="12192000" cy="720000"/>
          </a:xfrm>
          <a:prstGeom prst="rect">
            <a:avLst/>
          </a:prstGeom>
          <a:solidFill>
            <a:srgbClr val="3FB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CFC41B57-251F-844A-2370-5C8A351905DA}"/>
              </a:ext>
            </a:extLst>
          </p:cNvPr>
          <p:cNvSpPr txBox="1">
            <a:spLocks/>
          </p:cNvSpPr>
          <p:nvPr userDrawn="1"/>
        </p:nvSpPr>
        <p:spPr>
          <a:xfrm>
            <a:off x="1441724" y="3022074"/>
            <a:ext cx="5940202" cy="1897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sz="2700" b="1" i="0">
                <a:latin typeface="Bahnschrift" panose="020B0502040204020203" pitchFamily="34" charset="0"/>
                <a:cs typeface="72 Condensed" panose="020B0506030000000003" pitchFamily="34" charset="0"/>
              </a:rPr>
              <a:t>Dritte Zwischenpräsentation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AT" sz="1000" b="1">
              <a:latin typeface="Bahnschrift" panose="020B0502040204020203" pitchFamily="34" charset="0"/>
              <a:cs typeface="72 Condensed" panose="020B0506030000000003" pitchFamily="34" charset="0"/>
            </a:endParaRPr>
          </a:p>
          <a:p>
            <a:r>
              <a:rPr lang="de-AT" b="1">
                <a:latin typeface="Bahnschrift" panose="020B0502040204020203" pitchFamily="34" charset="0"/>
                <a:cs typeface="72 Condensed" panose="020B0506030000000003" pitchFamily="34" charset="0"/>
              </a:rPr>
              <a:t>PV – Ertragssteuerung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F35B321-CB55-2FF9-2261-5AB44F7046BD}"/>
              </a:ext>
            </a:extLst>
          </p:cNvPr>
          <p:cNvSpPr txBox="1"/>
          <p:nvPr userDrawn="1"/>
        </p:nvSpPr>
        <p:spPr>
          <a:xfrm>
            <a:off x="2456673" y="4886517"/>
            <a:ext cx="5371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600" i="1">
                <a:solidFill>
                  <a:schemeClr val="bg1">
                    <a:lumMod val="50000"/>
                  </a:schemeClr>
                </a:solidFill>
              </a:rPr>
              <a:t>Jonas Aberger - Fabian Haslinger - Tim Hechenberger</a:t>
            </a:r>
          </a:p>
        </p:txBody>
      </p:sp>
      <p:pic>
        <p:nvPicPr>
          <p:cNvPr id="13" name="Grafik 12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CAE79D97-6B91-0758-7E56-33B30BDAE7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0751" y="136525"/>
            <a:ext cx="872818" cy="89952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0E2328AF-118E-200F-9FD8-58B6BA7EE5E1}"/>
              </a:ext>
            </a:extLst>
          </p:cNvPr>
          <p:cNvSpPr/>
          <p:nvPr userDrawn="1"/>
        </p:nvSpPr>
        <p:spPr>
          <a:xfrm flipV="1">
            <a:off x="2456673" y="4723796"/>
            <a:ext cx="4212000" cy="10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0F6F365-6285-D39F-7642-63027621BC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033" y="1518201"/>
            <a:ext cx="4274127" cy="320559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8026C7B1-A0B3-21F9-B07F-F89319A2CB55}"/>
              </a:ext>
            </a:extLst>
          </p:cNvPr>
          <p:cNvSpPr txBox="1">
            <a:spLocks/>
          </p:cNvSpPr>
          <p:nvPr userDrawn="1"/>
        </p:nvSpPr>
        <p:spPr>
          <a:xfrm>
            <a:off x="5525673" y="6416058"/>
            <a:ext cx="66663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Höhere Abteilung für Informatik – HTL </a:t>
            </a:r>
            <a:r>
              <a:rPr lang="de-DE" sz="2000" b="0" i="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St.Johann</a:t>
            </a:r>
            <a:r>
              <a:rPr lang="de-DE" sz="2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im Pongau </a:t>
            </a:r>
            <a:endParaRPr lang="de-AT" sz="2000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CD720DC4-4351-34E3-1E44-FF2A0B5B617B}"/>
              </a:ext>
            </a:extLst>
          </p:cNvPr>
          <p:cNvSpPr txBox="1">
            <a:spLocks/>
          </p:cNvSpPr>
          <p:nvPr userDrawn="1"/>
        </p:nvSpPr>
        <p:spPr>
          <a:xfrm>
            <a:off x="236680" y="6333406"/>
            <a:ext cx="13508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5B0291-6227-43EA-83C9-C159E691502C}" type="datetime1">
              <a:rPr lang="de-AT" smtClean="0"/>
              <a:pPr/>
              <a:t>20.02.2026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58754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A07BB628-BE6D-4148-D803-2889E0B6ABD7}"/>
              </a:ext>
            </a:extLst>
          </p:cNvPr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3FB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bg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CC32D6E-9400-D4CE-DF22-2154A428E69B}"/>
              </a:ext>
            </a:extLst>
          </p:cNvPr>
          <p:cNvSpPr/>
          <p:nvPr userDrawn="1"/>
        </p:nvSpPr>
        <p:spPr>
          <a:xfrm>
            <a:off x="0" y="6138000"/>
            <a:ext cx="12192000" cy="720000"/>
          </a:xfrm>
          <a:prstGeom prst="rect">
            <a:avLst/>
          </a:prstGeom>
          <a:solidFill>
            <a:srgbClr val="3FB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B0FD19-7535-611F-E3EB-F256B151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7780"/>
            <a:ext cx="10515600" cy="834163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377C2D-8682-12B2-AA3F-0386BD612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018"/>
            <a:ext cx="10515600" cy="3731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711067-A31E-55EC-A068-216BF4C9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2789" y="6333406"/>
            <a:ext cx="1350819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sp>
        <p:nvSpPr>
          <p:cNvPr id="19" name="Datumsplatzhalter 3">
            <a:extLst>
              <a:ext uri="{FF2B5EF4-FFF2-40B4-BE49-F238E27FC236}">
                <a16:creationId xmlns:a16="http://schemas.microsoft.com/office/drawing/2014/main" id="{D2F68423-5F3F-93C8-91D4-3F9A2BCA7713}"/>
              </a:ext>
            </a:extLst>
          </p:cNvPr>
          <p:cNvSpPr txBox="1">
            <a:spLocks/>
          </p:cNvSpPr>
          <p:nvPr userDrawn="1"/>
        </p:nvSpPr>
        <p:spPr>
          <a:xfrm>
            <a:off x="1676397" y="6311230"/>
            <a:ext cx="84743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PV-Ertragssteuerung   </a:t>
            </a:r>
            <a:endParaRPr lang="de-AT" sz="20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0A685BE-1C4F-C9C0-4591-63821D0E6CB1}"/>
              </a:ext>
            </a:extLst>
          </p:cNvPr>
          <p:cNvSpPr txBox="1"/>
          <p:nvPr userDrawn="1"/>
        </p:nvSpPr>
        <p:spPr>
          <a:xfrm>
            <a:off x="11099801" y="6326337"/>
            <a:ext cx="1036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C5F0469-451D-462A-AE64-318BE0BE8C28}" type="slidenum">
              <a:rPr lang="de-AT" smtClean="0">
                <a:solidFill>
                  <a:schemeClr val="bg1"/>
                </a:solidFill>
              </a:rPr>
              <a:t>‹#›</a:t>
            </a:fld>
            <a:r>
              <a:rPr lang="de-AT">
                <a:solidFill>
                  <a:schemeClr val="bg1"/>
                </a:solidFill>
              </a:rPr>
              <a:t> / 29</a:t>
            </a:r>
          </a:p>
        </p:txBody>
      </p:sp>
      <p:pic>
        <p:nvPicPr>
          <p:cNvPr id="7" name="Grafik 6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C11896BA-189C-C15D-0BED-9C3316308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801" y="136525"/>
            <a:ext cx="872818" cy="89952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D0286368-5CBF-6145-9E83-871C1A9308B9}"/>
              </a:ext>
            </a:extLst>
          </p:cNvPr>
          <p:cNvSpPr txBox="1"/>
          <p:nvPr userDrawn="1"/>
        </p:nvSpPr>
        <p:spPr>
          <a:xfrm>
            <a:off x="-1" y="166685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8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Höhere Abteilung für Informatik – HTL </a:t>
            </a:r>
            <a:r>
              <a:rPr lang="de-DE" sz="1800" b="0" i="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St.Johann</a:t>
            </a:r>
            <a:r>
              <a:rPr lang="de-DE" sz="18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im Pongau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9859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A07BB628-BE6D-4148-D803-2889E0B6ABD7}"/>
              </a:ext>
            </a:extLst>
          </p:cNvPr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bg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CC32D6E-9400-D4CE-DF22-2154A428E69B}"/>
              </a:ext>
            </a:extLst>
          </p:cNvPr>
          <p:cNvSpPr/>
          <p:nvPr userDrawn="1"/>
        </p:nvSpPr>
        <p:spPr>
          <a:xfrm>
            <a:off x="0" y="6138000"/>
            <a:ext cx="12192000" cy="72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B0FD19-7535-611F-E3EB-F256B151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7780"/>
            <a:ext cx="10515600" cy="834163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377C2D-8682-12B2-AA3F-0386BD612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018"/>
            <a:ext cx="10515600" cy="3731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711067-A31E-55EC-A068-216BF4C9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6680" y="6333406"/>
            <a:ext cx="1350819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pic>
        <p:nvPicPr>
          <p:cNvPr id="7" name="Grafik 6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C11896BA-189C-C15D-0BED-9C3316308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801" y="136525"/>
            <a:ext cx="872818" cy="89952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30A685BE-1C4F-C9C0-4591-63821D0E6CB1}"/>
              </a:ext>
            </a:extLst>
          </p:cNvPr>
          <p:cNvSpPr txBox="1"/>
          <p:nvPr userDrawn="1"/>
        </p:nvSpPr>
        <p:spPr>
          <a:xfrm>
            <a:off x="11017819" y="6322198"/>
            <a:ext cx="1036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C5F0469-451D-462A-AE64-318BE0BE8C28}" type="slidenum">
              <a:rPr lang="de-AT" smtClean="0">
                <a:solidFill>
                  <a:schemeClr val="bg1"/>
                </a:solidFill>
              </a:rPr>
              <a:t>‹#›</a:t>
            </a:fld>
            <a:r>
              <a:rPr lang="de-AT">
                <a:solidFill>
                  <a:schemeClr val="bg1"/>
                </a:solidFill>
              </a:rPr>
              <a:t> / 17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7DA8D07-C00D-B804-7D5F-8D30F595A97B}"/>
              </a:ext>
            </a:extLst>
          </p:cNvPr>
          <p:cNvSpPr txBox="1"/>
          <p:nvPr userDrawn="1"/>
        </p:nvSpPr>
        <p:spPr>
          <a:xfrm>
            <a:off x="-1" y="166685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8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Höhere Abteilung für Informatik – HTL </a:t>
            </a:r>
            <a:r>
              <a:rPr lang="de-DE" sz="1800" b="0" i="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St.Johann</a:t>
            </a:r>
            <a:r>
              <a:rPr lang="de-DE" sz="18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im Pongau</a:t>
            </a:r>
            <a:endParaRPr lang="de-DE"/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E4717CF9-721B-AAFA-97D7-B88EB807E238}"/>
              </a:ext>
            </a:extLst>
          </p:cNvPr>
          <p:cNvSpPr txBox="1">
            <a:spLocks/>
          </p:cNvSpPr>
          <p:nvPr userDrawn="1"/>
        </p:nvSpPr>
        <p:spPr>
          <a:xfrm>
            <a:off x="1676397" y="6311230"/>
            <a:ext cx="84743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PV-Ertragssteuerung   </a:t>
            </a:r>
            <a:endParaRPr lang="de-AT" sz="2000"/>
          </a:p>
        </p:txBody>
      </p:sp>
    </p:spTree>
    <p:extLst>
      <p:ext uri="{BB962C8B-B14F-4D97-AF65-F5344CB8AC3E}">
        <p14:creationId xmlns:p14="http://schemas.microsoft.com/office/powerpoint/2010/main" val="713854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A07BB628-BE6D-4148-D803-2889E0B6ABD7}"/>
              </a:ext>
            </a:extLst>
          </p:cNvPr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8EB2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bg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CC32D6E-9400-D4CE-DF22-2154A428E69B}"/>
              </a:ext>
            </a:extLst>
          </p:cNvPr>
          <p:cNvSpPr/>
          <p:nvPr userDrawn="1"/>
        </p:nvSpPr>
        <p:spPr>
          <a:xfrm>
            <a:off x="0" y="6138000"/>
            <a:ext cx="12192000" cy="720000"/>
          </a:xfrm>
          <a:prstGeom prst="rect">
            <a:avLst/>
          </a:prstGeom>
          <a:solidFill>
            <a:srgbClr val="8EB2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B0FD19-7535-611F-E3EB-F256B151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7780"/>
            <a:ext cx="10515600" cy="834163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377C2D-8682-12B2-AA3F-0386BD612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018"/>
            <a:ext cx="10515600" cy="3731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711067-A31E-55EC-A068-216BF4C9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6680" y="6333406"/>
            <a:ext cx="1350819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pic>
        <p:nvPicPr>
          <p:cNvPr id="7" name="Grafik 6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C11896BA-189C-C15D-0BED-9C3316308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801" y="136525"/>
            <a:ext cx="872818" cy="89952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30A685BE-1C4F-C9C0-4591-63821D0E6CB1}"/>
              </a:ext>
            </a:extLst>
          </p:cNvPr>
          <p:cNvSpPr txBox="1"/>
          <p:nvPr userDrawn="1"/>
        </p:nvSpPr>
        <p:spPr>
          <a:xfrm>
            <a:off x="11017819" y="6322198"/>
            <a:ext cx="1036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C5F0469-451D-462A-AE64-318BE0BE8C28}" type="slidenum">
              <a:rPr lang="de-AT" smtClean="0">
                <a:solidFill>
                  <a:schemeClr val="bg1"/>
                </a:solidFill>
              </a:rPr>
              <a:t>‹#›</a:t>
            </a:fld>
            <a:r>
              <a:rPr lang="de-AT">
                <a:solidFill>
                  <a:schemeClr val="bg1"/>
                </a:solidFill>
              </a:rPr>
              <a:t> / 17</a:t>
            </a:r>
          </a:p>
          <a:p>
            <a:endParaRPr lang="de-AT">
              <a:solidFill>
                <a:schemeClr val="bg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89A3450-5C4B-5B62-53BE-38838F6D10A1}"/>
              </a:ext>
            </a:extLst>
          </p:cNvPr>
          <p:cNvSpPr txBox="1"/>
          <p:nvPr userDrawn="1"/>
        </p:nvSpPr>
        <p:spPr>
          <a:xfrm>
            <a:off x="-1" y="166685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8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Höhere Abteilung für Informatik – HTL </a:t>
            </a:r>
            <a:r>
              <a:rPr lang="de-DE" sz="1800" b="0" i="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St.Johann</a:t>
            </a:r>
            <a:r>
              <a:rPr lang="de-DE" sz="18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im Pongau</a:t>
            </a:r>
            <a:endParaRPr lang="de-DE"/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02B6F13A-B464-ABA8-1CD3-4A6013E7DBA2}"/>
              </a:ext>
            </a:extLst>
          </p:cNvPr>
          <p:cNvSpPr txBox="1">
            <a:spLocks/>
          </p:cNvSpPr>
          <p:nvPr userDrawn="1"/>
        </p:nvSpPr>
        <p:spPr>
          <a:xfrm>
            <a:off x="1676397" y="6311230"/>
            <a:ext cx="84743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PV-Ertragssteuerung   </a:t>
            </a:r>
            <a:endParaRPr lang="de-AT" sz="2000"/>
          </a:p>
        </p:txBody>
      </p:sp>
    </p:spTree>
    <p:extLst>
      <p:ext uri="{BB962C8B-B14F-4D97-AF65-F5344CB8AC3E}">
        <p14:creationId xmlns:p14="http://schemas.microsoft.com/office/powerpoint/2010/main" val="2956191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A07BB628-BE6D-4148-D803-2889E0B6ABD7}"/>
              </a:ext>
            </a:extLst>
          </p:cNvPr>
          <p:cNvSpPr/>
          <p:nvPr userDrawn="1"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bg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CC32D6E-9400-D4CE-DF22-2154A428E69B}"/>
              </a:ext>
            </a:extLst>
          </p:cNvPr>
          <p:cNvSpPr/>
          <p:nvPr userDrawn="1"/>
        </p:nvSpPr>
        <p:spPr>
          <a:xfrm>
            <a:off x="0" y="6138000"/>
            <a:ext cx="12192000" cy="72000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B0FD19-7535-611F-E3EB-F256B151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7780"/>
            <a:ext cx="10515600" cy="834163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377C2D-8682-12B2-AA3F-0386BD612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018"/>
            <a:ext cx="10515600" cy="3731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711067-A31E-55EC-A068-216BF4C9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6680" y="6333406"/>
            <a:ext cx="1350819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pic>
        <p:nvPicPr>
          <p:cNvPr id="7" name="Grafik 6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C11896BA-189C-C15D-0BED-9C3316308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801" y="136525"/>
            <a:ext cx="872818" cy="89952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30A685BE-1C4F-C9C0-4591-63821D0E6CB1}"/>
              </a:ext>
            </a:extLst>
          </p:cNvPr>
          <p:cNvSpPr txBox="1"/>
          <p:nvPr userDrawn="1"/>
        </p:nvSpPr>
        <p:spPr>
          <a:xfrm>
            <a:off x="11017819" y="6322198"/>
            <a:ext cx="1036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C5F0469-451D-462A-AE64-318BE0BE8C28}" type="slidenum">
              <a:rPr lang="de-AT" smtClean="0">
                <a:solidFill>
                  <a:schemeClr val="bg1"/>
                </a:solidFill>
              </a:rPr>
              <a:t>‹#›</a:t>
            </a:fld>
            <a:r>
              <a:rPr lang="de-AT">
                <a:solidFill>
                  <a:schemeClr val="bg1"/>
                </a:solidFill>
              </a:rPr>
              <a:t> / 17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41F34EF-D2C2-F865-1DC4-1985D4026BBE}"/>
              </a:ext>
            </a:extLst>
          </p:cNvPr>
          <p:cNvSpPr txBox="1"/>
          <p:nvPr userDrawn="1"/>
        </p:nvSpPr>
        <p:spPr>
          <a:xfrm>
            <a:off x="-1" y="166685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8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Höhere Abteilung für Informatik – HTL </a:t>
            </a:r>
            <a:r>
              <a:rPr lang="de-DE" sz="1800" b="0" i="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St.Johann</a:t>
            </a:r>
            <a:r>
              <a:rPr lang="de-DE" sz="18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im Pongau</a:t>
            </a:r>
            <a:endParaRPr lang="de-DE"/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8EE27EA3-CBA2-DF8D-CE53-76330E33F593}"/>
              </a:ext>
            </a:extLst>
          </p:cNvPr>
          <p:cNvSpPr txBox="1">
            <a:spLocks/>
          </p:cNvSpPr>
          <p:nvPr userDrawn="1"/>
        </p:nvSpPr>
        <p:spPr>
          <a:xfrm>
            <a:off x="1676397" y="6311230"/>
            <a:ext cx="84743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000" b="0" i="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PV-Ertragssteuerung   </a:t>
            </a:r>
            <a:endParaRPr lang="de-AT" sz="2000"/>
          </a:p>
        </p:txBody>
      </p:sp>
    </p:spTree>
    <p:extLst>
      <p:ext uri="{BB962C8B-B14F-4D97-AF65-F5344CB8AC3E}">
        <p14:creationId xmlns:p14="http://schemas.microsoft.com/office/powerpoint/2010/main" val="3658281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78EB37-6930-8A12-34C0-0BD66666A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45D433-64F3-CB6C-77D3-25FAF950B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D0B4D4-6A49-5CB7-9201-E4643CCEB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6D326-A7E5-4C00-B76D-BB8030B3CFA6}" type="datetime1">
              <a:rPr lang="de-AT" smtClean="0"/>
              <a:t>20.02.2026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4267C6-976A-5BF8-4A01-82FD5CE9E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8F2AE4-3BD0-4BC0-6A3C-DCA997CAB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11733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5F9270-66B2-A5D5-8C33-8283A75F1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0E4250-05FA-632F-85C3-FEE0145C3A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E77EDFA-4814-80A0-12C8-3F06C54A7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181CB0-1C43-171F-E140-2F41D23A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79C5-DE87-49CD-A3DB-86274E5B8D1E}" type="datetime1">
              <a:rPr lang="de-AT" smtClean="0"/>
              <a:t>20.02.2026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834D49-7FAB-1E8E-B775-173809483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7A981D-138F-6589-6AF4-0CB7E3B71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87568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16FE60-765E-38CF-A407-06A17335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C49BAA-5668-DB8D-C2E5-3F664ABD5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9633CFA-B5B2-90E2-89A0-AA28BCBB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4DF9CF3-936A-7233-755C-50B52FD4B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A60DB86-FCB2-33A9-0F14-84CF995A6E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60C4DAA-2CDC-2491-FA9E-CC4F2BA8B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78E7-ED64-427F-B3EF-331AF1871243}" type="datetime1">
              <a:rPr lang="de-AT" smtClean="0"/>
              <a:t>20.02.2026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6E508B3-15BE-75FC-FDA5-DB96224BD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CC7E46D-632B-B921-EBDD-997ED093C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44697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0C54EB-45F5-37C2-A249-2258EBCB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6D3281C-B584-A4B3-C40D-1002DC8A4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90FD-8B09-4DE7-8649-597F5B264AE6}" type="datetime1">
              <a:rPr lang="de-AT" smtClean="0"/>
              <a:t>20.02.2026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6540A93-9756-0290-4438-C5F386492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66D846-1EB3-136B-CCEA-A2BE82C22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61046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A07BB628-BE6D-4148-D803-2889E0B6ABD7}"/>
              </a:ext>
            </a:extLst>
          </p:cNvPr>
          <p:cNvSpPr/>
          <p:nvPr userDrawn="1"/>
        </p:nvSpPr>
        <p:spPr>
          <a:xfrm>
            <a:off x="0" y="0"/>
            <a:ext cx="12192000" cy="300251"/>
          </a:xfrm>
          <a:prstGeom prst="rect">
            <a:avLst/>
          </a:prstGeom>
          <a:solidFill>
            <a:srgbClr val="3FB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bg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CC32D6E-9400-D4CE-DF22-2154A428E69B}"/>
              </a:ext>
            </a:extLst>
          </p:cNvPr>
          <p:cNvSpPr/>
          <p:nvPr userDrawn="1"/>
        </p:nvSpPr>
        <p:spPr>
          <a:xfrm>
            <a:off x="0" y="6492874"/>
            <a:ext cx="12192000" cy="365125"/>
          </a:xfrm>
          <a:prstGeom prst="rect">
            <a:avLst/>
          </a:prstGeom>
          <a:solidFill>
            <a:srgbClr val="3FB4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B0FD19-7535-611F-E3EB-F256B151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1828"/>
            <a:ext cx="10515600" cy="834163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377C2D-8682-12B2-AA3F-0386BD612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9534"/>
            <a:ext cx="10515600" cy="430097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711067-A31E-55EC-A068-216BF4C9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2790" y="6522412"/>
            <a:ext cx="1350819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845B0291-6227-43EA-83C9-C159E691502C}" type="datetime1">
              <a:rPr lang="de-AT" smtClean="0"/>
              <a:pPr/>
              <a:t>20.02.2026</a:t>
            </a:fld>
            <a:endParaRPr lang="de-AT" sz="16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0A685BE-1C4F-C9C0-4591-63821D0E6CB1}"/>
              </a:ext>
            </a:extLst>
          </p:cNvPr>
          <p:cNvSpPr txBox="1"/>
          <p:nvPr userDrawn="1"/>
        </p:nvSpPr>
        <p:spPr>
          <a:xfrm>
            <a:off x="11184376" y="6534215"/>
            <a:ext cx="1036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C5F0469-451D-462A-AE64-318BE0BE8C28}" type="slidenum">
              <a:rPr lang="de-AT" sz="1600" smtClean="0">
                <a:solidFill>
                  <a:schemeClr val="bg1"/>
                </a:solidFill>
              </a:rPr>
              <a:t>‹#›</a:t>
            </a:fld>
            <a:r>
              <a:rPr lang="de-AT" sz="1600">
                <a:solidFill>
                  <a:schemeClr val="bg1"/>
                </a:solidFill>
              </a:rPr>
              <a:t> / 29</a:t>
            </a:r>
          </a:p>
        </p:txBody>
      </p:sp>
      <p:pic>
        <p:nvPicPr>
          <p:cNvPr id="7" name="Grafik 6" descr="Ein Bild, das rot, Grafiken, Symbol, Karminrot enthält.&#10;&#10;KI-generierte Inhalte können fehlerhaft sein.">
            <a:extLst>
              <a:ext uri="{FF2B5EF4-FFF2-40B4-BE49-F238E27FC236}">
                <a16:creationId xmlns:a16="http://schemas.microsoft.com/office/drawing/2014/main" id="{C11896BA-189C-C15D-0BED-9C3316308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7348" y="102209"/>
            <a:ext cx="550838" cy="567690"/>
          </a:xfrm>
          <a:prstGeom prst="rect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23685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0352C4F-0CB0-B8B1-73CE-1A458628E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9694B-ADD2-4CEF-A378-ACE32FB870CD}" type="datetime1">
              <a:rPr lang="de-AT" smtClean="0"/>
              <a:t>20.02.2026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A5AADFD-5F87-2A89-DC35-C75BF3520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77229DB-7451-4AA3-DB71-3C2C24E62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39663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0DCC16-1D73-3910-7F30-19B907FD7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50F0C9-4B81-5BE1-7DE1-0EA73A8FD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B1FBC87-2140-3241-76CB-A1B2B1003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8AF7BF7-3277-D8E0-5018-48E015986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AF801-4259-4BE2-8C97-49F0E2FBD48C}" type="datetime1">
              <a:rPr lang="de-AT" smtClean="0"/>
              <a:t>20.02.2026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C35FE4C-5455-B800-221A-25DA1B19F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9AD684-A2D1-5D4A-9A2C-F54A5A9B6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842772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8ECD2B-BB08-5F6F-C81B-98702BB3B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D7F2123-A5EA-F5ED-3D41-BAD2A0D4F2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D928D0B-1483-0E08-61E7-13CD9E524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29E57C1-D8F6-2391-352D-C3B13F882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D2A72-C60A-4E1F-A105-C62EDF9BAF56}" type="datetime1">
              <a:rPr lang="de-AT" smtClean="0"/>
              <a:t>20.02.2026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26AAC7C-3CD5-6620-ACA2-35C988D09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032D8AC-E78B-15BF-7481-13444376F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39887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4F1B90-0693-BE81-60B3-82AFECDE9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9D5CAF0-AF91-273A-AE20-9FBC61FD4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135AC4-E8A4-4C34-5873-E2779CC98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592F9-67A0-4021-8E5E-323B0881860B}" type="datetime1">
              <a:rPr lang="de-AT" smtClean="0"/>
              <a:t>20.02.2026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BBC82D-A7BB-63AB-9B57-01B888182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CC6A34-4089-E515-F4BA-BA134DDD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18529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35C4139-9F30-39D1-86A2-BAF28B9C18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16B3C1F-7FF0-5994-FF79-CDC596B03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0DFACB-C540-DA82-B596-7D6E806CC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A1D3A-0A2C-4612-AAC6-8A51A82D0EC9}" type="datetime1">
              <a:rPr lang="de-AT" smtClean="0"/>
              <a:t>20.02.2026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E46BAB-6BDB-EBE8-84DC-8D304EBFD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FF2DB0-572A-3306-98B8-AE9251264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6BE8A-3291-4351-B057-3087336680E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37088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7CB0552-3478-8C0F-5CBC-AEFB7CD03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67DFF3-4370-A0CF-F9B3-E0FCD9859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8E1C04-834D-66AE-B009-299C798700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40B16C-82AF-4472-9B23-698112C03265}" type="datetime1">
              <a:rPr lang="de-AT" smtClean="0"/>
              <a:t>20.02.2026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AA2811-A2D2-DCD3-276F-46FDD1C7A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16F49E-0208-1DF5-E00F-DD19B4B6C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D6BE8A-3291-4351-B057-3087336680E6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98756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2" r:id="rId5"/>
    <p:sldLayoutId id="2147483651" r:id="rId6"/>
    <p:sldLayoutId id="2147483652" r:id="rId7"/>
    <p:sldLayoutId id="2147483653" r:id="rId8"/>
    <p:sldLayoutId id="2147483654" r:id="rId9"/>
    <p:sldLayoutId id="2147483663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image" Target="../media/image9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diagramData" Target="../diagrams/data1.xml"/><Relationship Id="rId16" Type="http://schemas.openxmlformats.org/officeDocument/2006/relationships/image" Target="../media/image12.sv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7.svg"/><Relationship Id="rId5" Type="http://schemas.openxmlformats.org/officeDocument/2006/relationships/diagramColors" Target="../diagrams/colors1.xml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microsoft.com/office/2018/10/relationships/comments" Target="../comments/modernComment_12E_4209859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microsoft.com/office/2018/10/relationships/comments" Target="../comments/modernComment_12B_3180B28D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microsoft.com/office/2018/10/relationships/comments" Target="../comments/modernComment_136_89AA1FE1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microsoft.com/office/2018/10/relationships/comments" Target="../comments/modernComment_137_A5AA31D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microsoft.com/office/2018/10/relationships/comments" Target="../comments/modernComment_138_FD22D94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42859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6FFF58-172B-F23E-3B00-3E570B6E7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773" y="778764"/>
            <a:ext cx="10515600" cy="834163"/>
          </a:xfrm>
        </p:spPr>
        <p:txBody>
          <a:bodyPr/>
          <a:lstStyle/>
          <a:p>
            <a:r>
              <a:rPr lang="de-DE"/>
              <a:t>Inhaltsverzeichnis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773740-E78A-19D8-FADD-829B4FF03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15C31-95F1-4AA9-94E4-3011F4CA3787}" type="datetime1">
              <a:rPr lang="de-AT" smtClean="0"/>
              <a:t>20.02.2026</a:t>
            </a:fld>
            <a:endParaRPr lang="de-AT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E3451E2-1B3A-50D5-4322-69400EE6FE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5842338"/>
              </p:ext>
            </p:extLst>
          </p:nvPr>
        </p:nvGraphicFramePr>
        <p:xfrm>
          <a:off x="-70337" y="1500555"/>
          <a:ext cx="12187506" cy="4746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9" name="Graphic 18" descr="Dokument Silhouette">
            <a:extLst>
              <a:ext uri="{FF2B5EF4-FFF2-40B4-BE49-F238E27FC236}">
                <a16:creationId xmlns:a16="http://schemas.microsoft.com/office/drawing/2014/main" id="{A5B4842C-0BCF-2AB9-7415-66A2E93298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40261" y="2370473"/>
            <a:ext cx="432000" cy="432000"/>
          </a:xfrm>
          <a:prstGeom prst="rect">
            <a:avLst/>
          </a:prstGeom>
        </p:spPr>
      </p:pic>
      <p:pic>
        <p:nvPicPr>
          <p:cNvPr id="6" name="Grafik 5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2784B2B5-D974-C707-7960-F7D137A176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16" y="1721057"/>
            <a:ext cx="399953" cy="399953"/>
          </a:xfrm>
          <a:prstGeom prst="rect">
            <a:avLst/>
          </a:prstGeom>
        </p:spPr>
      </p:pic>
      <p:pic>
        <p:nvPicPr>
          <p:cNvPr id="8" name="Grafik 7" descr="Ausgezeichnet mit einfarbiger Füllung">
            <a:extLst>
              <a:ext uri="{FF2B5EF4-FFF2-40B4-BE49-F238E27FC236}">
                <a16:creationId xmlns:a16="http://schemas.microsoft.com/office/drawing/2014/main" id="{C9767394-CA64-A47E-8D4A-CA57C3DA92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403511" y="4912265"/>
            <a:ext cx="505500" cy="505500"/>
          </a:xfrm>
          <a:prstGeom prst="rect">
            <a:avLst/>
          </a:prstGeom>
        </p:spPr>
      </p:pic>
      <p:pic>
        <p:nvPicPr>
          <p:cNvPr id="18" name="Grafik 17" descr="Gedankenblase mit einfarbiger Füllung">
            <a:extLst>
              <a:ext uri="{FF2B5EF4-FFF2-40B4-BE49-F238E27FC236}">
                <a16:creationId xmlns:a16="http://schemas.microsoft.com/office/drawing/2014/main" id="{5CA8D7BC-20FB-ED71-3488-7BE6143FAD2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715566" y="3631997"/>
            <a:ext cx="472927" cy="472927"/>
          </a:xfrm>
          <a:prstGeom prst="rect">
            <a:avLst/>
          </a:prstGeom>
        </p:spPr>
      </p:pic>
      <p:pic>
        <p:nvPicPr>
          <p:cNvPr id="22" name="Grafik 21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CBE5000B-451F-A6D4-3BA0-915FA0F0CE3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8570" y="4308618"/>
            <a:ext cx="399953" cy="399953"/>
          </a:xfrm>
          <a:prstGeom prst="rect">
            <a:avLst/>
          </a:prstGeom>
        </p:spPr>
      </p:pic>
      <p:pic>
        <p:nvPicPr>
          <p:cNvPr id="7" name="Grafik 6" descr="Tageskalender mit einfarbiger Füllung">
            <a:extLst>
              <a:ext uri="{FF2B5EF4-FFF2-40B4-BE49-F238E27FC236}">
                <a16:creationId xmlns:a16="http://schemas.microsoft.com/office/drawing/2014/main" id="{DBA424DB-7456-157E-3202-0E7448E020C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27025" y="5560601"/>
            <a:ext cx="485813" cy="485813"/>
          </a:xfrm>
          <a:prstGeom prst="rect">
            <a:avLst/>
          </a:prstGeom>
        </p:spPr>
      </p:pic>
      <p:pic>
        <p:nvPicPr>
          <p:cNvPr id="1026" name="Picture 2" descr="Diagrams Icons - Free SVG &amp; PNG Diagrams Images - Noun Project">
            <a:extLst>
              <a:ext uri="{FF2B5EF4-FFF2-40B4-BE49-F238E27FC236}">
                <a16:creationId xmlns:a16="http://schemas.microsoft.com/office/drawing/2014/main" id="{BC450422-6C0B-F22B-554F-CE06F2069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284" y="3013055"/>
            <a:ext cx="399954" cy="39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141316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293C9E-7E6A-8703-E40B-E92A87065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Projektübersicht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577B6F-BB74-DF9D-8DEF-AD28C27E7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33524"/>
            <a:ext cx="11169952" cy="334312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sz="600"/>
          </a:p>
          <a:p>
            <a:pPr marL="0" indent="0">
              <a:buNone/>
            </a:pPr>
            <a:r>
              <a:rPr lang="de-DE" b="1"/>
              <a:t>Backend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/>
              <a:t>Tim Hechenberger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000"/>
              <a:t>Jonas Aberger</a:t>
            </a:r>
          </a:p>
          <a:p>
            <a:pPr lvl="1">
              <a:buFont typeface="Symbol" panose="05050102010706020507" pitchFamily="18" charset="2"/>
              <a:buChar char="-"/>
            </a:pPr>
            <a:endParaRPr lang="de-DE" sz="500"/>
          </a:p>
          <a:p>
            <a:pPr lvl="1">
              <a:buFont typeface="Symbol" panose="05050102010706020507" pitchFamily="18" charset="2"/>
              <a:buChar char="-"/>
            </a:pPr>
            <a:endParaRPr lang="de-DE" sz="500"/>
          </a:p>
          <a:p>
            <a:pPr marL="0" indent="0">
              <a:buNone/>
            </a:pPr>
            <a:r>
              <a:rPr lang="de-DE" b="1"/>
              <a:t>Frontend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/>
              <a:t>Fabian Haslinger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000"/>
              <a:t>Jonas Aberger</a:t>
            </a:r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C71744-A7F3-6AF7-F4C3-42BAF5647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grpSp>
        <p:nvGrpSpPr>
          <p:cNvPr id="9" name="Backend-Tech">
            <a:extLst>
              <a:ext uri="{FF2B5EF4-FFF2-40B4-BE49-F238E27FC236}">
                <a16:creationId xmlns:a16="http://schemas.microsoft.com/office/drawing/2014/main" id="{801FF5F7-6B14-CFBB-D660-A2247CC30099}"/>
              </a:ext>
            </a:extLst>
          </p:cNvPr>
          <p:cNvGrpSpPr/>
          <p:nvPr/>
        </p:nvGrpSpPr>
        <p:grpSpPr>
          <a:xfrm>
            <a:off x="5737981" y="2879144"/>
            <a:ext cx="2989943" cy="1415462"/>
            <a:chOff x="5737981" y="2879144"/>
            <a:chExt cx="2989943" cy="1415462"/>
          </a:xfrm>
        </p:grpSpPr>
        <p:sp>
          <p:nvSpPr>
            <p:cNvPr id="6" name="Rechteck: abgerundete Ecken 5">
              <a:extLst>
                <a:ext uri="{FF2B5EF4-FFF2-40B4-BE49-F238E27FC236}">
                  <a16:creationId xmlns:a16="http://schemas.microsoft.com/office/drawing/2014/main" id="{E04C38EA-DE92-716C-EFCF-31E495CDE90E}"/>
                </a:ext>
              </a:extLst>
            </p:cNvPr>
            <p:cNvSpPr/>
            <p:nvPr/>
          </p:nvSpPr>
          <p:spPr>
            <a:xfrm>
              <a:off x="5737981" y="2879144"/>
              <a:ext cx="2989943" cy="1415462"/>
            </a:xfrm>
            <a:prstGeom prst="roundRect">
              <a:avLst/>
            </a:prstGeom>
            <a:noFill/>
            <a:ln w="38100" cap="flat" cmpd="sng" algn="ctr">
              <a:solidFill>
                <a:srgbClr val="E9713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pic>
          <p:nvPicPr>
            <p:cNvPr id="1030" name="Picture 6" descr="Python (Programmiersprache) – Wikipedia">
              <a:extLst>
                <a:ext uri="{FF2B5EF4-FFF2-40B4-BE49-F238E27FC236}">
                  <a16:creationId xmlns:a16="http://schemas.microsoft.com/office/drawing/2014/main" id="{353EF371-7F55-279C-E84A-3A016A47A7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4817" y="3087114"/>
              <a:ext cx="932861" cy="9328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Flask SVG and transparent PNG icons | TechIcons">
              <a:extLst>
                <a:ext uri="{FF2B5EF4-FFF2-40B4-BE49-F238E27FC236}">
                  <a16:creationId xmlns:a16="http://schemas.microsoft.com/office/drawing/2014/main" id="{CDB82168-24D2-BE5D-0CD2-DFA46C2C9C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8422" y="3045834"/>
              <a:ext cx="1015422" cy="1015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Raspb-Tech">
            <a:extLst>
              <a:ext uri="{FF2B5EF4-FFF2-40B4-BE49-F238E27FC236}">
                <a16:creationId xmlns:a16="http://schemas.microsoft.com/office/drawing/2014/main" id="{3724C0B4-5A5A-1E6D-9643-F4848CF53225}"/>
              </a:ext>
            </a:extLst>
          </p:cNvPr>
          <p:cNvGrpSpPr/>
          <p:nvPr/>
        </p:nvGrpSpPr>
        <p:grpSpPr>
          <a:xfrm>
            <a:off x="9218668" y="2879621"/>
            <a:ext cx="2562733" cy="1415462"/>
            <a:chOff x="9218668" y="2879621"/>
            <a:chExt cx="2562733" cy="1415462"/>
          </a:xfrm>
        </p:grpSpPr>
        <p:pic>
          <p:nvPicPr>
            <p:cNvPr id="1034" name="Picture 10" descr="Company Downloads / InfluxData Branding Docs">
              <a:extLst>
                <a:ext uri="{FF2B5EF4-FFF2-40B4-BE49-F238E27FC236}">
                  <a16:creationId xmlns:a16="http://schemas.microsoft.com/office/drawing/2014/main" id="{E1943876-7D8E-3695-BB1A-F4C3F45915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69803" y="3045834"/>
              <a:ext cx="1099712" cy="1099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 descr="Raspberry Pi Logo PNG Transparent &amp; SVG Vector - Freebie Supply">
              <a:extLst>
                <a:ext uri="{FF2B5EF4-FFF2-40B4-BE49-F238E27FC236}">
                  <a16:creationId xmlns:a16="http://schemas.microsoft.com/office/drawing/2014/main" id="{378A25CE-DADC-9225-DD69-C1C7BE5BBA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69515" y="3077114"/>
              <a:ext cx="1270479" cy="952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hteck: abgerundete Ecken 6">
              <a:extLst>
                <a:ext uri="{FF2B5EF4-FFF2-40B4-BE49-F238E27FC236}">
                  <a16:creationId xmlns:a16="http://schemas.microsoft.com/office/drawing/2014/main" id="{46D964AF-495C-72E0-8AA9-F2AD21DE3480}"/>
                </a:ext>
              </a:extLst>
            </p:cNvPr>
            <p:cNvSpPr/>
            <p:nvPr/>
          </p:nvSpPr>
          <p:spPr>
            <a:xfrm>
              <a:off x="9218668" y="2879621"/>
              <a:ext cx="2562733" cy="1415462"/>
            </a:xfrm>
            <a:prstGeom prst="roundRect">
              <a:avLst/>
            </a:prstGeom>
            <a:noFill/>
            <a:ln w="3810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</p:grpSp>
      <p:grpSp>
        <p:nvGrpSpPr>
          <p:cNvPr id="11" name="Frontend-Tech">
            <a:extLst>
              <a:ext uri="{FF2B5EF4-FFF2-40B4-BE49-F238E27FC236}">
                <a16:creationId xmlns:a16="http://schemas.microsoft.com/office/drawing/2014/main" id="{C31C28F8-31C8-033D-163F-57CEA472E160}"/>
              </a:ext>
            </a:extLst>
          </p:cNvPr>
          <p:cNvGrpSpPr/>
          <p:nvPr/>
        </p:nvGrpSpPr>
        <p:grpSpPr>
          <a:xfrm>
            <a:off x="7438422" y="4523619"/>
            <a:ext cx="2932538" cy="1335314"/>
            <a:chOff x="7438422" y="4523619"/>
            <a:chExt cx="2932538" cy="1335314"/>
          </a:xfrm>
        </p:grpSpPr>
        <p:pic>
          <p:nvPicPr>
            <p:cNvPr id="5" name="Picture 2" descr="React-Native: Soll ich Expo nutzen oder nicht? - Appmond">
              <a:extLst>
                <a:ext uri="{FF2B5EF4-FFF2-40B4-BE49-F238E27FC236}">
                  <a16:creationId xmlns:a16="http://schemas.microsoft.com/office/drawing/2014/main" id="{A8BE6BCA-E9B5-FF18-08EA-BB7B97642C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0548" y="4707504"/>
              <a:ext cx="2388286" cy="9463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hteck: abgerundete Ecken 7">
              <a:extLst>
                <a:ext uri="{FF2B5EF4-FFF2-40B4-BE49-F238E27FC236}">
                  <a16:creationId xmlns:a16="http://schemas.microsoft.com/office/drawing/2014/main" id="{FA9B3B34-4DB5-933F-C9F5-39D0F39570F3}"/>
                </a:ext>
              </a:extLst>
            </p:cNvPr>
            <p:cNvSpPr/>
            <p:nvPr/>
          </p:nvSpPr>
          <p:spPr>
            <a:xfrm>
              <a:off x="7438422" y="4523619"/>
              <a:ext cx="2932538" cy="1335314"/>
            </a:xfrm>
            <a:prstGeom prst="roundRect">
              <a:avLst/>
            </a:prstGeom>
            <a:noFill/>
            <a:ln w="38100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</p:grpSp>
      <p:sp>
        <p:nvSpPr>
          <p:cNvPr id="21" name="Textfeld 20">
            <a:extLst>
              <a:ext uri="{FF2B5EF4-FFF2-40B4-BE49-F238E27FC236}">
                <a16:creationId xmlns:a16="http://schemas.microsoft.com/office/drawing/2014/main" id="{18570E56-D1CA-FEFD-2DBB-BDB164493EC7}"/>
              </a:ext>
            </a:extLst>
          </p:cNvPr>
          <p:cNvSpPr txBox="1"/>
          <p:nvPr/>
        </p:nvSpPr>
        <p:spPr>
          <a:xfrm>
            <a:off x="838199" y="2119913"/>
            <a:ext cx="114856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600" b="1" i="1"/>
              <a:t>Handy-App für die Darstellung / Steuerung des Ertrags der PV-Anlage</a:t>
            </a:r>
          </a:p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997951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7DCEDB-891F-BC7C-0BD7-F6CD47707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0644" y="3032562"/>
            <a:ext cx="4070711" cy="792875"/>
          </a:xfrm>
        </p:spPr>
        <p:txBody>
          <a:bodyPr>
            <a:normAutofit/>
          </a:bodyPr>
          <a:lstStyle/>
          <a:p>
            <a:r>
              <a:rPr lang="de-AT" sz="4800" err="1"/>
              <a:t>Product</a:t>
            </a:r>
            <a:r>
              <a:rPr lang="de-AT" sz="4800"/>
              <a:t> Demo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E508E5-333F-D052-E52C-01A14677E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349164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5B725-7D1F-61FE-9D1D-F3D2166EC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8B6DB1-6916-7500-0FAC-2E1DD9E8E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877" y="3067041"/>
            <a:ext cx="5378245" cy="723918"/>
          </a:xfrm>
        </p:spPr>
        <p:txBody>
          <a:bodyPr>
            <a:normAutofit/>
          </a:bodyPr>
          <a:lstStyle/>
          <a:p>
            <a:r>
              <a:rPr lang="de-AT" sz="4500"/>
              <a:t>Gesamtarchitektur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136A00-F2B7-C4BB-5F7D-92652E700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89C8273-A3F9-B2CB-73A1-FD742AD6DD57}"/>
              </a:ext>
            </a:extLst>
          </p:cNvPr>
          <p:cNvSpPr txBox="1"/>
          <p:nvPr/>
        </p:nvSpPr>
        <p:spPr>
          <a:xfrm>
            <a:off x="2477036" y="3776213"/>
            <a:ext cx="72379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i="1">
                <a:solidFill>
                  <a:schemeClr val="tx1">
                    <a:lumMod val="65000"/>
                    <a:lumOff val="35000"/>
                  </a:schemeClr>
                </a:solidFill>
                <a:latin typeface="Bahnschrift" panose="020B0502040204020203" pitchFamily="34" charset="0"/>
              </a:rPr>
              <a:t>Systemübersichtsdiagramm / Sequenzdiagramm(e) </a:t>
            </a:r>
            <a:r>
              <a:rPr lang="de-DE"/>
              <a:t>	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4394473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F297D-4EEA-7A0E-B838-B019276E4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9ACC63-FB3B-2BDA-6DFC-74A44A242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1957"/>
            <a:ext cx="10515600" cy="834163"/>
          </a:xfrm>
        </p:spPr>
        <p:txBody>
          <a:bodyPr/>
          <a:lstStyle/>
          <a:p>
            <a:r>
              <a:rPr lang="de-AT"/>
              <a:t>Geplantes Systemkonzept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8F9110-3A3C-E564-6E9B-AD61AF9AE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81B2276-29B3-FAB8-B37C-672BEBF54D97}"/>
              </a:ext>
            </a:extLst>
          </p:cNvPr>
          <p:cNvSpPr txBox="1"/>
          <p:nvPr/>
        </p:nvSpPr>
        <p:spPr>
          <a:xfrm>
            <a:off x="7396314" y="1262671"/>
            <a:ext cx="3114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/>
              <a:t> (Muss-Ziele laut Pflichtenheft)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95DB710B-3DDE-0A25-2C78-923F41D44D3F}"/>
              </a:ext>
            </a:extLst>
          </p:cNvPr>
          <p:cNvSpPr/>
          <p:nvPr/>
        </p:nvSpPr>
        <p:spPr>
          <a:xfrm>
            <a:off x="1002890" y="1868130"/>
            <a:ext cx="4100051" cy="384241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E9713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E97132"/>
              </a:solidFill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E12F6A0C-5294-86CC-CB42-90A3E97413F1}"/>
              </a:ext>
            </a:extLst>
          </p:cNvPr>
          <p:cNvSpPr/>
          <p:nvPr/>
        </p:nvSpPr>
        <p:spPr>
          <a:xfrm>
            <a:off x="7089058" y="1868130"/>
            <a:ext cx="4100052" cy="3842410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E9713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422B9100-8445-39F2-123D-2BD2A4266630}"/>
              </a:ext>
            </a:extLst>
          </p:cNvPr>
          <p:cNvSpPr/>
          <p:nvPr/>
        </p:nvSpPr>
        <p:spPr>
          <a:xfrm>
            <a:off x="5451987" y="3418256"/>
            <a:ext cx="1288026" cy="834163"/>
          </a:xfrm>
          <a:prstGeom prst="rightArrow">
            <a:avLst/>
          </a:prstGeom>
          <a:solidFill>
            <a:srgbClr val="E97132"/>
          </a:solidFill>
          <a:ln>
            <a:solidFill>
              <a:srgbClr val="C01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47E58CE-7D4F-888D-6D9C-AE363FA157EF}"/>
              </a:ext>
            </a:extLst>
          </p:cNvPr>
          <p:cNvSpPr txBox="1"/>
          <p:nvPr/>
        </p:nvSpPr>
        <p:spPr>
          <a:xfrm>
            <a:off x="1194618" y="1988679"/>
            <a:ext cx="377067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b="1" u="sng"/>
              <a:t>Backend</a:t>
            </a:r>
          </a:p>
          <a:p>
            <a:pPr marL="800100" lvl="1" indent="-342900">
              <a:buFont typeface="Symbol" panose="05050102010706020507" pitchFamily="18" charset="2"/>
              <a:buChar char="-"/>
            </a:pPr>
            <a:r>
              <a:rPr lang="de-DE" sz="1900"/>
              <a:t>Laufende Protokollierung der PV-Daten</a:t>
            </a:r>
          </a:p>
          <a:p>
            <a:pPr marL="800100" lvl="1" indent="-342900">
              <a:buFont typeface="Symbol" panose="05050102010706020507" pitchFamily="18" charset="2"/>
              <a:buChar char="-"/>
            </a:pPr>
            <a:r>
              <a:rPr lang="de-DE" sz="1900"/>
              <a:t>Log der Steuerentscheidungen</a:t>
            </a:r>
          </a:p>
          <a:p>
            <a:pPr marL="800100" lvl="1" indent="-342900">
              <a:buFont typeface="Symbol" panose="05050102010706020507" pitchFamily="18" charset="2"/>
              <a:buChar char="-"/>
            </a:pPr>
            <a:r>
              <a:rPr lang="de-DE" sz="1900"/>
              <a:t>Datenbank</a:t>
            </a:r>
          </a:p>
          <a:p>
            <a:r>
              <a:rPr lang="de-DE" sz="2200" b="1" u="sng"/>
              <a:t>Frontend</a:t>
            </a:r>
          </a:p>
          <a:p>
            <a:pPr marL="800100" lvl="1" indent="-342900">
              <a:buFont typeface="Symbol" panose="05050102010706020507" pitchFamily="18" charset="2"/>
              <a:buChar char="-"/>
            </a:pPr>
            <a:r>
              <a:rPr lang="de-DE" sz="1900"/>
              <a:t>Anzeige der PV-Daten</a:t>
            </a:r>
          </a:p>
          <a:p>
            <a:pPr marL="800100" lvl="1" indent="-342900">
              <a:buFont typeface="Symbol" panose="05050102010706020507" pitchFamily="18" charset="2"/>
              <a:buChar char="-"/>
            </a:pPr>
            <a:r>
              <a:rPr lang="de-DE" sz="1900"/>
              <a:t>Aktueller Strompreis</a:t>
            </a:r>
          </a:p>
          <a:p>
            <a:pPr marL="800100" lvl="1" indent="-342900">
              <a:buFont typeface="Symbol" panose="05050102010706020507" pitchFamily="18" charset="2"/>
              <a:buChar char="-"/>
            </a:pPr>
            <a:r>
              <a:rPr lang="de-DE" sz="1900"/>
              <a:t>Ladeprioritäten</a:t>
            </a:r>
          </a:p>
          <a:p>
            <a:pPr marL="800100" lvl="1" indent="-342900">
              <a:buFont typeface="Symbol" panose="05050102010706020507" pitchFamily="18" charset="2"/>
              <a:buChar char="-"/>
            </a:pPr>
            <a:r>
              <a:rPr lang="de-DE" sz="1900"/>
              <a:t>Einstellungsmöglichkeiten für Boiler und Wallbox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FCE79F0-2DC9-1742-EF3C-073D249B6E31}"/>
              </a:ext>
            </a:extLst>
          </p:cNvPr>
          <p:cNvSpPr txBox="1"/>
          <p:nvPr/>
        </p:nvSpPr>
        <p:spPr>
          <a:xfrm>
            <a:off x="7253748" y="1988679"/>
            <a:ext cx="377067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b="1" u="sng"/>
              <a:t>Backend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de-DE" sz="1900">
                <a:solidFill>
                  <a:schemeClr val="accent6">
                    <a:lumMod val="75000"/>
                  </a:schemeClr>
                </a:solidFill>
              </a:rPr>
              <a:t>Laufende Protokollierung der PV-Daten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de-DE" sz="1900">
                <a:solidFill>
                  <a:schemeClr val="accent6">
                    <a:lumMod val="75000"/>
                  </a:schemeClr>
                </a:solidFill>
              </a:rPr>
              <a:t>Log der Steuerentscheidungen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de-DE" sz="1900">
                <a:solidFill>
                  <a:schemeClr val="accent6">
                    <a:lumMod val="75000"/>
                  </a:schemeClr>
                </a:solidFill>
              </a:rPr>
              <a:t>Datenbank</a:t>
            </a:r>
          </a:p>
          <a:p>
            <a:r>
              <a:rPr lang="de-DE" sz="2200" b="1" u="sng"/>
              <a:t>Frontend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de-DE" sz="1900">
                <a:solidFill>
                  <a:schemeClr val="accent6">
                    <a:lumMod val="75000"/>
                  </a:schemeClr>
                </a:solidFill>
              </a:rPr>
              <a:t>Anzeige der PV-Daten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de-DE" sz="1900">
                <a:solidFill>
                  <a:schemeClr val="accent6">
                    <a:lumMod val="75000"/>
                  </a:schemeClr>
                </a:solidFill>
              </a:rPr>
              <a:t>Aktueller Strompreis</a:t>
            </a:r>
          </a:p>
          <a:p>
            <a:pPr marL="800100" lvl="1" indent="-342900">
              <a:buFont typeface="Aptos" panose="020B0004020202020204" pitchFamily="34" charset="0"/>
              <a:buChar char="×"/>
            </a:pPr>
            <a:r>
              <a:rPr lang="de-DE" sz="1900">
                <a:solidFill>
                  <a:srgbClr val="C00000"/>
                </a:solidFill>
              </a:rPr>
              <a:t>Ladeprioritäten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de-DE" sz="1900">
                <a:solidFill>
                  <a:schemeClr val="accent6">
                    <a:lumMod val="75000"/>
                  </a:schemeClr>
                </a:solidFill>
              </a:rPr>
              <a:t>Einstellungsmöglichkeiten für Boiler und Wallbox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3FAA834D-02AF-2010-0C8A-FE13C741BA42}"/>
              </a:ext>
            </a:extLst>
          </p:cNvPr>
          <p:cNvGrpSpPr/>
          <p:nvPr/>
        </p:nvGrpSpPr>
        <p:grpSpPr>
          <a:xfrm>
            <a:off x="162789" y="5738990"/>
            <a:ext cx="5053781" cy="369332"/>
            <a:chOff x="3569109" y="5802547"/>
            <a:chExt cx="5053781" cy="369332"/>
          </a:xfrm>
        </p:grpSpPr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ADAADEEB-2741-4187-2444-37FA2A903BF5}"/>
                </a:ext>
              </a:extLst>
            </p:cNvPr>
            <p:cNvSpPr txBox="1"/>
            <p:nvPr/>
          </p:nvSpPr>
          <p:spPr>
            <a:xfrm>
              <a:off x="3569109" y="5802547"/>
              <a:ext cx="505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/>
                <a:t>-  Nicht erledigt         -  Erledigt         -  </a:t>
              </a:r>
              <a:r>
                <a:rPr lang="de-DE" err="1"/>
                <a:t>ToDo</a:t>
              </a:r>
              <a:endParaRPr lang="de-DE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9579E307-773B-AC3A-AD0C-33C3B8600445}"/>
                </a:ext>
              </a:extLst>
            </p:cNvPr>
            <p:cNvSpPr/>
            <p:nvPr/>
          </p:nvSpPr>
          <p:spPr>
            <a:xfrm>
              <a:off x="3569109" y="5906310"/>
              <a:ext cx="147484" cy="167148"/>
            </a:xfrm>
            <a:prstGeom prst="ellipse">
              <a:avLst/>
            </a:prstGeom>
            <a:solidFill>
              <a:srgbClr val="C01626"/>
            </a:solidFill>
            <a:ln>
              <a:solidFill>
                <a:srgbClr val="C016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5B3A0529-D6BC-258F-A423-9316BBCA77EE}"/>
                </a:ext>
              </a:extLst>
            </p:cNvPr>
            <p:cNvSpPr/>
            <p:nvPr/>
          </p:nvSpPr>
          <p:spPr>
            <a:xfrm>
              <a:off x="5530644" y="5916043"/>
              <a:ext cx="147484" cy="167148"/>
            </a:xfrm>
            <a:prstGeom prst="ellipse">
              <a:avLst/>
            </a:prstGeom>
            <a:solidFill>
              <a:srgbClr val="196B24"/>
            </a:solidFill>
            <a:ln>
              <a:solidFill>
                <a:srgbClr val="196B2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36D96077-E4AC-52B1-9ABE-497C5E041771}"/>
                </a:ext>
              </a:extLst>
            </p:cNvPr>
            <p:cNvSpPr/>
            <p:nvPr/>
          </p:nvSpPr>
          <p:spPr>
            <a:xfrm>
              <a:off x="6887496" y="5916043"/>
              <a:ext cx="147484" cy="167148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48211845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CAD1C-3A05-3405-C4E8-234700DDC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6F666A-B2B6-C7CB-EBCA-695875AD5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1957"/>
            <a:ext cx="10515600" cy="834163"/>
          </a:xfrm>
        </p:spPr>
        <p:txBody>
          <a:bodyPr/>
          <a:lstStyle/>
          <a:p>
            <a:r>
              <a:rPr lang="de-AT"/>
              <a:t>Geplantes Systemkonzept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C82368-FB5C-733A-13C5-B31333EE2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DC31E47-E430-9D15-1BCC-A7258BACF04D}"/>
              </a:ext>
            </a:extLst>
          </p:cNvPr>
          <p:cNvSpPr txBox="1"/>
          <p:nvPr/>
        </p:nvSpPr>
        <p:spPr>
          <a:xfrm>
            <a:off x="7396314" y="1262671"/>
            <a:ext cx="3114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/>
              <a:t> (Soll-Ziele laut Pflichtenheft)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D5FDAFA2-97F3-EBF8-39B9-0E732BE6A7A4}"/>
              </a:ext>
            </a:extLst>
          </p:cNvPr>
          <p:cNvSpPr/>
          <p:nvPr/>
        </p:nvSpPr>
        <p:spPr>
          <a:xfrm>
            <a:off x="1002890" y="2064774"/>
            <a:ext cx="4100051" cy="3519949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8EB21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E97132"/>
              </a:solidFill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EE715DC3-08C0-C65E-8E8B-158E600E55BA}"/>
              </a:ext>
            </a:extLst>
          </p:cNvPr>
          <p:cNvSpPr/>
          <p:nvPr/>
        </p:nvSpPr>
        <p:spPr>
          <a:xfrm>
            <a:off x="7089058" y="2064774"/>
            <a:ext cx="4100052" cy="3519949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8EB21E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38358723-7A67-1806-6D75-3370BF2E7E41}"/>
              </a:ext>
            </a:extLst>
          </p:cNvPr>
          <p:cNvSpPr/>
          <p:nvPr/>
        </p:nvSpPr>
        <p:spPr>
          <a:xfrm>
            <a:off x="5451987" y="3418256"/>
            <a:ext cx="1288026" cy="834163"/>
          </a:xfrm>
          <a:prstGeom prst="rightArrow">
            <a:avLst/>
          </a:prstGeom>
          <a:solidFill>
            <a:srgbClr val="8EB21E"/>
          </a:solidFill>
          <a:ln>
            <a:solidFill>
              <a:srgbClr val="3FB4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E273948-0510-32D0-D69D-90B7D7DAA5EB}"/>
              </a:ext>
            </a:extLst>
          </p:cNvPr>
          <p:cNvSpPr txBox="1"/>
          <p:nvPr/>
        </p:nvSpPr>
        <p:spPr>
          <a:xfrm>
            <a:off x="1258528" y="2250287"/>
            <a:ext cx="37706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/>
              <a:t>Fail-Safe (API)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800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/>
              <a:t>Reagieren auf Veränderungen der Verbrauchskurven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800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/>
              <a:t>Steuerung der Verbraucher im Tagesverlauf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800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/>
              <a:t>Sommer- und Wintermodus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B4044D4-681A-1421-FF85-2AA64C536C0C}"/>
              </a:ext>
            </a:extLst>
          </p:cNvPr>
          <p:cNvSpPr txBox="1"/>
          <p:nvPr/>
        </p:nvSpPr>
        <p:spPr>
          <a:xfrm>
            <a:off x="7396314" y="2250286"/>
            <a:ext cx="37706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de-DE" sz="2200">
                <a:solidFill>
                  <a:srgbClr val="0070C0"/>
                </a:solidFill>
              </a:rPr>
              <a:t>Fail-Safe (API)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de-DE" sz="80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de-DE" sz="2200">
                <a:solidFill>
                  <a:srgbClr val="196B24"/>
                </a:solidFill>
              </a:rPr>
              <a:t>Reagieren auf Veränderungen der Verbrauchskurven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de-DE" sz="80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de-DE" sz="2200">
                <a:solidFill>
                  <a:srgbClr val="196B24"/>
                </a:solidFill>
              </a:rPr>
              <a:t>Steuerung der Verbraucher im Tagesverlauf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de-DE" sz="80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de-DE" sz="2200">
                <a:solidFill>
                  <a:srgbClr val="196B24"/>
                </a:solidFill>
              </a:rPr>
              <a:t>Sommer- und Wintermodus 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D1E2E1-1926-0183-9DF6-FC2B2CEB75BF}"/>
              </a:ext>
            </a:extLst>
          </p:cNvPr>
          <p:cNvGrpSpPr/>
          <p:nvPr/>
        </p:nvGrpSpPr>
        <p:grpSpPr>
          <a:xfrm>
            <a:off x="162789" y="5738990"/>
            <a:ext cx="5053781" cy="369332"/>
            <a:chOff x="3569109" y="5802547"/>
            <a:chExt cx="5053781" cy="369332"/>
          </a:xfrm>
        </p:grpSpPr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265F88E-8BA3-3DC1-EB0D-0A3813C56D08}"/>
                </a:ext>
              </a:extLst>
            </p:cNvPr>
            <p:cNvSpPr txBox="1"/>
            <p:nvPr/>
          </p:nvSpPr>
          <p:spPr>
            <a:xfrm>
              <a:off x="3569109" y="5802547"/>
              <a:ext cx="505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/>
                <a:t>-  Nicht erledigt         -  Erledigt         -  </a:t>
              </a:r>
              <a:r>
                <a:rPr lang="de-DE" err="1"/>
                <a:t>ToDo</a:t>
              </a:r>
              <a:endParaRPr lang="de-DE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263A905A-56E0-9EF7-09F5-C9D8E206340F}"/>
                </a:ext>
              </a:extLst>
            </p:cNvPr>
            <p:cNvSpPr/>
            <p:nvPr/>
          </p:nvSpPr>
          <p:spPr>
            <a:xfrm>
              <a:off x="3569109" y="5906310"/>
              <a:ext cx="147484" cy="167148"/>
            </a:xfrm>
            <a:prstGeom prst="ellipse">
              <a:avLst/>
            </a:prstGeom>
            <a:solidFill>
              <a:srgbClr val="C01626"/>
            </a:solidFill>
            <a:ln>
              <a:solidFill>
                <a:srgbClr val="C016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B0A97092-E388-DD81-67B4-A812B2514089}"/>
                </a:ext>
              </a:extLst>
            </p:cNvPr>
            <p:cNvSpPr/>
            <p:nvPr/>
          </p:nvSpPr>
          <p:spPr>
            <a:xfrm>
              <a:off x="5530644" y="5916043"/>
              <a:ext cx="147484" cy="167148"/>
            </a:xfrm>
            <a:prstGeom prst="ellipse">
              <a:avLst/>
            </a:prstGeom>
            <a:solidFill>
              <a:srgbClr val="196B24"/>
            </a:solidFill>
            <a:ln>
              <a:solidFill>
                <a:srgbClr val="196B2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65684E97-A1BA-098F-409D-AE4BDBAFE2A5}"/>
                </a:ext>
              </a:extLst>
            </p:cNvPr>
            <p:cNvSpPr/>
            <p:nvPr/>
          </p:nvSpPr>
          <p:spPr>
            <a:xfrm>
              <a:off x="6887496" y="5916043"/>
              <a:ext cx="147484" cy="167148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400586888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19E8E-D960-BD8F-0778-5EC7C97EA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C22A84-A26A-C8B2-6B4F-BA77EF332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1957"/>
            <a:ext cx="10515600" cy="834163"/>
          </a:xfrm>
        </p:spPr>
        <p:txBody>
          <a:bodyPr/>
          <a:lstStyle/>
          <a:p>
            <a:r>
              <a:rPr lang="de-AT"/>
              <a:t>Geplantes Systemkonzept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7816AB-DD73-DA8F-AEEA-C2F79BDDB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92DE06D-FBEC-9CB0-5B0A-00074E114E33}"/>
              </a:ext>
            </a:extLst>
          </p:cNvPr>
          <p:cNvSpPr txBox="1"/>
          <p:nvPr/>
        </p:nvSpPr>
        <p:spPr>
          <a:xfrm>
            <a:off x="7396314" y="1262671"/>
            <a:ext cx="3114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/>
              <a:t> (Kann-Ziele laut Pflichtenheft)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FCF0A009-E7EC-54EA-8DF7-47582496048E}"/>
              </a:ext>
            </a:extLst>
          </p:cNvPr>
          <p:cNvSpPr/>
          <p:nvPr/>
        </p:nvSpPr>
        <p:spPr>
          <a:xfrm>
            <a:off x="1002890" y="2576052"/>
            <a:ext cx="4100051" cy="2418735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3FB44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E97132"/>
              </a:solidFill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0321BD11-EFEB-6806-1599-393EB3D4AEB0}"/>
              </a:ext>
            </a:extLst>
          </p:cNvPr>
          <p:cNvSpPr/>
          <p:nvPr/>
        </p:nvSpPr>
        <p:spPr>
          <a:xfrm>
            <a:off x="7089058" y="2552772"/>
            <a:ext cx="4100052" cy="2442015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3FB44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EFB38CD0-FAD2-201C-1C3B-0576BAA66C3A}"/>
              </a:ext>
            </a:extLst>
          </p:cNvPr>
          <p:cNvSpPr/>
          <p:nvPr/>
        </p:nvSpPr>
        <p:spPr>
          <a:xfrm>
            <a:off x="5451987" y="3418256"/>
            <a:ext cx="1288026" cy="834163"/>
          </a:xfrm>
          <a:prstGeom prst="rightArrow">
            <a:avLst/>
          </a:prstGeom>
          <a:solidFill>
            <a:srgbClr val="3FB445"/>
          </a:solidFill>
          <a:ln>
            <a:solidFill>
              <a:srgbClr val="196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26E81CE-EDC4-9565-3EAE-B39D428742E2}"/>
              </a:ext>
            </a:extLst>
          </p:cNvPr>
          <p:cNvSpPr txBox="1"/>
          <p:nvPr/>
        </p:nvSpPr>
        <p:spPr>
          <a:xfrm>
            <a:off x="1199534" y="2819676"/>
            <a:ext cx="37706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/>
              <a:t>iOS-Zusatz 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800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/>
              <a:t>Diagramm zur Darstellung der PV-Daten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800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200"/>
              <a:t>Externen Zugriff außerhalb des Heimnetzwerkes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CA0840A-0E1D-77BB-0AFD-64D34DB5FD82}"/>
              </a:ext>
            </a:extLst>
          </p:cNvPr>
          <p:cNvSpPr txBox="1"/>
          <p:nvPr/>
        </p:nvSpPr>
        <p:spPr>
          <a:xfrm>
            <a:off x="7253748" y="2819676"/>
            <a:ext cx="37706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de-DE" sz="2200">
                <a:solidFill>
                  <a:srgbClr val="196B24"/>
                </a:solidFill>
              </a:rPr>
              <a:t>iOS-Zusatz</a:t>
            </a:r>
            <a:r>
              <a:rPr lang="de-DE" sz="2200"/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de-DE" sz="80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de-DE" sz="2200">
                <a:solidFill>
                  <a:srgbClr val="196B24"/>
                </a:solidFill>
              </a:rPr>
              <a:t>Diagramm zur Darstellung der PV-Daten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de-DE" sz="800"/>
          </a:p>
          <a:p>
            <a:pPr marL="342900" indent="-342900">
              <a:buFont typeface="Aptos" panose="020B0004020202020204" pitchFamily="34" charset="0"/>
              <a:buChar char="×"/>
            </a:pPr>
            <a:r>
              <a:rPr lang="de-DE" sz="2200">
                <a:solidFill>
                  <a:srgbClr val="C01626"/>
                </a:solidFill>
              </a:rPr>
              <a:t>Externen Zugriff außerhalb des Heimnetzwerkes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FB85E49D-DAB8-AD9C-9D3F-0BC97D88AD04}"/>
              </a:ext>
            </a:extLst>
          </p:cNvPr>
          <p:cNvGrpSpPr/>
          <p:nvPr/>
        </p:nvGrpSpPr>
        <p:grpSpPr>
          <a:xfrm>
            <a:off x="162789" y="5738990"/>
            <a:ext cx="5053781" cy="369332"/>
            <a:chOff x="3569109" y="5802547"/>
            <a:chExt cx="5053781" cy="369332"/>
          </a:xfrm>
        </p:grpSpPr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1883FAAE-4244-5E0B-BBB4-0AB69A2FAB21}"/>
                </a:ext>
              </a:extLst>
            </p:cNvPr>
            <p:cNvSpPr txBox="1"/>
            <p:nvPr/>
          </p:nvSpPr>
          <p:spPr>
            <a:xfrm>
              <a:off x="3569109" y="5802547"/>
              <a:ext cx="50537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/>
                <a:t>-  Nicht erledigt         -  Erledigt         -  </a:t>
              </a:r>
              <a:r>
                <a:rPr lang="de-DE" err="1"/>
                <a:t>ToDo</a:t>
              </a:r>
              <a:endParaRPr lang="de-DE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47E4E71B-8207-C742-FEA9-2254800E672C}"/>
                </a:ext>
              </a:extLst>
            </p:cNvPr>
            <p:cNvSpPr/>
            <p:nvPr/>
          </p:nvSpPr>
          <p:spPr>
            <a:xfrm>
              <a:off x="3569109" y="5906310"/>
              <a:ext cx="147484" cy="167148"/>
            </a:xfrm>
            <a:prstGeom prst="ellipse">
              <a:avLst/>
            </a:prstGeom>
            <a:solidFill>
              <a:srgbClr val="C01626"/>
            </a:solidFill>
            <a:ln>
              <a:solidFill>
                <a:srgbClr val="C0162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D45535A9-C8C2-54A7-94C4-2B85F7831032}"/>
                </a:ext>
              </a:extLst>
            </p:cNvPr>
            <p:cNvSpPr/>
            <p:nvPr/>
          </p:nvSpPr>
          <p:spPr>
            <a:xfrm>
              <a:off x="5530644" y="5916043"/>
              <a:ext cx="147484" cy="167148"/>
            </a:xfrm>
            <a:prstGeom prst="ellipse">
              <a:avLst/>
            </a:prstGeom>
            <a:solidFill>
              <a:srgbClr val="196B24"/>
            </a:solidFill>
            <a:ln>
              <a:solidFill>
                <a:srgbClr val="196B2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373B4427-D483-B43E-85F2-0F7D39A507C1}"/>
                </a:ext>
              </a:extLst>
            </p:cNvPr>
            <p:cNvSpPr/>
            <p:nvPr/>
          </p:nvSpPr>
          <p:spPr>
            <a:xfrm>
              <a:off x="6887496" y="5916043"/>
              <a:ext cx="147484" cy="167148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404846569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AC97C8-2304-CC74-9F46-65A3A98A4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Technische Umsetzung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28DDA8-3BB0-5B3B-F82F-10E5FE356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AT" b="1"/>
              <a:t>Beantwortung der zentralen Fragestellungen</a:t>
            </a:r>
          </a:p>
          <a:p>
            <a:pPr marL="457200" lvl="1" indent="0">
              <a:buNone/>
            </a:pPr>
            <a:r>
              <a:rPr lang="de-AT"/>
              <a:t>Welche Probleme wurden wie gelöst?</a:t>
            </a:r>
          </a:p>
          <a:p>
            <a:pPr marL="457200" lvl="1" indent="0">
              <a:buNone/>
            </a:pPr>
            <a:r>
              <a:rPr lang="de-AT"/>
              <a:t>Was ist wichtiger Code?</a:t>
            </a:r>
          </a:p>
          <a:p>
            <a:pPr marL="0" indent="0">
              <a:buNone/>
            </a:pPr>
            <a:endParaRPr lang="de-AT"/>
          </a:p>
          <a:p>
            <a:pPr marL="0" indent="0">
              <a:buNone/>
            </a:pPr>
            <a:endParaRPr lang="de-AT"/>
          </a:p>
          <a:p>
            <a:pPr marL="0" indent="0">
              <a:buNone/>
            </a:pP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FAC068-6E0C-9775-19DB-CFBA68585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8617B54E-31E4-3F55-9A89-1A49905BA098}"/>
              </a:ext>
            </a:extLst>
          </p:cNvPr>
          <p:cNvSpPr/>
          <p:nvPr/>
        </p:nvSpPr>
        <p:spPr>
          <a:xfrm>
            <a:off x="838198" y="4315580"/>
            <a:ext cx="2699658" cy="895047"/>
          </a:xfrm>
          <a:prstGeom prst="roundRect">
            <a:avLst/>
          </a:prstGeom>
          <a:noFill/>
          <a:ln w="57150" cap="flat" cmpd="sng" algn="ctr">
            <a:solidFill>
              <a:srgbClr val="215F9A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de-AT" sz="3200">
                <a:solidFill>
                  <a:srgbClr val="215F9A"/>
                </a:solidFill>
                <a:latin typeface="Bahnschrift" panose="020B0502040204020203" pitchFamily="34" charset="0"/>
              </a:rPr>
              <a:t>Frontend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803D24F1-94CE-C4AB-7A18-7E73A85C2D4A}"/>
              </a:ext>
            </a:extLst>
          </p:cNvPr>
          <p:cNvSpPr/>
          <p:nvPr/>
        </p:nvSpPr>
        <p:spPr>
          <a:xfrm>
            <a:off x="4689319" y="4310742"/>
            <a:ext cx="2699658" cy="895047"/>
          </a:xfrm>
          <a:prstGeom prst="roundRect">
            <a:avLst/>
          </a:prstGeom>
          <a:noFill/>
          <a:ln w="57150" cap="flat" cmpd="sng" algn="ctr">
            <a:solidFill>
              <a:srgbClr val="E9713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de-AT" sz="3200">
                <a:solidFill>
                  <a:srgbClr val="E97132"/>
                </a:solidFill>
                <a:latin typeface="Bahnschrift" panose="020B0502040204020203" pitchFamily="34" charset="0"/>
              </a:rPr>
              <a:t>Backend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DA043CAD-8778-BACD-9EFE-709A55FC0A0D}"/>
              </a:ext>
            </a:extLst>
          </p:cNvPr>
          <p:cNvSpPr/>
          <p:nvPr/>
        </p:nvSpPr>
        <p:spPr>
          <a:xfrm>
            <a:off x="8654141" y="4315581"/>
            <a:ext cx="2699658" cy="895047"/>
          </a:xfrm>
          <a:prstGeom prst="roundRect">
            <a:avLst/>
          </a:prstGeom>
          <a:noFill/>
          <a:ln w="5715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de-AT" sz="320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RaspberryPI</a:t>
            </a:r>
          </a:p>
        </p:txBody>
      </p:sp>
    </p:spTree>
    <p:extLst>
      <p:ext uri="{BB962C8B-B14F-4D97-AF65-F5344CB8AC3E}">
        <p14:creationId xmlns:p14="http://schemas.microsoft.com/office/powerpoint/2010/main" val="292548684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1C60C-0B68-BFBC-F4AF-88E2FD99B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ECC48A-5ED1-4C4D-C68C-9D1F8BB08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089" y="1148406"/>
            <a:ext cx="10515600" cy="834163"/>
          </a:xfrm>
        </p:spPr>
        <p:txBody>
          <a:bodyPr>
            <a:normAutofit/>
          </a:bodyPr>
          <a:lstStyle/>
          <a:p>
            <a:r>
              <a:rPr lang="de-DE" sz="4600"/>
              <a:t>Frontend - Animation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9A1C17-37FC-22E1-FBEE-228220F4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808C740-DD6D-ADBC-B550-94AD15636C27}"/>
              </a:ext>
            </a:extLst>
          </p:cNvPr>
          <p:cNvSpPr txBox="1"/>
          <p:nvPr/>
        </p:nvSpPr>
        <p:spPr>
          <a:xfrm>
            <a:off x="838200" y="785321"/>
            <a:ext cx="6304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i="1">
                <a:solidFill>
                  <a:schemeClr val="bg2">
                    <a:lumMod val="50000"/>
                  </a:schemeClr>
                </a:solidFill>
              </a:rPr>
              <a:t>Technische Umsetzung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CE5867A-1EDB-3A8A-15F4-C28B94D908F0}"/>
              </a:ext>
            </a:extLst>
          </p:cNvPr>
          <p:cNvSpPr txBox="1"/>
          <p:nvPr/>
        </p:nvSpPr>
        <p:spPr>
          <a:xfrm>
            <a:off x="1032388" y="2054942"/>
            <a:ext cx="105156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u="sng"/>
              <a:t>Problem:</a:t>
            </a:r>
            <a:r>
              <a:rPr lang="de-DE" sz="2000"/>
              <a:t> Fehlerhafte Darstellung der Energieflüsse</a:t>
            </a:r>
          </a:p>
          <a:p>
            <a:endParaRPr lang="de-DE" b="1" u="sng"/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CBF0F94-D18A-8286-6E10-0E34795CF610}"/>
              </a:ext>
            </a:extLst>
          </p:cNvPr>
          <p:cNvGrpSpPr/>
          <p:nvPr/>
        </p:nvGrpSpPr>
        <p:grpSpPr>
          <a:xfrm>
            <a:off x="1130710" y="2812026"/>
            <a:ext cx="4601496" cy="2897568"/>
            <a:chOff x="1130710" y="2812026"/>
            <a:chExt cx="4601496" cy="2897568"/>
          </a:xfrm>
        </p:grpSpPr>
        <p:sp>
          <p:nvSpPr>
            <p:cNvPr id="18" name="Rechteck: abgerundete Ecken 17">
              <a:extLst>
                <a:ext uri="{FF2B5EF4-FFF2-40B4-BE49-F238E27FC236}">
                  <a16:creationId xmlns:a16="http://schemas.microsoft.com/office/drawing/2014/main" id="{EEBE4CA9-5020-70F9-6DC3-9443EDC51345}"/>
                </a:ext>
              </a:extLst>
            </p:cNvPr>
            <p:cNvSpPr/>
            <p:nvPr/>
          </p:nvSpPr>
          <p:spPr>
            <a:xfrm>
              <a:off x="1130710" y="2812026"/>
              <a:ext cx="4601496" cy="2897568"/>
            </a:xfrm>
            <a:prstGeom prst="round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23A0179B-1F12-1700-03FE-0709D8E51160}"/>
                </a:ext>
              </a:extLst>
            </p:cNvPr>
            <p:cNvSpPr txBox="1"/>
            <p:nvPr/>
          </p:nvSpPr>
          <p:spPr>
            <a:xfrm>
              <a:off x="2561303" y="2920181"/>
              <a:ext cx="17403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b="1" u="sng"/>
                <a:t>Ursprünglich</a:t>
              </a:r>
              <a:endParaRPr lang="de-DE" b="1" u="sng"/>
            </a:p>
          </p:txBody>
        </p:sp>
        <p:pic>
          <p:nvPicPr>
            <p:cNvPr id="22" name="Grafik 21" descr="Ein Bild, das Kreis, gelb, Logo, Symbol enthält.&#10;&#10;KI-generierte Inhalte können fehlerhaft sein.">
              <a:extLst>
                <a:ext uri="{FF2B5EF4-FFF2-40B4-BE49-F238E27FC236}">
                  <a16:creationId xmlns:a16="http://schemas.microsoft.com/office/drawing/2014/main" id="{DB4DF5F3-A56F-6C28-999F-27077B73D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24078" y="3443872"/>
              <a:ext cx="714475" cy="628738"/>
            </a:xfrm>
            <a:prstGeom prst="rect">
              <a:avLst/>
            </a:prstGeom>
          </p:spPr>
        </p:pic>
        <p:sp>
          <p:nvSpPr>
            <p:cNvPr id="23" name="Pfeil: nach rechts 22">
              <a:extLst>
                <a:ext uri="{FF2B5EF4-FFF2-40B4-BE49-F238E27FC236}">
                  <a16:creationId xmlns:a16="http://schemas.microsoft.com/office/drawing/2014/main" id="{0E8AE934-4F51-4309-50F2-E06876BCA554}"/>
                </a:ext>
              </a:extLst>
            </p:cNvPr>
            <p:cNvSpPr/>
            <p:nvPr/>
          </p:nvSpPr>
          <p:spPr>
            <a:xfrm>
              <a:off x="2102462" y="3577624"/>
              <a:ext cx="678426" cy="28513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5" name="Grafik 24" descr="Ein Bild, das Symbol, Design enthält.&#10;&#10;KI-generierte Inhalte können fehlerhaft sein.">
              <a:extLst>
                <a:ext uri="{FF2B5EF4-FFF2-40B4-BE49-F238E27FC236}">
                  <a16:creationId xmlns:a16="http://schemas.microsoft.com/office/drawing/2014/main" id="{962BD91E-05A2-7BC8-CD3A-8303831FA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44797" y="3386714"/>
              <a:ext cx="733527" cy="743054"/>
            </a:xfrm>
            <a:prstGeom prst="rect">
              <a:avLst/>
            </a:prstGeom>
          </p:spPr>
        </p:pic>
        <p:pic>
          <p:nvPicPr>
            <p:cNvPr id="27" name="Grafik 26" descr="Ein Bild, das Symbol, Grafiken, Logo, Schrift enthält.&#10;&#10;KI-generierte Inhalte können fehlerhaft sein.">
              <a:extLst>
                <a:ext uri="{FF2B5EF4-FFF2-40B4-BE49-F238E27FC236}">
                  <a16:creationId xmlns:a16="http://schemas.microsoft.com/office/drawing/2014/main" id="{F1D96869-7494-3AA6-82EA-80ED2CBF2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17725" y="3410530"/>
              <a:ext cx="666843" cy="695422"/>
            </a:xfrm>
            <a:prstGeom prst="rect">
              <a:avLst/>
            </a:prstGeom>
          </p:spPr>
        </p:pic>
        <p:pic>
          <p:nvPicPr>
            <p:cNvPr id="29" name="Grafik 28" descr="Ein Bild, das Symbol, Logo, Schrift enthält.&#10;&#10;KI-generierte Inhalte können fehlerhaft sein.">
              <a:extLst>
                <a:ext uri="{FF2B5EF4-FFF2-40B4-BE49-F238E27FC236}">
                  <a16:creationId xmlns:a16="http://schemas.microsoft.com/office/drawing/2014/main" id="{011B072B-FE05-2041-157E-D2D185A734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0256"/>
            <a:stretch>
              <a:fillRect/>
            </a:stretch>
          </p:blipFill>
          <p:spPr>
            <a:xfrm>
              <a:off x="4523969" y="3381951"/>
              <a:ext cx="666843" cy="752580"/>
            </a:xfrm>
            <a:prstGeom prst="rect">
              <a:avLst/>
            </a:prstGeom>
          </p:spPr>
        </p:pic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8BE9307A-B45E-E535-7C49-D2293C2D872D}"/>
                </a:ext>
              </a:extLst>
            </p:cNvPr>
            <p:cNvSpPr txBox="1"/>
            <p:nvPr/>
          </p:nvSpPr>
          <p:spPr>
            <a:xfrm>
              <a:off x="1324078" y="4365523"/>
              <a:ext cx="393618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Symbol" panose="05050102010706020507" pitchFamily="18" charset="2"/>
                <a:buChar char="-"/>
              </a:pPr>
              <a:r>
                <a:rPr lang="de-DE"/>
                <a:t>Nicht ersichtlich ob Einspeisung / Bezug</a:t>
              </a:r>
            </a:p>
            <a:p>
              <a:pPr marL="285750" indent="-285750">
                <a:buFont typeface="Symbol" panose="05050102010706020507" pitchFamily="18" charset="2"/>
                <a:buChar char="-"/>
              </a:pPr>
              <a:r>
                <a:rPr lang="de-DE"/>
                <a:t>Nicht ersichtlich ob Batterie lädt / entlädt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B515F0BE-68D5-BD82-5C3F-349526460AF5}"/>
              </a:ext>
            </a:extLst>
          </p:cNvPr>
          <p:cNvGrpSpPr/>
          <p:nvPr/>
        </p:nvGrpSpPr>
        <p:grpSpPr>
          <a:xfrm>
            <a:off x="6459794" y="2804423"/>
            <a:ext cx="4601496" cy="2897568"/>
            <a:chOff x="1130710" y="2812026"/>
            <a:chExt cx="4601496" cy="2897568"/>
          </a:xfrm>
        </p:grpSpPr>
        <p:sp>
          <p:nvSpPr>
            <p:cNvPr id="33" name="Rechteck: abgerundete Ecken 32">
              <a:extLst>
                <a:ext uri="{FF2B5EF4-FFF2-40B4-BE49-F238E27FC236}">
                  <a16:creationId xmlns:a16="http://schemas.microsoft.com/office/drawing/2014/main" id="{AD6B8FB7-F11F-ECC7-A33C-40F98091F1ED}"/>
                </a:ext>
              </a:extLst>
            </p:cNvPr>
            <p:cNvSpPr/>
            <p:nvPr/>
          </p:nvSpPr>
          <p:spPr>
            <a:xfrm>
              <a:off x="1130710" y="2812026"/>
              <a:ext cx="4601496" cy="2897568"/>
            </a:xfrm>
            <a:prstGeom prst="round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E52495FF-D279-E087-6B99-D93BF061C755}"/>
                </a:ext>
              </a:extLst>
            </p:cNvPr>
            <p:cNvSpPr txBox="1"/>
            <p:nvPr/>
          </p:nvSpPr>
          <p:spPr>
            <a:xfrm>
              <a:off x="2448743" y="2922325"/>
              <a:ext cx="20752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b="1" u="sng"/>
                <a:t>Neu-Umsetzung</a:t>
              </a:r>
              <a:endParaRPr lang="de-DE" b="1" u="sng"/>
            </a:p>
          </p:txBody>
        </p:sp>
        <p:pic>
          <p:nvPicPr>
            <p:cNvPr id="35" name="Grafik 34" descr="Ein Bild, das Kreis, gelb, Logo, Symbol enthält.&#10;&#10;KI-generierte Inhalte können fehlerhaft sein.">
              <a:extLst>
                <a:ext uri="{FF2B5EF4-FFF2-40B4-BE49-F238E27FC236}">
                  <a16:creationId xmlns:a16="http://schemas.microsoft.com/office/drawing/2014/main" id="{525ADFDC-5D8B-B060-AD49-2D50670FF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24078" y="3443872"/>
              <a:ext cx="714475" cy="628738"/>
            </a:xfrm>
            <a:prstGeom prst="rect">
              <a:avLst/>
            </a:prstGeom>
          </p:spPr>
        </p:pic>
        <p:sp>
          <p:nvSpPr>
            <p:cNvPr id="36" name="Pfeil: nach rechts 35">
              <a:extLst>
                <a:ext uri="{FF2B5EF4-FFF2-40B4-BE49-F238E27FC236}">
                  <a16:creationId xmlns:a16="http://schemas.microsoft.com/office/drawing/2014/main" id="{67502333-AE0F-B96D-8811-0C61DC2C8AB9}"/>
                </a:ext>
              </a:extLst>
            </p:cNvPr>
            <p:cNvSpPr/>
            <p:nvPr/>
          </p:nvSpPr>
          <p:spPr>
            <a:xfrm>
              <a:off x="2102462" y="3577624"/>
              <a:ext cx="678426" cy="28513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7" name="Grafik 36" descr="Ein Bild, das Symbol, Design enthält.&#10;&#10;KI-generierte Inhalte können fehlerhaft sein.">
              <a:extLst>
                <a:ext uri="{FF2B5EF4-FFF2-40B4-BE49-F238E27FC236}">
                  <a16:creationId xmlns:a16="http://schemas.microsoft.com/office/drawing/2014/main" id="{71B04DC4-91F4-737C-AD08-F950F44B30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44797" y="3386714"/>
              <a:ext cx="733527" cy="743054"/>
            </a:xfrm>
            <a:prstGeom prst="rect">
              <a:avLst/>
            </a:prstGeom>
          </p:spPr>
        </p:pic>
        <p:pic>
          <p:nvPicPr>
            <p:cNvPr id="38" name="Grafik 37" descr="Ein Bild, das Symbol, Grafiken, Logo, Schrift enthält.&#10;&#10;KI-generierte Inhalte können fehlerhaft sein.">
              <a:extLst>
                <a:ext uri="{FF2B5EF4-FFF2-40B4-BE49-F238E27FC236}">
                  <a16:creationId xmlns:a16="http://schemas.microsoft.com/office/drawing/2014/main" id="{05388D35-3208-F805-B407-C56E4DCA4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17725" y="3410530"/>
              <a:ext cx="666843" cy="695422"/>
            </a:xfrm>
            <a:prstGeom prst="rect">
              <a:avLst/>
            </a:prstGeom>
          </p:spPr>
        </p:pic>
        <p:pic>
          <p:nvPicPr>
            <p:cNvPr id="39" name="Grafik 38" descr="Ein Bild, das Symbol, Logo, Schrift enthält.&#10;&#10;KI-generierte Inhalte können fehlerhaft sein.">
              <a:extLst>
                <a:ext uri="{FF2B5EF4-FFF2-40B4-BE49-F238E27FC236}">
                  <a16:creationId xmlns:a16="http://schemas.microsoft.com/office/drawing/2014/main" id="{864CADD9-EA27-2025-85ED-AEE550AD3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0256"/>
            <a:stretch>
              <a:fillRect/>
            </a:stretch>
          </p:blipFill>
          <p:spPr>
            <a:xfrm>
              <a:off x="4523969" y="3381951"/>
              <a:ext cx="666843" cy="752580"/>
            </a:xfrm>
            <a:prstGeom prst="rect">
              <a:avLst/>
            </a:prstGeom>
          </p:spPr>
        </p:pic>
      </p:grpSp>
      <p:pic>
        <p:nvPicPr>
          <p:cNvPr id="42" name="Grafik 41" descr="Ein Bild, das Text, Symbol, Schrift, Logo enthält.&#10;&#10;KI-generierte Inhalte können fehlerhaft sein.">
            <a:extLst>
              <a:ext uri="{FF2B5EF4-FFF2-40B4-BE49-F238E27FC236}">
                <a16:creationId xmlns:a16="http://schemas.microsoft.com/office/drawing/2014/main" id="{E9F357D7-9FCE-5C52-948F-AB3CC2159E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2022" y="4321107"/>
            <a:ext cx="838317" cy="1257475"/>
          </a:xfrm>
          <a:prstGeom prst="rect">
            <a:avLst/>
          </a:prstGeom>
        </p:spPr>
      </p:pic>
      <p:pic>
        <p:nvPicPr>
          <p:cNvPr id="44" name="Grafik 43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2B14FC26-096F-F678-EE2E-9E84CDD6BC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1930" y="4327429"/>
            <a:ext cx="790685" cy="1238423"/>
          </a:xfrm>
          <a:prstGeom prst="rect">
            <a:avLst/>
          </a:prstGeom>
        </p:spPr>
      </p:pic>
      <p:sp>
        <p:nvSpPr>
          <p:cNvPr id="45" name="Pfeil: nach rechts 44">
            <a:extLst>
              <a:ext uri="{FF2B5EF4-FFF2-40B4-BE49-F238E27FC236}">
                <a16:creationId xmlns:a16="http://schemas.microsoft.com/office/drawing/2014/main" id="{EB3F30B8-91AF-09CC-8B69-558429D503C8}"/>
              </a:ext>
            </a:extLst>
          </p:cNvPr>
          <p:cNvSpPr/>
          <p:nvPr/>
        </p:nvSpPr>
        <p:spPr>
          <a:xfrm>
            <a:off x="8290247" y="4556538"/>
            <a:ext cx="678426" cy="285135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7" name="Grafik 46" descr="Ein Bild, das Symbol, Design enthält.&#10;&#10;KI-generierte Inhalte können fehlerhaft sein.">
            <a:extLst>
              <a:ext uri="{FF2B5EF4-FFF2-40B4-BE49-F238E27FC236}">
                <a16:creationId xmlns:a16="http://schemas.microsoft.com/office/drawing/2014/main" id="{FBDC3F0D-0320-8E0F-A8C1-7EFA7BC4BB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2523" y="4321107"/>
            <a:ext cx="724001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349139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FE7DA-C01F-8A9F-C840-EE5E30C18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C596CC-51F0-7E7B-70F3-00DE75C00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089" y="1148406"/>
            <a:ext cx="10515600" cy="834163"/>
          </a:xfrm>
        </p:spPr>
        <p:txBody>
          <a:bodyPr>
            <a:normAutofit/>
          </a:bodyPr>
          <a:lstStyle/>
          <a:p>
            <a:r>
              <a:rPr lang="de-DE" sz="4600"/>
              <a:t>Frontend - Animation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468DB6-9A3C-3763-13DB-3AA50D0B9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E94ADBB-CA00-03EA-16B1-249DF5D1CE6B}"/>
              </a:ext>
            </a:extLst>
          </p:cNvPr>
          <p:cNvSpPr txBox="1"/>
          <p:nvPr/>
        </p:nvSpPr>
        <p:spPr>
          <a:xfrm>
            <a:off x="838200" y="785321"/>
            <a:ext cx="6304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i="1">
                <a:solidFill>
                  <a:schemeClr val="bg2">
                    <a:lumMod val="50000"/>
                  </a:schemeClr>
                </a:solidFill>
              </a:rPr>
              <a:t>Technische Umsetzung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8CA9FD1-2B24-89A2-B600-70A4DE413015}"/>
              </a:ext>
            </a:extLst>
          </p:cNvPr>
          <p:cNvSpPr txBox="1"/>
          <p:nvPr/>
        </p:nvSpPr>
        <p:spPr>
          <a:xfrm>
            <a:off x="3878973" y="1809135"/>
            <a:ext cx="511002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900"/>
              <a:t>Berechnen der Werte &amp; Verteilungen</a:t>
            </a:r>
          </a:p>
        </p:txBody>
      </p:sp>
      <p:pic>
        <p:nvPicPr>
          <p:cNvPr id="16" name="Grafik 1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7791B433-9BDE-A8D6-1479-ED6E1F5D9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09135"/>
            <a:ext cx="12192000" cy="434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20274"/>
      </p:ext>
    </p:extLst>
  </p:cSld>
  <p:clrMapOvr>
    <a:masterClrMapping/>
  </p:clrMapOvr>
  <p:transition spd="med">
    <p:pull/>
  </p:transition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190F9-6A4E-3EA3-E617-D0B68E5F1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51146B-A05C-9163-B0E9-8FB511150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089" y="1148406"/>
            <a:ext cx="10515600" cy="834163"/>
          </a:xfrm>
        </p:spPr>
        <p:txBody>
          <a:bodyPr>
            <a:normAutofit/>
          </a:bodyPr>
          <a:lstStyle/>
          <a:p>
            <a:r>
              <a:rPr lang="de-DE" sz="4600"/>
              <a:t>Frontend - Diagramm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15DD08-25E8-4AC0-5832-0043442AB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7BB986D-F6E0-6264-96D8-C240DE77C4D6}"/>
              </a:ext>
            </a:extLst>
          </p:cNvPr>
          <p:cNvSpPr txBox="1"/>
          <p:nvPr/>
        </p:nvSpPr>
        <p:spPr>
          <a:xfrm>
            <a:off x="838200" y="785321"/>
            <a:ext cx="6304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i="1">
                <a:solidFill>
                  <a:schemeClr val="bg2">
                    <a:lumMod val="50000"/>
                  </a:schemeClr>
                </a:solidFill>
              </a:rPr>
              <a:t>Technische Umsetzung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F5AA6D0-DD63-45BF-80A4-7C71CE607DFF}"/>
              </a:ext>
            </a:extLst>
          </p:cNvPr>
          <p:cNvSpPr txBox="1"/>
          <p:nvPr/>
        </p:nvSpPr>
        <p:spPr>
          <a:xfrm>
            <a:off x="912089" y="2622984"/>
            <a:ext cx="4968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err="1"/>
              <a:t>Gifted</a:t>
            </a:r>
            <a:r>
              <a:rPr lang="de-DE" sz="2400"/>
              <a:t> Charts </a:t>
            </a:r>
            <a:r>
              <a:rPr lang="de-DE" sz="2400" b="1"/>
              <a:t>VS</a:t>
            </a:r>
            <a:r>
              <a:rPr lang="de-DE" sz="2400"/>
              <a:t> Victory Native XL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FDF8BF0-DF6A-A949-14F4-FE127F57C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3978" y="1367016"/>
            <a:ext cx="1346368" cy="134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fik 6" descr="Ein Bild, das Symbol, Logo, Grafiken, Schild enthält.&#10;&#10;KI-generierte Inhalte können fehlerhaft sein.">
            <a:extLst>
              <a:ext uri="{FF2B5EF4-FFF2-40B4-BE49-F238E27FC236}">
                <a16:creationId xmlns:a16="http://schemas.microsoft.com/office/drawing/2014/main" id="{B1D6E2C3-B567-706D-0A5E-4082790E96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3877" y="2060242"/>
            <a:ext cx="2185513" cy="203344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980FF9C-D4E4-A330-C66D-9FE00DBA0446}"/>
              </a:ext>
            </a:extLst>
          </p:cNvPr>
          <p:cNvSpPr txBox="1"/>
          <p:nvPr/>
        </p:nvSpPr>
        <p:spPr>
          <a:xfrm>
            <a:off x="978309" y="3716594"/>
            <a:ext cx="8627807" cy="1894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Symbol" panose="05050102010706020507" pitchFamily="18" charset="2"/>
              <a:buChar char="-"/>
            </a:pPr>
            <a:r>
              <a:rPr lang="de-DE" sz="2000"/>
              <a:t>Erstumsetzung mit </a:t>
            </a:r>
            <a:r>
              <a:rPr lang="de-DE" sz="2000" err="1"/>
              <a:t>Gifted</a:t>
            </a:r>
            <a:r>
              <a:rPr lang="de-DE" sz="2000"/>
              <a:t> Charts</a:t>
            </a:r>
          </a:p>
          <a:p>
            <a:pPr marL="285750" indent="-285750">
              <a:lnSpc>
                <a:spcPct val="150000"/>
              </a:lnSpc>
              <a:buFont typeface="Symbol" panose="05050102010706020507" pitchFamily="18" charset="2"/>
              <a:buChar char="-"/>
            </a:pPr>
            <a:r>
              <a:rPr lang="de-DE" sz="2000"/>
              <a:t>Zu wenig informiert </a:t>
            </a:r>
            <a:r>
              <a:rPr lang="de-DE" sz="2000">
                <a:sym typeface="Wingdings" panose="05000000000000000000" pitchFamily="2" charset="2"/>
              </a:rPr>
              <a:t> Fehlende bzw. fehlerhafte Funktionalität</a:t>
            </a:r>
          </a:p>
          <a:p>
            <a:pPr marL="285750" indent="-285750">
              <a:lnSpc>
                <a:spcPct val="150000"/>
              </a:lnSpc>
              <a:buFont typeface="Symbol" panose="05050102010706020507" pitchFamily="18" charset="2"/>
              <a:buChar char="-"/>
            </a:pPr>
            <a:r>
              <a:rPr lang="de-DE" sz="2000">
                <a:sym typeface="Wingdings" panose="05000000000000000000" pitchFamily="2" charset="2"/>
              </a:rPr>
              <a:t>Umstieg und komplette Neuimplementierung mit Victory Native XL</a:t>
            </a:r>
          </a:p>
          <a:p>
            <a:pPr>
              <a:lnSpc>
                <a:spcPct val="150000"/>
              </a:lnSpc>
            </a:pPr>
            <a:r>
              <a:rPr lang="de-DE" sz="2000">
                <a:sym typeface="Wingdings" panose="05000000000000000000" pitchFamily="2" charset="2"/>
              </a:rPr>
              <a:t>      Probleme bei der Victory Initialisierung (</a:t>
            </a:r>
            <a:r>
              <a:rPr lang="de-DE" sz="2000" err="1">
                <a:sym typeface="Wingdings" panose="05000000000000000000" pitchFamily="2" charset="2"/>
              </a:rPr>
              <a:t>Skia</a:t>
            </a:r>
            <a:r>
              <a:rPr lang="de-DE" sz="2000">
                <a:sym typeface="Wingdings" panose="05000000000000000000" pitchFamily="2" charset="2"/>
              </a:rPr>
              <a:t>)</a:t>
            </a:r>
            <a:endParaRPr lang="de-DE" sz="2000"/>
          </a:p>
        </p:txBody>
      </p:sp>
      <p:pic>
        <p:nvPicPr>
          <p:cNvPr id="10" name="Grafik 9" descr="Ein Bild, das Grafiken, Screenshot, Grafikdesign, Schrift enthält.&#10;&#10;KI-generierte Inhalte können fehlerhaft sein.">
            <a:extLst>
              <a:ext uri="{FF2B5EF4-FFF2-40B4-BE49-F238E27FC236}">
                <a16:creationId xmlns:a16="http://schemas.microsoft.com/office/drawing/2014/main" id="{8CA19A1B-7696-BD73-B642-3CE097EDFA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3422" y="4171356"/>
            <a:ext cx="2164267" cy="119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517901"/>
      </p:ext>
    </p:extLst>
  </p:cSld>
  <p:clrMapOvr>
    <a:masterClrMapping/>
  </p:clrMapOvr>
  <p:transition spd="slow">
    <p:push dir="u"/>
  </p:transition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40FE5-935E-E7DB-14CD-B2510A00F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F67EF1-47FE-76B8-3459-1159FC075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089" y="1148406"/>
            <a:ext cx="10515600" cy="834163"/>
          </a:xfrm>
        </p:spPr>
        <p:txBody>
          <a:bodyPr>
            <a:normAutofit/>
          </a:bodyPr>
          <a:lstStyle/>
          <a:p>
            <a:r>
              <a:rPr lang="de-DE" sz="4600"/>
              <a:t>Frontend - Diagramm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9A71371-8A1E-BAC3-52FA-0781DE4C5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D93A182-95D9-F00F-D08B-EDB977F9F272}"/>
              </a:ext>
            </a:extLst>
          </p:cNvPr>
          <p:cNvSpPr txBox="1"/>
          <p:nvPr/>
        </p:nvSpPr>
        <p:spPr>
          <a:xfrm>
            <a:off x="838200" y="785321"/>
            <a:ext cx="6304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i="1">
                <a:solidFill>
                  <a:schemeClr val="bg2">
                    <a:lumMod val="50000"/>
                  </a:schemeClr>
                </a:solidFill>
              </a:rPr>
              <a:t>Technische Umsetzung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D095FEB-FCAE-EB49-AAE9-4BFF943BB729}"/>
              </a:ext>
            </a:extLst>
          </p:cNvPr>
          <p:cNvSpPr txBox="1"/>
          <p:nvPr/>
        </p:nvSpPr>
        <p:spPr>
          <a:xfrm>
            <a:off x="3893573" y="1809135"/>
            <a:ext cx="5095421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900"/>
              <a:t>Trimmen der Datenmengen bei Monat / Jahr </a:t>
            </a:r>
          </a:p>
        </p:txBody>
      </p:sp>
      <p:pic>
        <p:nvPicPr>
          <p:cNvPr id="13" name="Grafik 12" descr="Ein Bild, das Text, Screenshot, Display, Software enthält.&#10;&#10;KI-generierte Inhalte können fehlerhaft sein.">
            <a:extLst>
              <a:ext uri="{FF2B5EF4-FFF2-40B4-BE49-F238E27FC236}">
                <a16:creationId xmlns:a16="http://schemas.microsoft.com/office/drawing/2014/main" id="{69B9F573-946D-D1BC-399F-FD0A6C47C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310" y="1809135"/>
            <a:ext cx="8657157" cy="449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321722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BE87EC-822A-A5AA-9074-149ED2C96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pic>
        <p:nvPicPr>
          <p:cNvPr id="7" name="Grafik 6" descr="Ein Bild, das Text, Screenshot, Display, Software enthält.&#10;&#10;KI-generierte Inhalte können fehlerhaft sein.">
            <a:extLst>
              <a:ext uri="{FF2B5EF4-FFF2-40B4-BE49-F238E27FC236}">
                <a16:creationId xmlns:a16="http://schemas.microsoft.com/office/drawing/2014/main" id="{B3EEBE57-5A86-D9CF-83BA-28DE7CE6C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1153"/>
            <a:ext cx="12192000" cy="633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6278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713C4-2604-38B3-5314-386B1BB5C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2F203F-68B9-0D43-BAA4-17C502EBB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089" y="1148406"/>
            <a:ext cx="10515600" cy="834163"/>
          </a:xfrm>
        </p:spPr>
        <p:txBody>
          <a:bodyPr>
            <a:normAutofit/>
          </a:bodyPr>
          <a:lstStyle/>
          <a:p>
            <a:r>
              <a:rPr lang="de-DE" sz="4600"/>
              <a:t>Backend – </a:t>
            </a:r>
            <a:r>
              <a:rPr lang="de-DE" sz="4600" err="1"/>
              <a:t>Application</a:t>
            </a:r>
            <a:endParaRPr lang="de-DE" sz="46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AB8B97-0EDD-5A93-3E13-D8DDFCFF8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5654"/>
            <a:ext cx="10515600" cy="36874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b="1"/>
              <a:t>Dynamische Geräte-Verwaltung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500"/>
              <a:t>IP-Adressen, Ports und Endpunkte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500"/>
              <a:t>IoT-Geräten und externen APIs – dynamisch im Backend verwaltet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500"/>
              <a:t>Basis für Backend-Endpoints &amp; RaspberryPI Datenabfragen</a:t>
            </a:r>
          </a:p>
          <a:p>
            <a:pPr>
              <a:buFont typeface="Symbol" panose="05050102010706020507" pitchFamily="18" charset="2"/>
              <a:buChar char="-"/>
            </a:pPr>
            <a:endParaRPr lang="de-DE" sz="250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906964-82AA-226B-97A0-3F7120BAA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7BB4BE6-06FE-2AF1-451B-B968F5B5BA2B}"/>
              </a:ext>
            </a:extLst>
          </p:cNvPr>
          <p:cNvSpPr txBox="1"/>
          <p:nvPr/>
        </p:nvSpPr>
        <p:spPr>
          <a:xfrm>
            <a:off x="838200" y="785321"/>
            <a:ext cx="6304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i="1">
                <a:solidFill>
                  <a:schemeClr val="bg2">
                    <a:lumMod val="50000"/>
                  </a:schemeClr>
                </a:solidFill>
              </a:rPr>
              <a:t>Technische Umsetzung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0E851AE-0018-8B2C-659B-F45722432A34}"/>
              </a:ext>
            </a:extLst>
          </p:cNvPr>
          <p:cNvGrpSpPr/>
          <p:nvPr/>
        </p:nvGrpSpPr>
        <p:grpSpPr>
          <a:xfrm>
            <a:off x="73889" y="4573730"/>
            <a:ext cx="12118111" cy="1338422"/>
            <a:chOff x="0" y="4693209"/>
            <a:chExt cx="12192000" cy="1401318"/>
          </a:xfrm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33121F34-5694-C127-E249-3E5990CA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5243478"/>
              <a:ext cx="12192000" cy="851049"/>
            </a:xfrm>
            <a:prstGeom prst="rect">
              <a:avLst/>
            </a:prstGeom>
          </p:spPr>
        </p:pic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DADDC2B9-1C83-87A9-F294-EB365B042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693209"/>
              <a:ext cx="12192000" cy="8616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9364684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0168E-5991-6402-B2E8-39D8DB2FD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036D94-02FC-7FFD-3465-37FD90D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089" y="1148406"/>
            <a:ext cx="10515600" cy="834163"/>
          </a:xfrm>
        </p:spPr>
        <p:txBody>
          <a:bodyPr>
            <a:normAutofit/>
          </a:bodyPr>
          <a:lstStyle/>
          <a:p>
            <a:r>
              <a:rPr lang="de-DE" sz="4600"/>
              <a:t>Backend – </a:t>
            </a:r>
            <a:r>
              <a:rPr lang="de-DE" sz="4600" err="1"/>
              <a:t>Application</a:t>
            </a:r>
            <a:r>
              <a:rPr lang="de-DE" sz="4600"/>
              <a:t> </a:t>
            </a:r>
            <a:r>
              <a:rPr lang="de-DE" sz="1800" b="1" i="1">
                <a:solidFill>
                  <a:schemeClr val="tx1">
                    <a:lumMod val="50000"/>
                    <a:lumOff val="50000"/>
                  </a:schemeClr>
                </a:solidFill>
              </a:rPr>
              <a:t>Dynamische Geräte-Verwaltung</a:t>
            </a:r>
            <a:endParaRPr lang="de-DE" sz="1800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2C1E76-61A9-41E2-85DB-E7FBAD2D7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8438"/>
            <a:ext cx="10515600" cy="389466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Both"/>
            </a:pPr>
            <a:r>
              <a:rPr lang="de-DE" sz="2500" b="1"/>
              <a:t>Registrierung der Geräte für </a:t>
            </a:r>
            <a:r>
              <a:rPr lang="de-DE" sz="2500" b="1" err="1"/>
              <a:t>Reload</a:t>
            </a:r>
            <a:endParaRPr lang="de-DE" sz="2500"/>
          </a:p>
          <a:p>
            <a:pPr marL="514350" indent="-514350">
              <a:buFont typeface="+mj-lt"/>
              <a:buAutoNum type="arabicParenBoth"/>
            </a:pPr>
            <a:endParaRPr lang="de-DE" sz="3500"/>
          </a:p>
          <a:p>
            <a:pPr marL="457200" indent="-457200">
              <a:buFont typeface="+mj-lt"/>
              <a:buAutoNum type="arabicParenBoth"/>
            </a:pPr>
            <a:endParaRPr lang="de-DE" sz="2000"/>
          </a:p>
          <a:p>
            <a:pPr marL="457200" indent="-457200">
              <a:buFont typeface="+mj-lt"/>
              <a:buAutoNum type="arabicParenBoth"/>
            </a:pPr>
            <a:r>
              <a:rPr lang="de-DE" sz="2500" b="1"/>
              <a:t>Aufruf des Edit-Endpoints über POST-Request</a:t>
            </a:r>
          </a:p>
          <a:p>
            <a:pPr marL="457200" indent="-457200">
              <a:buFont typeface="+mj-lt"/>
              <a:buAutoNum type="arabicParenBoth"/>
            </a:pPr>
            <a:endParaRPr lang="de-DE" sz="2500" b="1"/>
          </a:p>
          <a:p>
            <a:pPr marL="457200" indent="-457200">
              <a:buFont typeface="+mj-lt"/>
              <a:buAutoNum type="arabicParenBoth"/>
            </a:pPr>
            <a:endParaRPr lang="de-DE" sz="2500" b="1"/>
          </a:p>
          <a:p>
            <a:pPr marL="457200" indent="-457200">
              <a:buFont typeface="+mj-lt"/>
              <a:buAutoNum type="arabicParenBoth"/>
            </a:pPr>
            <a:r>
              <a:rPr lang="de-DE" sz="2500" b="1"/>
              <a:t>Edit-Logik</a:t>
            </a:r>
          </a:p>
          <a:p>
            <a:pPr marL="0" indent="0">
              <a:buNone/>
            </a:pPr>
            <a:endParaRPr lang="de-DE" sz="2500" b="1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B7A8C1-03F2-2ADA-2FD3-17759FBBF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2E41E36-E2F4-84D0-D898-DF4F5E059B17}"/>
              </a:ext>
            </a:extLst>
          </p:cNvPr>
          <p:cNvSpPr txBox="1"/>
          <p:nvPr/>
        </p:nvSpPr>
        <p:spPr>
          <a:xfrm>
            <a:off x="838200" y="785321"/>
            <a:ext cx="6304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i="1">
                <a:solidFill>
                  <a:schemeClr val="bg2">
                    <a:lumMod val="50000"/>
                  </a:schemeClr>
                </a:solidFill>
              </a:rPr>
              <a:t>Technische Umsetzung</a:t>
            </a:r>
          </a:p>
        </p:txBody>
      </p:sp>
      <p:pic>
        <p:nvPicPr>
          <p:cNvPr id="37" name="Grafik 36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0ADA6A72-6B96-3846-6B8F-8F078F72D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814" y="2057328"/>
            <a:ext cx="5432186" cy="1371672"/>
          </a:xfrm>
          <a:prstGeom prst="rect">
            <a:avLst/>
          </a:prstGeom>
        </p:spPr>
      </p:pic>
      <p:pic>
        <p:nvPicPr>
          <p:cNvPr id="53" name="Grafik 52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4D995DDA-DC7F-20B8-7DE4-C323F7DAD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744" y="3958129"/>
            <a:ext cx="5648325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948115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5344D1-5F63-5E06-FA2D-862EA0656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pic>
        <p:nvPicPr>
          <p:cNvPr id="14" name="Grafik 13" descr="Ein Bild, das Text, Elektronik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72EEF8E6-02FA-1743-6554-C7D2836D4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445" y="339507"/>
            <a:ext cx="9401109" cy="6178986"/>
          </a:xfrm>
          <a:prstGeom prst="rect">
            <a:avLst/>
          </a:prstGeom>
        </p:spPr>
      </p:pic>
      <p:pic>
        <p:nvPicPr>
          <p:cNvPr id="6" name="Grafik 5" descr="Ein Bild, das Text, Screenshot, Schrift, Display enthält.&#10;&#10;KI-generierte Inhalte können fehlerhaft sein.">
            <a:extLst>
              <a:ext uri="{FF2B5EF4-FFF2-40B4-BE49-F238E27FC236}">
                <a16:creationId xmlns:a16="http://schemas.microsoft.com/office/drawing/2014/main" id="{4BCB97F8-8B3F-14B9-1EFD-6E2D43C2B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990" y="838582"/>
            <a:ext cx="6142024" cy="307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26062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8BDCE-5924-4628-E142-DEB11829B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D7B91D-535F-1760-7DC9-43E1F5334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pic>
        <p:nvPicPr>
          <p:cNvPr id="14" name="Grafik 13" descr="Ein Bild, das Text, Elektronik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8475B55A-6237-4768-2C89-EE7079812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477" y="3803301"/>
            <a:ext cx="4069822" cy="2674937"/>
          </a:xfrm>
          <a:prstGeom prst="rect">
            <a:avLst/>
          </a:prstGeom>
        </p:spPr>
      </p:pic>
      <p:pic>
        <p:nvPicPr>
          <p:cNvPr id="3" name="Grafik 2" descr="Ein Bild, das Text, Screenshot, Software, Display enthält.&#10;&#10;KI-generierte Inhalte können fehlerhaft sein.">
            <a:extLst>
              <a:ext uri="{FF2B5EF4-FFF2-40B4-BE49-F238E27FC236}">
                <a16:creationId xmlns:a16="http://schemas.microsoft.com/office/drawing/2014/main" id="{815130A1-E3A4-B132-6BAE-882153E7E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5266" y="1636115"/>
            <a:ext cx="8292315" cy="357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5381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B5AC3-6171-89FE-A7E9-8B6E45C29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01B294-F26D-024F-F20D-A52C9409B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pic>
        <p:nvPicPr>
          <p:cNvPr id="14" name="Grafik 13" descr="Ein Bild, das Text, Elektronik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43DA179C-2933-92F9-E8FD-619349995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445" y="339507"/>
            <a:ext cx="9401109" cy="617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8024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EFC37-3D69-55F7-518D-18DE3FE9D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2797BB-022B-C4A0-E4CF-E3480C96E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089" y="1148406"/>
            <a:ext cx="10515600" cy="834163"/>
          </a:xfrm>
        </p:spPr>
        <p:txBody>
          <a:bodyPr>
            <a:normAutofit/>
          </a:bodyPr>
          <a:lstStyle/>
          <a:p>
            <a:r>
              <a:rPr lang="de-DE" sz="4600"/>
              <a:t>Backend – </a:t>
            </a:r>
            <a:r>
              <a:rPr lang="de-DE" sz="4600" err="1"/>
              <a:t>RaspberryPI</a:t>
            </a:r>
            <a:endParaRPr lang="de-DE" sz="46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BB8A77-850B-610D-2E42-DA9DC6C65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3276"/>
            <a:ext cx="10515600" cy="38898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b="1"/>
              <a:t>Hardware-Anbindung Boiler</a:t>
            </a:r>
          </a:p>
          <a:p>
            <a:pPr marL="0" indent="0">
              <a:buNone/>
            </a:pPr>
            <a:r>
              <a:rPr lang="de-DE" sz="2600" b="1"/>
              <a:t>Ziel der Integration</a:t>
            </a:r>
          </a:p>
          <a:p>
            <a:r>
              <a:rPr lang="de-DE" sz="2600"/>
              <a:t>Erfassung der aktuellen Boiler-Temperatur </a:t>
            </a:r>
          </a:p>
          <a:p>
            <a:r>
              <a:rPr lang="de-DE" sz="2600"/>
              <a:t>Rückmeldung über tatsächlichen Heizstatus / Einstellen Heizstatus</a:t>
            </a:r>
          </a:p>
          <a:p>
            <a:pPr marL="0" indent="0">
              <a:buNone/>
            </a:pPr>
            <a:r>
              <a:rPr lang="de-DE" sz="2600">
                <a:sym typeface="Wingdings" panose="05000000000000000000" pitchFamily="2" charset="2"/>
              </a:rPr>
              <a:t>     </a:t>
            </a:r>
            <a:r>
              <a:rPr lang="de-DE" sz="2600"/>
              <a:t>Grundlage für automatische Steuerlogik</a:t>
            </a:r>
          </a:p>
          <a:p>
            <a:pPr marL="0" indent="0">
              <a:buNone/>
            </a:pPr>
            <a:endParaRPr lang="de-DE" sz="2600"/>
          </a:p>
          <a:p>
            <a:pPr marL="0" indent="0">
              <a:buNone/>
            </a:pPr>
            <a:br>
              <a:rPr lang="de-DE"/>
            </a:br>
            <a:endParaRPr lang="de-DE"/>
          </a:p>
          <a:p>
            <a:pPr marL="0" indent="0">
              <a:buNone/>
            </a:pP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EA6CA0-D83E-679A-8393-E676B0BB9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DA09219-5F95-1901-C18F-9975C0B49654}"/>
              </a:ext>
            </a:extLst>
          </p:cNvPr>
          <p:cNvSpPr txBox="1"/>
          <p:nvPr/>
        </p:nvSpPr>
        <p:spPr>
          <a:xfrm>
            <a:off x="838200" y="785321"/>
            <a:ext cx="6304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i="1">
                <a:solidFill>
                  <a:schemeClr val="bg2">
                    <a:lumMod val="50000"/>
                  </a:schemeClr>
                </a:solidFill>
              </a:rPr>
              <a:t>Technische Umsetzung</a:t>
            </a:r>
          </a:p>
        </p:txBody>
      </p:sp>
      <p:pic>
        <p:nvPicPr>
          <p:cNvPr id="11" name="Grafik 10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467BE3C2-7B8B-8D39-0288-5C9E5BC5C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057" y="4752716"/>
            <a:ext cx="9503664" cy="117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383267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30EC4-6FF6-CBE1-4BB2-F29A3E86F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8563AD-8354-E9AC-781E-15B52843F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089" y="1148406"/>
            <a:ext cx="10515600" cy="834163"/>
          </a:xfrm>
        </p:spPr>
        <p:txBody>
          <a:bodyPr>
            <a:normAutofit/>
          </a:bodyPr>
          <a:lstStyle/>
          <a:p>
            <a:r>
              <a:rPr lang="de-DE" sz="4600"/>
              <a:t>Backend – </a:t>
            </a:r>
            <a:r>
              <a:rPr lang="de-DE" sz="4600" err="1"/>
              <a:t>RaspberryPI</a:t>
            </a:r>
            <a:endParaRPr lang="de-DE" sz="46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DD7B5D-B6B8-257B-77EE-858C0E118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5654"/>
            <a:ext cx="10515600" cy="3687451"/>
          </a:xfrm>
        </p:spPr>
        <p:txBody>
          <a:bodyPr>
            <a:normAutofit/>
          </a:bodyPr>
          <a:lstStyle/>
          <a:p>
            <a:pPr marL="514350" indent="-514350">
              <a:buAutoNum type="arabicParenR"/>
            </a:pPr>
            <a:r>
              <a:rPr lang="de-DE" b="1"/>
              <a:t>Aktivierung der 1-Wire Sensors</a:t>
            </a:r>
          </a:p>
          <a:p>
            <a:pPr marL="0" indent="0">
              <a:buNone/>
            </a:pPr>
            <a:r>
              <a:rPr lang="de-DE"/>
              <a:t>- </a:t>
            </a:r>
            <a:r>
              <a:rPr lang="de-DE" sz="2600"/>
              <a:t>Temperatur-Sensor: </a:t>
            </a:r>
            <a:r>
              <a:rPr lang="de-DE" sz="2600" b="1"/>
              <a:t>DS18B20 (1-Wire)</a:t>
            </a:r>
            <a:endParaRPr lang="de-DE" sz="260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sz="2600">
                <a:sym typeface="Wingdings" panose="05000000000000000000" pitchFamily="2" charset="2"/>
              </a:rPr>
              <a:t>- </a:t>
            </a:r>
            <a:r>
              <a:rPr lang="de-DE" sz="2600"/>
              <a:t>Anschluss an </a:t>
            </a:r>
            <a:r>
              <a:rPr lang="de-DE" sz="2600" b="1"/>
              <a:t>GPIO 28</a:t>
            </a:r>
            <a:endParaRPr lang="de-DE" sz="2600"/>
          </a:p>
          <a:p>
            <a:pPr marL="0" indent="0">
              <a:buNone/>
            </a:pPr>
            <a:r>
              <a:rPr lang="de-DE" sz="2600"/>
              <a:t>- Aktivierung beim </a:t>
            </a:r>
            <a:r>
              <a:rPr lang="de-DE" sz="2600" b="1"/>
              <a:t>Systemstart</a:t>
            </a:r>
            <a:r>
              <a:rPr lang="de-DE" sz="2600"/>
              <a:t> über:</a:t>
            </a:r>
          </a:p>
          <a:p>
            <a:pPr lvl="1"/>
            <a:r>
              <a:rPr lang="de-DE" sz="2600" err="1"/>
              <a:t>modprobe</a:t>
            </a:r>
            <a:r>
              <a:rPr lang="de-DE" sz="2600"/>
              <a:t> w1-gpio</a:t>
            </a:r>
          </a:p>
          <a:p>
            <a:pPr lvl="1"/>
            <a:r>
              <a:rPr lang="de-DE" sz="2600" err="1"/>
              <a:t>modprobe</a:t>
            </a:r>
            <a:r>
              <a:rPr lang="de-DE" sz="2600"/>
              <a:t> w1-therm</a:t>
            </a:r>
          </a:p>
          <a:p>
            <a:pPr marL="457200" lvl="1" indent="0">
              <a:buNone/>
            </a:pPr>
            <a:endParaRPr lang="de-DE" sz="2600"/>
          </a:p>
          <a:p>
            <a:pPr marL="457200" lvl="1" indent="0">
              <a:buNone/>
            </a:pPr>
            <a:r>
              <a:rPr lang="de-DE" sz="2600" b="1"/>
              <a:t>! Fehlerfall: Nicht auf Linux geprüft (</a:t>
            </a:r>
            <a:r>
              <a:rPr lang="de-DE" sz="2600" b="1" err="1"/>
              <a:t>gpio</a:t>
            </a:r>
            <a:r>
              <a:rPr lang="de-DE" sz="2600" b="1"/>
              <a:t>)</a:t>
            </a:r>
          </a:p>
          <a:p>
            <a:pPr marL="0" indent="0">
              <a:buNone/>
            </a:pPr>
            <a:endParaRPr lang="de-DE" b="1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AAFA5A-4EDB-CFCE-54D4-2C9ACF600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D4D5922-4390-EFFC-461B-838489E8C0E1}"/>
              </a:ext>
            </a:extLst>
          </p:cNvPr>
          <p:cNvSpPr txBox="1"/>
          <p:nvPr/>
        </p:nvSpPr>
        <p:spPr>
          <a:xfrm>
            <a:off x="838200" y="785321"/>
            <a:ext cx="6304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i="1">
                <a:solidFill>
                  <a:schemeClr val="bg2">
                    <a:lumMod val="50000"/>
                  </a:schemeClr>
                </a:solidFill>
              </a:rPr>
              <a:t>Technische Umsetzung</a:t>
            </a:r>
          </a:p>
        </p:txBody>
      </p:sp>
      <p:pic>
        <p:nvPicPr>
          <p:cNvPr id="15" name="Grafik 14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7C72B1F4-2439-8B17-0936-D1F87C707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107" y="3707987"/>
            <a:ext cx="5760873" cy="180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394515"/>
      </p:ext>
    </p:extLst>
  </p:cSld>
  <p:clrMapOvr>
    <a:masterClrMapping/>
  </p:clrMapOvr>
  <p:transition spd="med">
    <p:pull/>
  </p:transition>
  <p:extLst>
    <p:ext uri="{6950BFC3-D8DA-4A85-94F7-54DA5524770B}">
      <p188:commentRel xmlns:p188="http://schemas.microsoft.com/office/powerpoint/2018/8/main" r:id="rId2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DB2D4-BAC6-B75D-CDD4-4475BFE24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CB38B7-FBAF-A46D-A139-C8D2E2FFB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089" y="1148406"/>
            <a:ext cx="10515600" cy="834163"/>
          </a:xfrm>
        </p:spPr>
        <p:txBody>
          <a:bodyPr>
            <a:normAutofit/>
          </a:bodyPr>
          <a:lstStyle/>
          <a:p>
            <a:r>
              <a:rPr lang="de-DE" sz="4600"/>
              <a:t>Backend – </a:t>
            </a:r>
            <a:r>
              <a:rPr lang="de-DE" sz="4600" err="1"/>
              <a:t>RaspberryPI</a:t>
            </a:r>
            <a:endParaRPr lang="de-DE" sz="46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FDDB1E-777D-1153-8C40-40F2A5C0A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5654"/>
            <a:ext cx="10515600" cy="36874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b="1"/>
              <a:t>2) Geräteerkennung über Linux-Dateisystem </a:t>
            </a:r>
          </a:p>
          <a:p>
            <a:pPr marL="0" indent="0">
              <a:buNone/>
            </a:pPr>
            <a:r>
              <a:rPr lang="de-DE"/>
              <a:t>Sensor wird automatisch vom Kernel erkannt</a:t>
            </a:r>
          </a:p>
          <a:p>
            <a:pPr marL="0" indent="0">
              <a:buNone/>
            </a:pPr>
            <a:r>
              <a:rPr lang="de-DE"/>
              <a:t>- Registrierung unter: </a:t>
            </a:r>
            <a:r>
              <a:rPr lang="de-DE" b="1"/>
              <a:t>/</a:t>
            </a:r>
            <a:r>
              <a:rPr lang="de-DE" b="1" err="1"/>
              <a:t>sys</a:t>
            </a:r>
            <a:r>
              <a:rPr lang="de-DE" b="1"/>
              <a:t>/</a:t>
            </a:r>
            <a:r>
              <a:rPr lang="de-DE" b="1" err="1"/>
              <a:t>bus</a:t>
            </a:r>
            <a:r>
              <a:rPr lang="de-DE" b="1"/>
              <a:t>/w1/</a:t>
            </a:r>
            <a:r>
              <a:rPr lang="de-DE" b="1" err="1"/>
              <a:t>devices</a:t>
            </a:r>
            <a:r>
              <a:rPr lang="de-DE" b="1"/>
              <a:t>/28-xxxx/</a:t>
            </a:r>
            <a:endParaRPr lang="de-DE" sz="2400" b="1"/>
          </a:p>
          <a:p>
            <a:pPr marL="0" indent="0">
              <a:buNone/>
            </a:pPr>
            <a:r>
              <a:rPr lang="de-DE"/>
              <a:t>- Temperaturwert befindet sich in: </a:t>
            </a:r>
            <a:r>
              <a:rPr lang="de-DE" b="1"/>
              <a:t>w1_slave</a:t>
            </a:r>
          </a:p>
          <a:p>
            <a:pPr>
              <a:buFontTx/>
              <a:buChar char="-"/>
            </a:pPr>
            <a:endParaRPr lang="de-DE" sz="2600"/>
          </a:p>
          <a:p>
            <a:pPr marL="0" indent="0">
              <a:buNone/>
            </a:pPr>
            <a:endParaRPr lang="de-DE" sz="2600"/>
          </a:p>
          <a:p>
            <a:pPr>
              <a:buFontTx/>
              <a:buChar char="-"/>
            </a:pPr>
            <a:endParaRPr lang="de-DE"/>
          </a:p>
          <a:p>
            <a:pPr marL="0" indent="0">
              <a:buNone/>
            </a:pP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CEF339-3DE2-EC25-A2AD-4EF8CCCD5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F114DE0-07DC-A5FB-F5F7-81126289BF11}"/>
              </a:ext>
            </a:extLst>
          </p:cNvPr>
          <p:cNvSpPr txBox="1"/>
          <p:nvPr/>
        </p:nvSpPr>
        <p:spPr>
          <a:xfrm>
            <a:off x="838200" y="785321"/>
            <a:ext cx="6304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i="1">
                <a:solidFill>
                  <a:schemeClr val="bg2">
                    <a:lumMod val="50000"/>
                  </a:schemeClr>
                </a:solidFill>
              </a:rPr>
              <a:t>Technische Umsetzung</a:t>
            </a:r>
          </a:p>
        </p:txBody>
      </p:sp>
      <p:pic>
        <p:nvPicPr>
          <p:cNvPr id="26" name="Grafik 25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A690FD1E-4946-C126-4AB5-61B916D64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4291438"/>
            <a:ext cx="8168640" cy="189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919490"/>
      </p:ext>
    </p:extLst>
  </p:cSld>
  <p:clrMapOvr>
    <a:masterClrMapping/>
  </p:clrMapOvr>
  <p:transition spd="med">
    <p:pull/>
  </p:transition>
  <p:extLst>
    <p:ext uri="{6950BFC3-D8DA-4A85-94F7-54DA5524770B}">
      <p188:commentRel xmlns:p188="http://schemas.microsoft.com/office/powerpoint/2018/8/main" r:id="rId2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979F1-1D16-165E-0F75-D65590721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93606C-C45B-5644-1291-C2B2A9571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089" y="1148406"/>
            <a:ext cx="10515600" cy="834163"/>
          </a:xfrm>
        </p:spPr>
        <p:txBody>
          <a:bodyPr>
            <a:normAutofit/>
          </a:bodyPr>
          <a:lstStyle/>
          <a:p>
            <a:r>
              <a:rPr lang="de-DE" sz="4600"/>
              <a:t>Backend – </a:t>
            </a:r>
            <a:r>
              <a:rPr lang="de-DE" sz="4600" err="1"/>
              <a:t>RaspberryPI</a:t>
            </a:r>
            <a:endParaRPr lang="de-DE" sz="46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648D9-1940-589B-C01B-331BE729D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5654"/>
            <a:ext cx="10515600" cy="36874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b="1"/>
              <a:t>3) Besonderheiten der Implementierung</a:t>
            </a:r>
          </a:p>
          <a:p>
            <a:pPr>
              <a:buFontTx/>
              <a:buChar char="-"/>
            </a:pPr>
            <a:r>
              <a:rPr lang="de-DE"/>
              <a:t>Sensor nur auf </a:t>
            </a:r>
            <a:r>
              <a:rPr lang="de-DE" b="1"/>
              <a:t>Linux-Systemen</a:t>
            </a:r>
            <a:r>
              <a:rPr lang="de-DE"/>
              <a:t> aktiv </a:t>
            </a:r>
          </a:p>
          <a:p>
            <a:pPr marL="0" indent="0">
              <a:buNone/>
            </a:pPr>
            <a:r>
              <a:rPr lang="de-DE"/>
              <a:t>- Verarbeitung des Output-Files : </a:t>
            </a:r>
          </a:p>
          <a:p>
            <a:pPr lvl="1"/>
            <a:r>
              <a:rPr lang="de-DE" sz="2600"/>
              <a:t>Prüfen ob </a:t>
            </a:r>
            <a:r>
              <a:rPr lang="de-DE" sz="2600" b="1"/>
              <a:t>„Yes“</a:t>
            </a:r>
          </a:p>
          <a:p>
            <a:pPr lvl="1"/>
            <a:r>
              <a:rPr lang="de-DE" sz="2600"/>
              <a:t>Extrahieren von </a:t>
            </a:r>
            <a:r>
              <a:rPr lang="de-DE" sz="2600" b="1"/>
              <a:t>t=</a:t>
            </a:r>
          </a:p>
          <a:p>
            <a:pPr lvl="1"/>
            <a:r>
              <a:rPr lang="de-DE" sz="2600" b="1"/>
              <a:t>Division</a:t>
            </a:r>
            <a:r>
              <a:rPr lang="de-DE" sz="2600"/>
              <a:t> durch 1000 </a:t>
            </a:r>
            <a:r>
              <a:rPr lang="de-DE" sz="2600">
                <a:sym typeface="Wingdings" panose="05000000000000000000" pitchFamily="2" charset="2"/>
              </a:rPr>
              <a:t> </a:t>
            </a:r>
            <a:r>
              <a:rPr lang="de-DE" sz="2600"/>
              <a:t>°</a:t>
            </a:r>
            <a:r>
              <a:rPr lang="de-DE" sz="2600">
                <a:sym typeface="Wingdings" panose="05000000000000000000" pitchFamily="2" charset="2"/>
              </a:rPr>
              <a:t>C</a:t>
            </a:r>
            <a:endParaRPr lang="de-DE" sz="260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5728B6-2773-E84A-6192-5BD376BE1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7865895-6278-5AAB-E7B1-0AC9267C55BA}"/>
              </a:ext>
            </a:extLst>
          </p:cNvPr>
          <p:cNvSpPr txBox="1"/>
          <p:nvPr/>
        </p:nvSpPr>
        <p:spPr>
          <a:xfrm>
            <a:off x="838200" y="785321"/>
            <a:ext cx="6304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i="1">
                <a:solidFill>
                  <a:schemeClr val="bg2">
                    <a:lumMod val="50000"/>
                  </a:schemeClr>
                </a:solidFill>
              </a:rPr>
              <a:t>Technische Umsetzung</a:t>
            </a:r>
          </a:p>
        </p:txBody>
      </p:sp>
      <p:pic>
        <p:nvPicPr>
          <p:cNvPr id="9" name="Grafik 8" descr="Ein Bild, das Text, Schrift, Rechteck, Screenshot enthält.&#10;&#10;KI-generierte Inhalte können fehlerhaft sein.">
            <a:extLst>
              <a:ext uri="{FF2B5EF4-FFF2-40B4-BE49-F238E27FC236}">
                <a16:creationId xmlns:a16="http://schemas.microsoft.com/office/drawing/2014/main" id="{B3548C69-A9D1-7CAC-D383-32D27DD67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196086"/>
            <a:ext cx="5418259" cy="217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494062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374B7-5181-151C-3659-4345BB0E9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AC56EA-4BDB-BB06-6E20-20197B41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736" y="3132025"/>
            <a:ext cx="10515600" cy="834163"/>
          </a:xfrm>
        </p:spPr>
        <p:txBody>
          <a:bodyPr>
            <a:normAutofit/>
          </a:bodyPr>
          <a:lstStyle/>
          <a:p>
            <a:pPr algn="ctr"/>
            <a:r>
              <a:rPr lang="de-DE" sz="4600" b="1"/>
              <a:t>Backend – SWAGGER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5B603B-D384-6A2F-1844-ED96D6A39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3432298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D1B662-BB55-3C96-C247-C58071D11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8045"/>
            <a:ext cx="10515600" cy="834163"/>
          </a:xfrm>
        </p:spPr>
        <p:txBody>
          <a:bodyPr>
            <a:normAutofit/>
          </a:bodyPr>
          <a:lstStyle/>
          <a:p>
            <a:r>
              <a:rPr lang="de-DE"/>
              <a:t>Weitere Schritte bis zur Fertigstellung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F7F885-47FE-47E1-0488-215C66E45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49804A3B-B178-7AE9-E061-64BFCFCD35CE}"/>
              </a:ext>
            </a:extLst>
          </p:cNvPr>
          <p:cNvSpPr/>
          <p:nvPr/>
        </p:nvSpPr>
        <p:spPr>
          <a:xfrm>
            <a:off x="924559" y="2029317"/>
            <a:ext cx="4805680" cy="375090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DD4D02B-7D38-AB85-1AB1-41F02A9C7735}"/>
              </a:ext>
            </a:extLst>
          </p:cNvPr>
          <p:cNvSpPr txBox="1"/>
          <p:nvPr/>
        </p:nvSpPr>
        <p:spPr>
          <a:xfrm>
            <a:off x="2285999" y="2204720"/>
            <a:ext cx="208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/>
              <a:t>Frontend</a:t>
            </a:r>
            <a:endParaRPr lang="de-DE" sz="3200" b="1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D091592-7521-5CC9-CF4B-FF37FE21F31A}"/>
              </a:ext>
            </a:extLst>
          </p:cNvPr>
          <p:cNvSpPr txBox="1"/>
          <p:nvPr/>
        </p:nvSpPr>
        <p:spPr>
          <a:xfrm>
            <a:off x="1229360" y="3058160"/>
            <a:ext cx="40640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1000"/>
          </a:p>
          <a:p>
            <a:pPr marL="457200" indent="-457200">
              <a:buFont typeface="Symbol" panose="05050102010706020507" pitchFamily="18" charset="2"/>
              <a:buChar char="-"/>
            </a:pPr>
            <a:r>
              <a:rPr lang="de-DE" sz="2600"/>
              <a:t>Verfeinerungen bei bestehenden Features</a:t>
            </a:r>
          </a:p>
          <a:p>
            <a:pPr marL="457200" indent="-457200">
              <a:buFont typeface="Symbol" panose="05050102010706020507" pitchFamily="18" charset="2"/>
              <a:buChar char="-"/>
            </a:pPr>
            <a:r>
              <a:rPr lang="de-DE" sz="2600"/>
              <a:t>Error Handling 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800"/>
          </a:p>
          <a:p>
            <a:pPr marL="457200" indent="-457200">
              <a:buFont typeface="Symbol" panose="05050102010706020507" pitchFamily="18" charset="2"/>
              <a:buChar char="-"/>
            </a:pPr>
            <a:r>
              <a:rPr lang="de-DE" sz="2600"/>
              <a:t>Frontend-Deploy vorbereiten &amp; testen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09A33CA3-EBF2-717E-2525-8129A9E1E0D8}"/>
              </a:ext>
            </a:extLst>
          </p:cNvPr>
          <p:cNvSpPr/>
          <p:nvPr/>
        </p:nvSpPr>
        <p:spPr>
          <a:xfrm>
            <a:off x="6461763" y="2029317"/>
            <a:ext cx="4805680" cy="375090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B86799A-C844-7EC6-66B1-74727EE0949A}"/>
              </a:ext>
            </a:extLst>
          </p:cNvPr>
          <p:cNvSpPr txBox="1"/>
          <p:nvPr/>
        </p:nvSpPr>
        <p:spPr>
          <a:xfrm>
            <a:off x="7823203" y="2204720"/>
            <a:ext cx="208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/>
              <a:t>Backend</a:t>
            </a:r>
            <a:endParaRPr lang="de-DE" sz="3200" b="1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F7B0E2E-6EEA-52FE-A3DA-FEA6A01C780C}"/>
              </a:ext>
            </a:extLst>
          </p:cNvPr>
          <p:cNvSpPr txBox="1"/>
          <p:nvPr/>
        </p:nvSpPr>
        <p:spPr>
          <a:xfrm>
            <a:off x="6647689" y="3058160"/>
            <a:ext cx="4447460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500"/>
          </a:p>
          <a:p>
            <a:pPr marL="457200" indent="-457200">
              <a:buFont typeface="Symbol" panose="05050102010706020507" pitchFamily="18" charset="2"/>
              <a:buChar char="-"/>
            </a:pPr>
            <a:r>
              <a:rPr lang="de-DE" sz="2600"/>
              <a:t>Algorithmus-Verbesserung</a:t>
            </a:r>
          </a:p>
          <a:p>
            <a:pPr marL="457200" indent="-457200">
              <a:buFont typeface="Symbol" panose="05050102010706020507" pitchFamily="18" charset="2"/>
              <a:buChar char="-"/>
            </a:pPr>
            <a:r>
              <a:rPr lang="de-DE" sz="2600"/>
              <a:t>Code-Base „verschönern“, Methoden auslagern, …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1207009889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C76EED-C5DA-F8C2-F8CC-BE3802BBF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4B4B24-D153-D39A-E077-F706B7CF3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pic>
        <p:nvPicPr>
          <p:cNvPr id="5" name="Grafik 4" descr="Ein Bild, das Text, Screenshot, Reihe, Zahl enthält.&#10;&#10;KI-generierte Inhalte können fehlerhaft sein.">
            <a:extLst>
              <a:ext uri="{FF2B5EF4-FFF2-40B4-BE49-F238E27FC236}">
                <a16:creationId xmlns:a16="http://schemas.microsoft.com/office/drawing/2014/main" id="{ECCB4FD5-E833-2A66-A836-E979FB0C7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518" y="1911943"/>
            <a:ext cx="9011920" cy="399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809950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7F886-0EBE-8830-7465-863200D4C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A45545-E5F4-3C6E-66BB-4CFAE2C4A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71445A-6C5D-300D-FAB8-F675BF09B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6B43F0-F2EE-E949-9CEB-A183BA350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pic>
        <p:nvPicPr>
          <p:cNvPr id="7" name="Grafik 6" descr="Ein Bild, das Text, Screenshot, Reihe, Zahl enthält.&#10;&#10;KI-generierte Inhalte können fehlerhaft sein.">
            <a:extLst>
              <a:ext uri="{FF2B5EF4-FFF2-40B4-BE49-F238E27FC236}">
                <a16:creationId xmlns:a16="http://schemas.microsoft.com/office/drawing/2014/main" id="{447E53E7-7D6E-00EA-27E2-0868CBF84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6018"/>
            <a:ext cx="12192000" cy="540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502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87D7B-5268-886E-8A78-1324A7778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FB29A1-958E-E62D-D19F-BF687B398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22E6B1-A38F-28E3-D1A5-F714B7F0A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1EC643-49CF-00DD-05F4-2F63CE611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pic>
        <p:nvPicPr>
          <p:cNvPr id="6" name="Grafik 5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31ACAF85-A0DD-CC14-6390-8F670A75D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8746"/>
            <a:ext cx="12192000" cy="538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22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2B0927-5DE8-7CA6-2AF8-AF9617AC8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92249"/>
            <a:ext cx="12192000" cy="2336040"/>
          </a:xfrm>
        </p:spPr>
        <p:txBody>
          <a:bodyPr>
            <a:normAutofit/>
          </a:bodyPr>
          <a:lstStyle/>
          <a:p>
            <a:pPr algn="ctr"/>
            <a:r>
              <a:rPr lang="de-DE" sz="8000"/>
              <a:t>Danke für Eure Aufmerksamkeit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AD52F9-899E-17FE-5A9D-3183B7113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82305213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5043C83-3F0C-6A94-D5C9-5C4334A77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D2062A-FA86-FC1D-B73E-096BF072F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089" y="1148406"/>
            <a:ext cx="10515600" cy="834163"/>
          </a:xfrm>
        </p:spPr>
        <p:txBody>
          <a:bodyPr>
            <a:normAutofit/>
          </a:bodyPr>
          <a:lstStyle/>
          <a:p>
            <a:r>
              <a:rPr lang="de-DE" sz="4600"/>
              <a:t>Frontend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C264F4-FCCC-3DB7-8C8F-1D92979B6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1352"/>
            <a:ext cx="10515600" cy="398175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de-DE" sz="2200"/>
          </a:p>
          <a:p>
            <a:pPr marL="457200" lvl="1" indent="0">
              <a:lnSpc>
                <a:spcPct val="100000"/>
              </a:lnSpc>
              <a:buNone/>
            </a:pPr>
            <a:endParaRPr lang="de-DE" sz="2200"/>
          </a:p>
          <a:p>
            <a:pPr lvl="1">
              <a:lnSpc>
                <a:spcPct val="100000"/>
              </a:lnSpc>
            </a:pPr>
            <a:endParaRPr lang="de-DE" sz="2200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92A182-A8EE-3E01-D929-9F10FA72B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55ADDF2-D0B3-50ED-7FF5-84B59D44719F}"/>
              </a:ext>
            </a:extLst>
          </p:cNvPr>
          <p:cNvSpPr txBox="1"/>
          <p:nvPr/>
        </p:nvSpPr>
        <p:spPr>
          <a:xfrm>
            <a:off x="838200" y="785321"/>
            <a:ext cx="6304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i="1">
                <a:solidFill>
                  <a:schemeClr val="bg2">
                    <a:lumMod val="50000"/>
                  </a:schemeClr>
                </a:solidFill>
              </a:rPr>
              <a:t>Aktueller technischer Stand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64C4C761-954B-E7FB-AA7A-4D67218664B9}"/>
              </a:ext>
            </a:extLst>
          </p:cNvPr>
          <p:cNvSpPr/>
          <p:nvPr/>
        </p:nvSpPr>
        <p:spPr>
          <a:xfrm>
            <a:off x="447515" y="2051352"/>
            <a:ext cx="3608439" cy="3658242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A3AE7386-E2C4-ECCC-B8B3-38D28D1A17CB}"/>
              </a:ext>
            </a:extLst>
          </p:cNvPr>
          <p:cNvSpPr/>
          <p:nvPr/>
        </p:nvSpPr>
        <p:spPr>
          <a:xfrm>
            <a:off x="4365669" y="2051352"/>
            <a:ext cx="3608439" cy="3658242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64F35210-47FA-A3FF-192A-7D26E68E42AA}"/>
              </a:ext>
            </a:extLst>
          </p:cNvPr>
          <p:cNvSpPr/>
          <p:nvPr/>
        </p:nvSpPr>
        <p:spPr>
          <a:xfrm>
            <a:off x="8283823" y="2051352"/>
            <a:ext cx="3608439" cy="3658242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 descr="Ein Bild, das Schrift, Electric Blue (Farbe), weiß, Design enthält.&#10;&#10;KI-generierte Inhalte können fehlerhaft sein.">
            <a:extLst>
              <a:ext uri="{FF2B5EF4-FFF2-40B4-BE49-F238E27FC236}">
                <a16:creationId xmlns:a16="http://schemas.microsoft.com/office/drawing/2014/main" id="{38FA68CB-64F4-6363-44B4-392F67456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376" y="1867607"/>
            <a:ext cx="1065319" cy="1065319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2" name="Grafik 11" descr="Ein Bild, das Design, Guide enthält.&#10;&#10;KI-generierte Inhalte können fehlerhaft sein.">
            <a:extLst>
              <a:ext uri="{FF2B5EF4-FFF2-40B4-BE49-F238E27FC236}">
                <a16:creationId xmlns:a16="http://schemas.microsoft.com/office/drawing/2014/main" id="{851709A7-6365-DC05-056A-662B7B8CC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228" y="1852168"/>
            <a:ext cx="1065319" cy="1080758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4" name="Grafik 13" descr="Ein Bild, das Schrift, Logo, Symbol, Grafiken enthält.&#10;&#10;KI-generierte Inhalte können fehlerhaft sein.">
            <a:extLst>
              <a:ext uri="{FF2B5EF4-FFF2-40B4-BE49-F238E27FC236}">
                <a16:creationId xmlns:a16="http://schemas.microsoft.com/office/drawing/2014/main" id="{0724CB5B-A0FC-4D4D-E74C-5461AA4DAB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080" y="1896511"/>
            <a:ext cx="1128249" cy="103641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3F9961C3-6855-DFC6-A33E-4E52835FC406}"/>
              </a:ext>
            </a:extLst>
          </p:cNvPr>
          <p:cNvSpPr txBox="1"/>
          <p:nvPr/>
        </p:nvSpPr>
        <p:spPr>
          <a:xfrm>
            <a:off x="639097" y="3028335"/>
            <a:ext cx="31881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000"/>
              <a:t>Animation überarbeitet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800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000"/>
              <a:t>Wallbox-Panel überarbeitet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800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000"/>
              <a:t>Boiler-Panel überarbeitet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800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000"/>
              <a:t>Modi-Panel erstellt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AF18EB6-2C6B-6CD1-8445-F2D6B13172B2}"/>
              </a:ext>
            </a:extLst>
          </p:cNvPr>
          <p:cNvSpPr txBox="1"/>
          <p:nvPr/>
        </p:nvSpPr>
        <p:spPr>
          <a:xfrm>
            <a:off x="4557251" y="3031205"/>
            <a:ext cx="318811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z="2000"/>
              <a:t>Diagramm hinzugefügt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endParaRPr lang="de-DE" sz="80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z="2000"/>
              <a:t>Summenbildung für PV-Werte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06CC609-64EB-A4D8-3601-59A19B99D1B0}"/>
              </a:ext>
            </a:extLst>
          </p:cNvPr>
          <p:cNvSpPr txBox="1"/>
          <p:nvPr/>
        </p:nvSpPr>
        <p:spPr>
          <a:xfrm>
            <a:off x="8475405" y="3028335"/>
            <a:ext cx="318811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000"/>
              <a:t>Passwort-Abfrage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800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000"/>
              <a:t>Systemeinstellungen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800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000"/>
              <a:t>Protokollierung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800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000"/>
              <a:t>Gerätezustände</a:t>
            </a:r>
          </a:p>
          <a:p>
            <a:pPr marL="342900" indent="-342900">
              <a:buFont typeface="Symbol" panose="05050102010706020507" pitchFamily="18" charset="2"/>
              <a:buChar char="-"/>
            </a:pPr>
            <a:endParaRPr lang="de-DE" sz="800"/>
          </a:p>
          <a:p>
            <a:pPr marL="342900" indent="-342900">
              <a:buFont typeface="Symbol" panose="05050102010706020507" pitchFamily="18" charset="2"/>
              <a:buChar char="-"/>
            </a:pPr>
            <a:r>
              <a:rPr lang="de-DE" sz="2000"/>
              <a:t>Error-Log</a:t>
            </a:r>
          </a:p>
        </p:txBody>
      </p:sp>
    </p:spTree>
    <p:extLst>
      <p:ext uri="{BB962C8B-B14F-4D97-AF65-F5344CB8AC3E}">
        <p14:creationId xmlns:p14="http://schemas.microsoft.com/office/powerpoint/2010/main" val="33767717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4B924E0-F8BF-0FF4-8A87-74494B019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CB214C-7468-D4D7-ED85-B30E5470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089" y="1148406"/>
            <a:ext cx="10515600" cy="834163"/>
          </a:xfrm>
        </p:spPr>
        <p:txBody>
          <a:bodyPr>
            <a:normAutofit/>
          </a:bodyPr>
          <a:lstStyle/>
          <a:p>
            <a:r>
              <a:rPr lang="de-DE" sz="4600"/>
              <a:t>Backend – </a:t>
            </a:r>
            <a:r>
              <a:rPr lang="de-DE" sz="4600" err="1"/>
              <a:t>Application</a:t>
            </a:r>
            <a:endParaRPr lang="de-DE" sz="46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396861-4A31-B31B-63B1-4121AF342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1352"/>
            <a:ext cx="10515600" cy="398175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de-DE" sz="2600" b="1"/>
              <a:t>Funktionalität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000"/>
              <a:t> Vollständige Implementierung aller API-Endpoints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000"/>
              <a:t> Kommunikation mit Frontend, PV, Wallbox und Boiler vollständig implementiert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sz="2000"/>
              <a:t> Zentrale Verarbeitung aller Systemdaten</a:t>
            </a:r>
            <a:endParaRPr lang="de-DE" sz="2600" b="1"/>
          </a:p>
          <a:p>
            <a:pPr marL="0" indent="0">
              <a:lnSpc>
                <a:spcPct val="100000"/>
              </a:lnSpc>
              <a:buNone/>
            </a:pPr>
            <a:r>
              <a:rPr lang="de-DE" sz="2600" b="1"/>
              <a:t>Systemlogik</a:t>
            </a:r>
          </a:p>
          <a:p>
            <a:pPr lvl="1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de-DE" sz="2000"/>
              <a:t> 3 Betriebsmodi (Manuell / Automatik / Zeitgesteuert)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de-DE" sz="2600" b="1"/>
              <a:t>Transparenz und Stabilität</a:t>
            </a:r>
          </a:p>
          <a:p>
            <a:pPr lvl="1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de-DE" sz="2100"/>
              <a:t>  </a:t>
            </a:r>
            <a:r>
              <a:rPr lang="de-DE" sz="2100" err="1"/>
              <a:t>Logging</a:t>
            </a:r>
            <a:r>
              <a:rPr lang="de-DE" sz="2100"/>
              <a:t> aller System- und Steuerentscheidungen</a:t>
            </a:r>
          </a:p>
          <a:p>
            <a:pPr lvl="1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de-DE" sz="2100"/>
              <a:t>  Fehlerbehandlung gewährleistet</a:t>
            </a:r>
          </a:p>
          <a:p>
            <a:pPr lvl="1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de-DE" sz="2100"/>
              <a:t>  Grundlegende Tests und übersichtliche Code-Struktur</a:t>
            </a:r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3ADE80-361F-B0D6-878B-553BFA996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841000B-4C35-0B64-BD4B-C3B44588D802}"/>
              </a:ext>
            </a:extLst>
          </p:cNvPr>
          <p:cNvSpPr txBox="1"/>
          <p:nvPr/>
        </p:nvSpPr>
        <p:spPr>
          <a:xfrm>
            <a:off x="838200" y="785321"/>
            <a:ext cx="6304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i="1">
                <a:solidFill>
                  <a:schemeClr val="bg2">
                    <a:lumMod val="50000"/>
                  </a:schemeClr>
                </a:solidFill>
              </a:rPr>
              <a:t>Aktueller technischer Stand</a:t>
            </a:r>
          </a:p>
        </p:txBody>
      </p:sp>
    </p:spTree>
    <p:extLst>
      <p:ext uri="{BB962C8B-B14F-4D97-AF65-F5344CB8AC3E}">
        <p14:creationId xmlns:p14="http://schemas.microsoft.com/office/powerpoint/2010/main" val="528378736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9FAC62A-EC86-8126-57A2-6B5FEAFA0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A9A568-F715-E625-4F30-7B2E3766A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089" y="1148406"/>
            <a:ext cx="10515600" cy="834163"/>
          </a:xfrm>
        </p:spPr>
        <p:txBody>
          <a:bodyPr>
            <a:normAutofit/>
          </a:bodyPr>
          <a:lstStyle/>
          <a:p>
            <a:r>
              <a:rPr lang="de-DE" sz="4600"/>
              <a:t>Backend – RaspberryPI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2B9571-CD03-0CB4-054C-263806B5C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1352"/>
            <a:ext cx="10515600" cy="398175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de-DE" sz="2600" b="1"/>
              <a:t>Intervallbasierte Abfrage der PV – Boiler – EPEX (</a:t>
            </a:r>
            <a:r>
              <a:rPr lang="de-DE" sz="2600" b="1" err="1"/>
              <a:t>CronJob</a:t>
            </a:r>
            <a:r>
              <a:rPr lang="de-DE" sz="2600" b="1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de-DE" sz="2600" b="1" i="1"/>
              <a:t>15min</a:t>
            </a:r>
            <a:r>
              <a:rPr lang="de-DE" sz="2600" i="1"/>
              <a:t> … PV-Daten &amp; Boiler-Temperatur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de-DE" sz="2600" b="1" i="1"/>
              <a:t>17:15</a:t>
            </a:r>
            <a:r>
              <a:rPr lang="de-DE" sz="2600" i="1"/>
              <a:t>  … Abfrage der EPEX-Preise</a:t>
            </a:r>
          </a:p>
          <a:p>
            <a:pPr marL="0" indent="0">
              <a:lnSpc>
                <a:spcPct val="100000"/>
              </a:lnSpc>
              <a:buNone/>
            </a:pPr>
            <a:endParaRPr lang="de-DE" sz="2600" b="1"/>
          </a:p>
          <a:p>
            <a:pPr marL="0" indent="0">
              <a:lnSpc>
                <a:spcPct val="100000"/>
              </a:lnSpc>
              <a:buNone/>
            </a:pPr>
            <a:r>
              <a:rPr lang="de-DE" sz="2600" b="1"/>
              <a:t>Dynamische Abfrage der IP-Adressen, Ports und Endpoints</a:t>
            </a:r>
          </a:p>
          <a:p>
            <a:pPr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de-DE" sz="2600"/>
              <a:t>Bei jeder Datenabfrage werden die aktuellsten Konfigurationen vom Backend verwendet.</a:t>
            </a:r>
            <a:endParaRPr lang="de-DE" sz="2200"/>
          </a:p>
          <a:p>
            <a:pPr lvl="1">
              <a:lnSpc>
                <a:spcPct val="100000"/>
              </a:lnSpc>
            </a:pPr>
            <a:endParaRPr lang="de-DE" sz="2200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AC72C9-5F9A-5BB2-D991-BF55C9676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27E99E9-9653-F7BD-2B0A-C39ED7CFDE13}"/>
              </a:ext>
            </a:extLst>
          </p:cNvPr>
          <p:cNvSpPr txBox="1"/>
          <p:nvPr/>
        </p:nvSpPr>
        <p:spPr>
          <a:xfrm>
            <a:off x="838200" y="785321"/>
            <a:ext cx="6304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i="1">
                <a:solidFill>
                  <a:schemeClr val="bg2">
                    <a:lumMod val="50000"/>
                  </a:schemeClr>
                </a:solidFill>
              </a:rPr>
              <a:t>Aktueller technischer Stand</a:t>
            </a:r>
          </a:p>
        </p:txBody>
      </p:sp>
    </p:spTree>
    <p:extLst>
      <p:ext uri="{BB962C8B-B14F-4D97-AF65-F5344CB8AC3E}">
        <p14:creationId xmlns:p14="http://schemas.microsoft.com/office/powerpoint/2010/main" val="3921468239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E909D3-B990-53A6-B189-718F4B391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8770"/>
            <a:ext cx="10515600" cy="834163"/>
          </a:xfrm>
        </p:spPr>
        <p:txBody>
          <a:bodyPr/>
          <a:lstStyle/>
          <a:p>
            <a:r>
              <a:rPr lang="de-AT"/>
              <a:t>Aufgetretene Probleme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B8F060-B110-9DE5-E525-A3ADCEA2B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8781"/>
            <a:ext cx="10515600" cy="39417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AT" b="1"/>
              <a:t>Frontend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AT"/>
              <a:t>Darstellung der Energieflüsse fehlerhaft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AT"/>
              <a:t>Emergency-Screen (Pers. Speicherung der Backend-IP)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AT"/>
              <a:t>Zu ungenaue Recherche bei der Diagramm-Technologie</a:t>
            </a:r>
          </a:p>
          <a:p>
            <a:pPr marL="0" indent="0">
              <a:buNone/>
            </a:pPr>
            <a:endParaRPr lang="de-AT" sz="500"/>
          </a:p>
          <a:p>
            <a:pPr marL="0" indent="0">
              <a:buNone/>
            </a:pPr>
            <a:r>
              <a:rPr lang="de-AT" b="1"/>
              <a:t>Backend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AT"/>
              <a:t>Zentrale Verwaltung der IP-Adressen &amp; </a:t>
            </a:r>
            <a:r>
              <a:rPr lang="de-AT" err="1"/>
              <a:t>Schedules</a:t>
            </a:r>
            <a:r>
              <a:rPr lang="de-AT"/>
              <a:t> // Simple </a:t>
            </a:r>
            <a:r>
              <a:rPr lang="de-AT" err="1"/>
              <a:t>Json</a:t>
            </a:r>
            <a:r>
              <a:rPr lang="de-AT"/>
              <a:t>-File Übertragung des Admin Passwortes im Heimnetz 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AT" err="1"/>
              <a:t>Logging</a:t>
            </a:r>
            <a:r>
              <a:rPr lang="de-AT"/>
              <a:t>-Spam // Filtermechanismen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/>
              <a:t>Unübersichtliche Code-Struktur // </a:t>
            </a:r>
            <a:r>
              <a:rPr lang="de-DE" err="1"/>
              <a:t>neustrukturierung</a:t>
            </a:r>
            <a:endParaRPr lang="de-DE"/>
          </a:p>
          <a:p>
            <a:pPr lvl="1">
              <a:buFont typeface="Symbol" panose="05050102010706020507" pitchFamily="18" charset="2"/>
              <a:buChar char="-"/>
            </a:pPr>
            <a:r>
              <a:rPr lang="de-DE"/>
              <a:t>Emergency-Screen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108F66-A7B9-0346-6D85-CE6D1E6C8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0291-6227-43EA-83C9-C159E691502C}" type="datetime1">
              <a:rPr lang="de-AT" smtClean="0"/>
              <a:t>20.02.2026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46223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04463DF-85EC-4FCA-B98F-EDDD6462834C}">
  <we:reference id="WA200005566" version="3.0.0.3" store="Omex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Widescreen</PresentationFormat>
  <Slides>33</Slides>
  <Notes>2</Notes>
  <HiddenSlides>4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</vt:lpstr>
      <vt:lpstr>PowerPoint Presentation</vt:lpstr>
      <vt:lpstr>Inhaltsverzeichnis</vt:lpstr>
      <vt:lpstr>Projektübersicht</vt:lpstr>
      <vt:lpstr>Product Demo</vt:lpstr>
      <vt:lpstr>Gesamtarchitektur</vt:lpstr>
      <vt:lpstr>Geplantes Systemkonzept</vt:lpstr>
      <vt:lpstr>Geplantes Systemkonzept</vt:lpstr>
      <vt:lpstr>Geplantes Systemkonzept</vt:lpstr>
      <vt:lpstr>Technische Umsetzung</vt:lpstr>
      <vt:lpstr>Frontend - Animation</vt:lpstr>
      <vt:lpstr>Frontend - Animation</vt:lpstr>
      <vt:lpstr>Frontend - Diagramm</vt:lpstr>
      <vt:lpstr>Frontend - Diagramm</vt:lpstr>
      <vt:lpstr>PowerPoint Presentation</vt:lpstr>
      <vt:lpstr>Backend – Application</vt:lpstr>
      <vt:lpstr>Backend – Application Dynamische Geräte-Verwaltung</vt:lpstr>
      <vt:lpstr>PowerPoint Presentation</vt:lpstr>
      <vt:lpstr>PowerPoint Presentation</vt:lpstr>
      <vt:lpstr>PowerPoint Presentation</vt:lpstr>
      <vt:lpstr>Backend – RaspberryPI</vt:lpstr>
      <vt:lpstr>Backend – RaspberryPI</vt:lpstr>
      <vt:lpstr>Backend – RaspberryPI</vt:lpstr>
      <vt:lpstr>Backend – RaspberryPI</vt:lpstr>
      <vt:lpstr>Backend – SWAGGER</vt:lpstr>
      <vt:lpstr>Weitere Schritte bis zur Fertigstellung</vt:lpstr>
      <vt:lpstr>Zeitplan</vt:lpstr>
      <vt:lpstr>Zeitplan</vt:lpstr>
      <vt:lpstr>Zeitplan</vt:lpstr>
      <vt:lpstr>Danke für Eure Aufmerksamkeit</vt:lpstr>
      <vt:lpstr>Frontend</vt:lpstr>
      <vt:lpstr>Backend – Application</vt:lpstr>
      <vt:lpstr>Backend – RaspberryPI</vt:lpstr>
      <vt:lpstr>Aufgetretene Probleme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Aberger Jonas</dc:creator>
  <cp:revision>1</cp:revision>
  <dcterms:created xsi:type="dcterms:W3CDTF">2025-09-23T08:01:18Z</dcterms:created>
  <dcterms:modified xsi:type="dcterms:W3CDTF">2026-02-20T08:23:42Z</dcterms:modified>
</cp:coreProperties>
</file>