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8" r:id="rId3"/>
    <p:sldId id="269" r:id="rId4"/>
    <p:sldId id="270" r:id="rId5"/>
    <p:sldId id="258" r:id="rId6"/>
    <p:sldId id="262" r:id="rId7"/>
    <p:sldId id="266" r:id="rId8"/>
    <p:sldId id="267" r:id="rId9"/>
    <p:sldId id="271" r:id="rId10"/>
    <p:sldId id="259" r:id="rId11"/>
    <p:sldId id="260" r:id="rId12"/>
    <p:sldId id="272" r:id="rId13"/>
    <p:sldId id="261" r:id="rId14"/>
    <p:sldId id="273" r:id="rId15"/>
    <p:sldId id="274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6B24"/>
    <a:srgbClr val="8EB21E"/>
    <a:srgbClr val="E97132"/>
    <a:srgbClr val="31C938"/>
    <a:srgbClr val="3FB445"/>
    <a:srgbClr val="BB1525"/>
    <a:srgbClr val="C01626"/>
    <a:srgbClr val="215F9A"/>
    <a:srgbClr val="75DA75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erger Jonas" userId="ceb1aaf8-5544-4c36-af61-de230cd7d456" providerId="ADAL" clId="{34CA5827-BBF3-422B-9C38-7EA06574312E}"/>
    <pc:docChg chg="undo custSel addSld delSld modSld addMainMaster modMainMaster addSection delSection modSection">
      <pc:chgData name="Aberger Jonas" userId="ceb1aaf8-5544-4c36-af61-de230cd7d456" providerId="ADAL" clId="{34CA5827-BBF3-422B-9C38-7EA06574312E}" dt="2026-05-12T12:58:30.511" v="3102" actId="20577"/>
      <pc:docMkLst>
        <pc:docMk/>
      </pc:docMkLst>
      <pc:sldChg chg="add del">
        <pc:chgData name="Aberger Jonas" userId="ceb1aaf8-5544-4c36-af61-de230cd7d456" providerId="ADAL" clId="{34CA5827-BBF3-422B-9C38-7EA06574312E}" dt="2026-05-12T12:58:29.517" v="3097" actId="47"/>
        <pc:sldMkLst>
          <pc:docMk/>
          <pc:sldMk cId="656790257" sldId="261"/>
        </pc:sldMkLst>
      </pc:sldChg>
      <pc:sldChg chg="add del">
        <pc:chgData name="Aberger Jonas" userId="ceb1aaf8-5544-4c36-af61-de230cd7d456" providerId="ADAL" clId="{34CA5827-BBF3-422B-9C38-7EA06574312E}" dt="2026-05-12T12:58:29.759" v="3098" actId="47"/>
        <pc:sldMkLst>
          <pc:docMk/>
          <pc:sldMk cId="2826421943" sldId="272"/>
        </pc:sldMkLst>
      </pc:sldChg>
      <pc:sldChg chg="modSp mod">
        <pc:chgData name="Aberger Jonas" userId="ceb1aaf8-5544-4c36-af61-de230cd7d456" providerId="ADAL" clId="{34CA5827-BBF3-422B-9C38-7EA06574312E}" dt="2026-05-12T12:58:30.511" v="3102" actId="20577"/>
        <pc:sldMkLst>
          <pc:docMk/>
          <pc:sldMk cId="4282305213" sldId="274"/>
        </pc:sldMkLst>
        <pc:spChg chg="mod">
          <ac:chgData name="Aberger Jonas" userId="ceb1aaf8-5544-4c36-af61-de230cd7d456" providerId="ADAL" clId="{34CA5827-BBF3-422B-9C38-7EA06574312E}" dt="2026-05-12T12:58:30.511" v="3102" actId="20577"/>
          <ac:spMkLst>
            <pc:docMk/>
            <pc:sldMk cId="4282305213" sldId="274"/>
            <ac:spMk id="2" creationId="{7F2B0927-5DE8-7CA6-2AF8-AF9617AC819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99CB1C-1342-4247-86F8-A96E62D36BAF}" type="doc">
      <dgm:prSet loTypeId="urn:microsoft.com/office/officeart/2008/layout/VerticalCurvedLis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de-AT"/>
        </a:p>
      </dgm:t>
    </dgm:pt>
    <dgm:pt modelId="{3D3FC6DE-A64C-49B5-BC77-01FAB5036B43}">
      <dgm:prSet phldrT="[Text]"/>
      <dgm:spPr/>
      <dgm:t>
        <a:bodyPr/>
        <a:lstStyle/>
        <a:p>
          <a:r>
            <a:rPr lang="de-DE" b="1"/>
            <a:t>Ausgangslage</a:t>
          </a:r>
          <a:endParaRPr lang="de-AT" b="1"/>
        </a:p>
      </dgm:t>
    </dgm:pt>
    <dgm:pt modelId="{8E1B4281-4E47-4084-951C-A0774173DD24}" type="parTrans" cxnId="{0F07F268-C284-4A9A-9325-97E1725191DE}">
      <dgm:prSet/>
      <dgm:spPr/>
      <dgm:t>
        <a:bodyPr/>
        <a:lstStyle/>
        <a:p>
          <a:endParaRPr lang="de-AT"/>
        </a:p>
      </dgm:t>
    </dgm:pt>
    <dgm:pt modelId="{30DE95BA-3C4E-4A54-877F-8BAB19314CA1}" type="sibTrans" cxnId="{0F07F268-C284-4A9A-9325-97E1725191DE}">
      <dgm:prSet/>
      <dgm:spPr/>
      <dgm:t>
        <a:bodyPr/>
        <a:lstStyle/>
        <a:p>
          <a:endParaRPr lang="de-AT"/>
        </a:p>
      </dgm:t>
    </dgm:pt>
    <dgm:pt modelId="{708F6D13-81B6-4E9E-A857-58182D17F9A1}">
      <dgm:prSet/>
      <dgm:spPr/>
      <dgm:t>
        <a:bodyPr/>
        <a:lstStyle/>
        <a:p>
          <a:r>
            <a:rPr lang="de-DE" b="1"/>
            <a:t>Projektorganisation</a:t>
          </a:r>
        </a:p>
      </dgm:t>
    </dgm:pt>
    <dgm:pt modelId="{AB27BD4E-86D9-41E1-98ED-8E090584D619}" type="parTrans" cxnId="{9E54ED1D-DF27-4C69-BE83-C56696DD1CD0}">
      <dgm:prSet/>
      <dgm:spPr/>
      <dgm:t>
        <a:bodyPr/>
        <a:lstStyle/>
        <a:p>
          <a:endParaRPr lang="de-AT"/>
        </a:p>
      </dgm:t>
    </dgm:pt>
    <dgm:pt modelId="{A56F8BA8-091B-4A3F-B8BE-49473C407414}" type="sibTrans" cxnId="{9E54ED1D-DF27-4C69-BE83-C56696DD1CD0}">
      <dgm:prSet/>
      <dgm:spPr/>
      <dgm:t>
        <a:bodyPr/>
        <a:lstStyle/>
        <a:p>
          <a:endParaRPr lang="de-AT"/>
        </a:p>
      </dgm:t>
    </dgm:pt>
    <dgm:pt modelId="{B11B3510-EB24-4992-B76A-CB37138879F4}">
      <dgm:prSet/>
      <dgm:spPr/>
      <dgm:t>
        <a:bodyPr/>
        <a:lstStyle/>
        <a:p>
          <a:r>
            <a:rPr lang="de-DE" b="1"/>
            <a:t>Projektziele</a:t>
          </a:r>
        </a:p>
      </dgm:t>
    </dgm:pt>
    <dgm:pt modelId="{C79E71A7-200D-4D95-919C-DCB12491B5D4}" type="parTrans" cxnId="{A14C3063-6687-4C23-8D8E-488662227930}">
      <dgm:prSet/>
      <dgm:spPr/>
      <dgm:t>
        <a:bodyPr/>
        <a:lstStyle/>
        <a:p>
          <a:endParaRPr lang="de-AT"/>
        </a:p>
      </dgm:t>
    </dgm:pt>
    <dgm:pt modelId="{00DBB577-8DE8-47B6-830D-1B4C900C93B3}" type="sibTrans" cxnId="{A14C3063-6687-4C23-8D8E-488662227930}">
      <dgm:prSet/>
      <dgm:spPr/>
      <dgm:t>
        <a:bodyPr/>
        <a:lstStyle/>
        <a:p>
          <a:endParaRPr lang="de-AT"/>
        </a:p>
      </dgm:t>
    </dgm:pt>
    <dgm:pt modelId="{A1756916-7A8B-4FE3-AF8E-F2822D794037}">
      <dgm:prSet/>
      <dgm:spPr/>
      <dgm:t>
        <a:bodyPr/>
        <a:lstStyle/>
        <a:p>
          <a:r>
            <a:rPr lang="de-DE" b="1"/>
            <a:t>Meilensteine</a:t>
          </a:r>
        </a:p>
      </dgm:t>
    </dgm:pt>
    <dgm:pt modelId="{3C4E149F-F993-4B77-BC7D-28D67189A7E0}" type="parTrans" cxnId="{E2A07D83-98AE-4905-B610-9A6267002484}">
      <dgm:prSet/>
      <dgm:spPr/>
      <dgm:t>
        <a:bodyPr/>
        <a:lstStyle/>
        <a:p>
          <a:endParaRPr lang="de-AT"/>
        </a:p>
      </dgm:t>
    </dgm:pt>
    <dgm:pt modelId="{329D8A31-4550-4E8E-AD1E-A2545B0C5F0B}" type="sibTrans" cxnId="{E2A07D83-98AE-4905-B610-9A6267002484}">
      <dgm:prSet/>
      <dgm:spPr/>
      <dgm:t>
        <a:bodyPr/>
        <a:lstStyle/>
        <a:p>
          <a:endParaRPr lang="de-AT"/>
        </a:p>
      </dgm:t>
    </dgm:pt>
    <dgm:pt modelId="{50F1B320-4AE0-4FDC-BBD9-06D538FB0AB2}">
      <dgm:prSet/>
      <dgm:spPr/>
      <dgm:t>
        <a:bodyPr/>
        <a:lstStyle/>
        <a:p>
          <a:r>
            <a:rPr lang="de-DE" b="1"/>
            <a:t>Aufgabenverteilung</a:t>
          </a:r>
        </a:p>
      </dgm:t>
    </dgm:pt>
    <dgm:pt modelId="{9512C6AF-BDDC-4694-B6FE-B6C9FA67FED8}" type="parTrans" cxnId="{9E98E2C0-B8C6-4540-8819-9A8B0AF02023}">
      <dgm:prSet/>
      <dgm:spPr/>
      <dgm:t>
        <a:bodyPr/>
        <a:lstStyle/>
        <a:p>
          <a:endParaRPr lang="de-AT"/>
        </a:p>
      </dgm:t>
    </dgm:pt>
    <dgm:pt modelId="{B7B884DA-336B-40B4-85C5-5B0829E34EE5}" type="sibTrans" cxnId="{9E98E2C0-B8C6-4540-8819-9A8B0AF02023}">
      <dgm:prSet/>
      <dgm:spPr/>
      <dgm:t>
        <a:bodyPr/>
        <a:lstStyle/>
        <a:p>
          <a:endParaRPr lang="de-AT"/>
        </a:p>
      </dgm:t>
    </dgm:pt>
    <dgm:pt modelId="{DE030AE2-FBFF-47CC-8E07-72C77309BB49}">
      <dgm:prSet/>
      <dgm:spPr/>
      <dgm:t>
        <a:bodyPr/>
        <a:lstStyle/>
        <a:p>
          <a:r>
            <a:rPr lang="de-DE" b="1"/>
            <a:t>TechStack</a:t>
          </a:r>
        </a:p>
      </dgm:t>
    </dgm:pt>
    <dgm:pt modelId="{55D30A3A-7E09-4DA5-B42C-A85D7C9F6F52}" type="parTrans" cxnId="{13664088-00C5-426A-9894-83F7E1F63273}">
      <dgm:prSet/>
      <dgm:spPr/>
      <dgm:t>
        <a:bodyPr/>
        <a:lstStyle/>
        <a:p>
          <a:endParaRPr lang="de-AT"/>
        </a:p>
      </dgm:t>
    </dgm:pt>
    <dgm:pt modelId="{218D3B22-6FE3-4E66-B78F-CF2758C1C240}" type="sibTrans" cxnId="{13664088-00C5-426A-9894-83F7E1F63273}">
      <dgm:prSet/>
      <dgm:spPr/>
      <dgm:t>
        <a:bodyPr/>
        <a:lstStyle/>
        <a:p>
          <a:endParaRPr lang="de-AT"/>
        </a:p>
      </dgm:t>
    </dgm:pt>
    <dgm:pt modelId="{29B5FACA-DED1-4C89-90D3-890550D49735}">
      <dgm:prSet/>
      <dgm:spPr/>
      <dgm:t>
        <a:bodyPr/>
        <a:lstStyle/>
        <a:p>
          <a:r>
            <a:rPr lang="de-DE" b="1"/>
            <a:t>Projektübersicht &amp; Zeitplan</a:t>
          </a:r>
        </a:p>
      </dgm:t>
    </dgm:pt>
    <dgm:pt modelId="{ED0DF4F8-77F2-4B83-BE87-CF085C7EB3D6}" type="parTrans" cxnId="{604861F1-384D-43EC-B0D3-B5F752953D7E}">
      <dgm:prSet/>
      <dgm:spPr/>
      <dgm:t>
        <a:bodyPr/>
        <a:lstStyle/>
        <a:p>
          <a:endParaRPr lang="de-AT"/>
        </a:p>
      </dgm:t>
    </dgm:pt>
    <dgm:pt modelId="{B4F0F560-E1EC-420A-BEED-64BD683C793F}" type="sibTrans" cxnId="{604861F1-384D-43EC-B0D3-B5F752953D7E}">
      <dgm:prSet/>
      <dgm:spPr/>
      <dgm:t>
        <a:bodyPr/>
        <a:lstStyle/>
        <a:p>
          <a:endParaRPr lang="de-AT"/>
        </a:p>
      </dgm:t>
    </dgm:pt>
    <dgm:pt modelId="{1455F698-9846-43A4-BA1B-97F20972510A}">
      <dgm:prSet/>
      <dgm:spPr/>
      <dgm:t>
        <a:bodyPr/>
        <a:lstStyle/>
        <a:p>
          <a:endParaRPr lang="de-AT"/>
        </a:p>
      </dgm:t>
    </dgm:pt>
    <dgm:pt modelId="{F51BF5AB-AAAC-4A33-8B7B-DB42921A957A}" type="parTrans" cxnId="{B0980A87-C356-45C7-9EA5-38753FD5E4FD}">
      <dgm:prSet/>
      <dgm:spPr/>
      <dgm:t>
        <a:bodyPr/>
        <a:lstStyle/>
        <a:p>
          <a:endParaRPr lang="de-AT"/>
        </a:p>
      </dgm:t>
    </dgm:pt>
    <dgm:pt modelId="{2DC624FE-0EF7-408E-9D53-8EFAB3B705B4}" type="sibTrans" cxnId="{B0980A87-C356-45C7-9EA5-38753FD5E4FD}">
      <dgm:prSet/>
      <dgm:spPr/>
      <dgm:t>
        <a:bodyPr/>
        <a:lstStyle/>
        <a:p>
          <a:endParaRPr lang="de-AT"/>
        </a:p>
      </dgm:t>
    </dgm:pt>
    <dgm:pt modelId="{C01C5F0E-3FBF-48A0-ABC8-A229DE50FB77}" type="pres">
      <dgm:prSet presAssocID="{E999CB1C-1342-4247-86F8-A96E62D36BAF}" presName="Name0" presStyleCnt="0">
        <dgm:presLayoutVars>
          <dgm:chMax val="7"/>
          <dgm:chPref val="7"/>
          <dgm:dir/>
        </dgm:presLayoutVars>
      </dgm:prSet>
      <dgm:spPr/>
    </dgm:pt>
    <dgm:pt modelId="{DC61404F-777E-4B6A-987A-0C5E56D47620}" type="pres">
      <dgm:prSet presAssocID="{E999CB1C-1342-4247-86F8-A96E62D36BAF}" presName="Name1" presStyleCnt="0"/>
      <dgm:spPr/>
    </dgm:pt>
    <dgm:pt modelId="{0EC080C9-DCE4-4121-A3BE-FE64DCCA2043}" type="pres">
      <dgm:prSet presAssocID="{E999CB1C-1342-4247-86F8-A96E62D36BAF}" presName="cycle" presStyleCnt="0"/>
      <dgm:spPr/>
    </dgm:pt>
    <dgm:pt modelId="{FA40ED59-1270-4D1D-AA94-0027BA8C352D}" type="pres">
      <dgm:prSet presAssocID="{E999CB1C-1342-4247-86F8-A96E62D36BAF}" presName="srcNode" presStyleLbl="node1" presStyleIdx="0" presStyleCnt="7"/>
      <dgm:spPr/>
    </dgm:pt>
    <dgm:pt modelId="{9DCADE88-BB98-44E4-A5BA-9942CFC463C5}" type="pres">
      <dgm:prSet presAssocID="{E999CB1C-1342-4247-86F8-A96E62D36BAF}" presName="conn" presStyleLbl="parChTrans1D2" presStyleIdx="0" presStyleCnt="1"/>
      <dgm:spPr/>
    </dgm:pt>
    <dgm:pt modelId="{8B71197B-1130-4A7E-982C-479814A86924}" type="pres">
      <dgm:prSet presAssocID="{E999CB1C-1342-4247-86F8-A96E62D36BAF}" presName="extraNode" presStyleLbl="node1" presStyleIdx="0" presStyleCnt="7"/>
      <dgm:spPr/>
    </dgm:pt>
    <dgm:pt modelId="{440A2656-1ABA-426F-8E22-BFD84141B92C}" type="pres">
      <dgm:prSet presAssocID="{E999CB1C-1342-4247-86F8-A96E62D36BAF}" presName="dstNode" presStyleLbl="node1" presStyleIdx="0" presStyleCnt="7"/>
      <dgm:spPr/>
    </dgm:pt>
    <dgm:pt modelId="{1A573DA1-92EF-44CD-B43D-EDC3B3677C06}" type="pres">
      <dgm:prSet presAssocID="{3D3FC6DE-A64C-49B5-BC77-01FAB5036B43}" presName="text_1" presStyleLbl="node1" presStyleIdx="0" presStyleCnt="7">
        <dgm:presLayoutVars>
          <dgm:bulletEnabled val="1"/>
        </dgm:presLayoutVars>
      </dgm:prSet>
      <dgm:spPr/>
    </dgm:pt>
    <dgm:pt modelId="{38F394C4-0E43-440A-8F67-0442F7829B26}" type="pres">
      <dgm:prSet presAssocID="{3D3FC6DE-A64C-49B5-BC77-01FAB5036B43}" presName="accent_1" presStyleCnt="0"/>
      <dgm:spPr/>
    </dgm:pt>
    <dgm:pt modelId="{6224E7DA-BCBF-4EF7-A63D-C8507C1CFBEC}" type="pres">
      <dgm:prSet presAssocID="{3D3FC6DE-A64C-49B5-BC77-01FAB5036B43}" presName="accentRepeatNode" presStyleLbl="solidFgAcc1" presStyleIdx="0" presStyleCnt="7"/>
      <dgm:spPr/>
    </dgm:pt>
    <dgm:pt modelId="{C79312F9-6CCA-4E0B-8E29-D3F5F863D808}" type="pres">
      <dgm:prSet presAssocID="{708F6D13-81B6-4E9E-A857-58182D17F9A1}" presName="text_2" presStyleLbl="node1" presStyleIdx="1" presStyleCnt="7">
        <dgm:presLayoutVars>
          <dgm:bulletEnabled val="1"/>
        </dgm:presLayoutVars>
      </dgm:prSet>
      <dgm:spPr/>
    </dgm:pt>
    <dgm:pt modelId="{0B53D76E-919A-4E1C-BCC4-6913DCAD8708}" type="pres">
      <dgm:prSet presAssocID="{708F6D13-81B6-4E9E-A857-58182D17F9A1}" presName="accent_2" presStyleCnt="0"/>
      <dgm:spPr/>
    </dgm:pt>
    <dgm:pt modelId="{93B86817-F2B3-4701-9018-1FB319F842F5}" type="pres">
      <dgm:prSet presAssocID="{708F6D13-81B6-4E9E-A857-58182D17F9A1}" presName="accentRepeatNode" presStyleLbl="solidFgAcc1" presStyleIdx="1" presStyleCnt="7"/>
      <dgm:spPr/>
    </dgm:pt>
    <dgm:pt modelId="{49F2F94D-2967-4FC0-82D0-7E4088C9090E}" type="pres">
      <dgm:prSet presAssocID="{B11B3510-EB24-4992-B76A-CB37138879F4}" presName="text_3" presStyleLbl="node1" presStyleIdx="2" presStyleCnt="7">
        <dgm:presLayoutVars>
          <dgm:bulletEnabled val="1"/>
        </dgm:presLayoutVars>
      </dgm:prSet>
      <dgm:spPr/>
    </dgm:pt>
    <dgm:pt modelId="{0775970B-8A44-4742-81BF-BD6A2C8CC656}" type="pres">
      <dgm:prSet presAssocID="{B11B3510-EB24-4992-B76A-CB37138879F4}" presName="accent_3" presStyleCnt="0"/>
      <dgm:spPr/>
    </dgm:pt>
    <dgm:pt modelId="{4BF7C13E-EEE4-417B-BF14-3283BA84D6A6}" type="pres">
      <dgm:prSet presAssocID="{B11B3510-EB24-4992-B76A-CB37138879F4}" presName="accentRepeatNode" presStyleLbl="solidFgAcc1" presStyleIdx="2" presStyleCnt="7"/>
      <dgm:spPr/>
    </dgm:pt>
    <dgm:pt modelId="{8D7423D8-357D-4EC9-BC54-AB333AE84CEC}" type="pres">
      <dgm:prSet presAssocID="{A1756916-7A8B-4FE3-AF8E-F2822D794037}" presName="text_4" presStyleLbl="node1" presStyleIdx="3" presStyleCnt="7">
        <dgm:presLayoutVars>
          <dgm:bulletEnabled val="1"/>
        </dgm:presLayoutVars>
      </dgm:prSet>
      <dgm:spPr/>
    </dgm:pt>
    <dgm:pt modelId="{8EABCD7B-A8C4-4FA0-A93A-EDD5EC5ED529}" type="pres">
      <dgm:prSet presAssocID="{A1756916-7A8B-4FE3-AF8E-F2822D794037}" presName="accent_4" presStyleCnt="0"/>
      <dgm:spPr/>
    </dgm:pt>
    <dgm:pt modelId="{C8A6A78E-0C0B-4357-9D3A-248B5F32B41B}" type="pres">
      <dgm:prSet presAssocID="{A1756916-7A8B-4FE3-AF8E-F2822D794037}" presName="accentRepeatNode" presStyleLbl="solidFgAcc1" presStyleIdx="3" presStyleCnt="7"/>
      <dgm:spPr/>
    </dgm:pt>
    <dgm:pt modelId="{0E64F179-98AE-47F6-9ABE-D803FCBB7D45}" type="pres">
      <dgm:prSet presAssocID="{50F1B320-4AE0-4FDC-BBD9-06D538FB0AB2}" presName="text_5" presStyleLbl="node1" presStyleIdx="4" presStyleCnt="7">
        <dgm:presLayoutVars>
          <dgm:bulletEnabled val="1"/>
        </dgm:presLayoutVars>
      </dgm:prSet>
      <dgm:spPr/>
    </dgm:pt>
    <dgm:pt modelId="{500F5ED3-4337-41D2-B45A-36688AE1F158}" type="pres">
      <dgm:prSet presAssocID="{50F1B320-4AE0-4FDC-BBD9-06D538FB0AB2}" presName="accent_5" presStyleCnt="0"/>
      <dgm:spPr/>
    </dgm:pt>
    <dgm:pt modelId="{483F1EAB-F389-4499-891C-B7008E80A4A5}" type="pres">
      <dgm:prSet presAssocID="{50F1B320-4AE0-4FDC-BBD9-06D538FB0AB2}" presName="accentRepeatNode" presStyleLbl="solidFgAcc1" presStyleIdx="4" presStyleCnt="7"/>
      <dgm:spPr/>
    </dgm:pt>
    <dgm:pt modelId="{74869CBB-1D01-4715-9005-C2308C59AC61}" type="pres">
      <dgm:prSet presAssocID="{DE030AE2-FBFF-47CC-8E07-72C77309BB49}" presName="text_6" presStyleLbl="node1" presStyleIdx="5" presStyleCnt="7" custLinFactNeighborX="-379" custLinFactNeighborY="-3820">
        <dgm:presLayoutVars>
          <dgm:bulletEnabled val="1"/>
        </dgm:presLayoutVars>
      </dgm:prSet>
      <dgm:spPr/>
    </dgm:pt>
    <dgm:pt modelId="{7F554D53-266A-41A4-9015-8B0FBDB0B361}" type="pres">
      <dgm:prSet presAssocID="{DE030AE2-FBFF-47CC-8E07-72C77309BB49}" presName="accent_6" presStyleCnt="0"/>
      <dgm:spPr/>
    </dgm:pt>
    <dgm:pt modelId="{934351F9-6239-40EB-B2F4-521EE80A64AA}" type="pres">
      <dgm:prSet presAssocID="{DE030AE2-FBFF-47CC-8E07-72C77309BB49}" presName="accentRepeatNode" presStyleLbl="solidFgAcc1" presStyleIdx="5" presStyleCnt="7"/>
      <dgm:spPr/>
    </dgm:pt>
    <dgm:pt modelId="{05BBD216-7B7E-42BB-ACC2-F09A007391BB}" type="pres">
      <dgm:prSet presAssocID="{29B5FACA-DED1-4C89-90D3-890550D49735}" presName="text_7" presStyleLbl="node1" presStyleIdx="6" presStyleCnt="7">
        <dgm:presLayoutVars>
          <dgm:bulletEnabled val="1"/>
        </dgm:presLayoutVars>
      </dgm:prSet>
      <dgm:spPr/>
    </dgm:pt>
    <dgm:pt modelId="{9E702B1B-F1C3-477E-BD72-A3354A5A7175}" type="pres">
      <dgm:prSet presAssocID="{29B5FACA-DED1-4C89-90D3-890550D49735}" presName="accent_7" presStyleCnt="0"/>
      <dgm:spPr/>
    </dgm:pt>
    <dgm:pt modelId="{4B4F1D19-9B4F-4FD0-A2F9-893968FC6087}" type="pres">
      <dgm:prSet presAssocID="{29B5FACA-DED1-4C89-90D3-890550D49735}" presName="accentRepeatNode" presStyleLbl="solidFgAcc1" presStyleIdx="6" presStyleCnt="7"/>
      <dgm:spPr/>
    </dgm:pt>
  </dgm:ptLst>
  <dgm:cxnLst>
    <dgm:cxn modelId="{9A5DC40E-F1A0-4660-AECD-D4A4E2607E41}" type="presOf" srcId="{A1756916-7A8B-4FE3-AF8E-F2822D794037}" destId="{8D7423D8-357D-4EC9-BC54-AB333AE84CEC}" srcOrd="0" destOrd="0" presId="urn:microsoft.com/office/officeart/2008/layout/VerticalCurvedList"/>
    <dgm:cxn modelId="{9E54ED1D-DF27-4C69-BE83-C56696DD1CD0}" srcId="{E999CB1C-1342-4247-86F8-A96E62D36BAF}" destId="{708F6D13-81B6-4E9E-A857-58182D17F9A1}" srcOrd="1" destOrd="0" parTransId="{AB27BD4E-86D9-41E1-98ED-8E090584D619}" sibTransId="{A56F8BA8-091B-4A3F-B8BE-49473C407414}"/>
    <dgm:cxn modelId="{E984EF2C-3E23-420B-A211-2DB4E866978B}" type="presOf" srcId="{708F6D13-81B6-4E9E-A857-58182D17F9A1}" destId="{C79312F9-6CCA-4E0B-8E29-D3F5F863D808}" srcOrd="0" destOrd="0" presId="urn:microsoft.com/office/officeart/2008/layout/VerticalCurvedList"/>
    <dgm:cxn modelId="{A14C3063-6687-4C23-8D8E-488662227930}" srcId="{E999CB1C-1342-4247-86F8-A96E62D36BAF}" destId="{B11B3510-EB24-4992-B76A-CB37138879F4}" srcOrd="2" destOrd="0" parTransId="{C79E71A7-200D-4D95-919C-DCB12491B5D4}" sibTransId="{00DBB577-8DE8-47B6-830D-1B4C900C93B3}"/>
    <dgm:cxn modelId="{34321047-450E-4F64-A34A-05262DE4DEBC}" type="presOf" srcId="{50F1B320-4AE0-4FDC-BBD9-06D538FB0AB2}" destId="{0E64F179-98AE-47F6-9ABE-D803FCBB7D45}" srcOrd="0" destOrd="0" presId="urn:microsoft.com/office/officeart/2008/layout/VerticalCurvedList"/>
    <dgm:cxn modelId="{0F07F268-C284-4A9A-9325-97E1725191DE}" srcId="{E999CB1C-1342-4247-86F8-A96E62D36BAF}" destId="{3D3FC6DE-A64C-49B5-BC77-01FAB5036B43}" srcOrd="0" destOrd="0" parTransId="{8E1B4281-4E47-4084-951C-A0774173DD24}" sibTransId="{30DE95BA-3C4E-4A54-877F-8BAB19314CA1}"/>
    <dgm:cxn modelId="{96ABD96D-2125-4706-B234-46258CF2F3BC}" type="presOf" srcId="{29B5FACA-DED1-4C89-90D3-890550D49735}" destId="{05BBD216-7B7E-42BB-ACC2-F09A007391BB}" srcOrd="0" destOrd="0" presId="urn:microsoft.com/office/officeart/2008/layout/VerticalCurvedList"/>
    <dgm:cxn modelId="{CF0ACB55-712F-45FC-96C0-0510B97FCA93}" type="presOf" srcId="{3D3FC6DE-A64C-49B5-BC77-01FAB5036B43}" destId="{1A573DA1-92EF-44CD-B43D-EDC3B3677C06}" srcOrd="0" destOrd="0" presId="urn:microsoft.com/office/officeart/2008/layout/VerticalCurvedList"/>
    <dgm:cxn modelId="{E2A07D83-98AE-4905-B610-9A6267002484}" srcId="{E999CB1C-1342-4247-86F8-A96E62D36BAF}" destId="{A1756916-7A8B-4FE3-AF8E-F2822D794037}" srcOrd="3" destOrd="0" parTransId="{3C4E149F-F993-4B77-BC7D-28D67189A7E0}" sibTransId="{329D8A31-4550-4E8E-AD1E-A2545B0C5F0B}"/>
    <dgm:cxn modelId="{B0980A87-C356-45C7-9EA5-38753FD5E4FD}" srcId="{E999CB1C-1342-4247-86F8-A96E62D36BAF}" destId="{1455F698-9846-43A4-BA1B-97F20972510A}" srcOrd="7" destOrd="0" parTransId="{F51BF5AB-AAAC-4A33-8B7B-DB42921A957A}" sibTransId="{2DC624FE-0EF7-408E-9D53-8EFAB3B705B4}"/>
    <dgm:cxn modelId="{13664088-00C5-426A-9894-83F7E1F63273}" srcId="{E999CB1C-1342-4247-86F8-A96E62D36BAF}" destId="{DE030AE2-FBFF-47CC-8E07-72C77309BB49}" srcOrd="5" destOrd="0" parTransId="{55D30A3A-7E09-4DA5-B42C-A85D7C9F6F52}" sibTransId="{218D3B22-6FE3-4E66-B78F-CF2758C1C240}"/>
    <dgm:cxn modelId="{3D6010AB-6F68-4743-B659-1439BE67B2A7}" type="presOf" srcId="{B11B3510-EB24-4992-B76A-CB37138879F4}" destId="{49F2F94D-2967-4FC0-82D0-7E4088C9090E}" srcOrd="0" destOrd="0" presId="urn:microsoft.com/office/officeart/2008/layout/VerticalCurvedList"/>
    <dgm:cxn modelId="{9E98E2C0-B8C6-4540-8819-9A8B0AF02023}" srcId="{E999CB1C-1342-4247-86F8-A96E62D36BAF}" destId="{50F1B320-4AE0-4FDC-BBD9-06D538FB0AB2}" srcOrd="4" destOrd="0" parTransId="{9512C6AF-BDDC-4694-B6FE-B6C9FA67FED8}" sibTransId="{B7B884DA-336B-40B4-85C5-5B0829E34EE5}"/>
    <dgm:cxn modelId="{D2A487DE-4C3A-4857-A8AB-9D74F2A13613}" type="presOf" srcId="{E999CB1C-1342-4247-86F8-A96E62D36BAF}" destId="{C01C5F0E-3FBF-48A0-ABC8-A229DE50FB77}" srcOrd="0" destOrd="0" presId="urn:microsoft.com/office/officeart/2008/layout/VerticalCurvedList"/>
    <dgm:cxn modelId="{8A4A7DE5-1419-47CA-91F2-B5AEBBDB7CD4}" type="presOf" srcId="{30DE95BA-3C4E-4A54-877F-8BAB19314CA1}" destId="{9DCADE88-BB98-44E4-A5BA-9942CFC463C5}" srcOrd="0" destOrd="0" presId="urn:microsoft.com/office/officeart/2008/layout/VerticalCurvedList"/>
    <dgm:cxn modelId="{6DA32DF1-DB6A-4DB1-B128-F9B6C034DABB}" type="presOf" srcId="{DE030AE2-FBFF-47CC-8E07-72C77309BB49}" destId="{74869CBB-1D01-4715-9005-C2308C59AC61}" srcOrd="0" destOrd="0" presId="urn:microsoft.com/office/officeart/2008/layout/VerticalCurvedList"/>
    <dgm:cxn modelId="{604861F1-384D-43EC-B0D3-B5F752953D7E}" srcId="{E999CB1C-1342-4247-86F8-A96E62D36BAF}" destId="{29B5FACA-DED1-4C89-90D3-890550D49735}" srcOrd="6" destOrd="0" parTransId="{ED0DF4F8-77F2-4B83-BE87-CF085C7EB3D6}" sibTransId="{B4F0F560-E1EC-420A-BEED-64BD683C793F}"/>
    <dgm:cxn modelId="{63318A57-1644-4D80-83DF-6A3CFD45B28C}" type="presParOf" srcId="{C01C5F0E-3FBF-48A0-ABC8-A229DE50FB77}" destId="{DC61404F-777E-4B6A-987A-0C5E56D47620}" srcOrd="0" destOrd="0" presId="urn:microsoft.com/office/officeart/2008/layout/VerticalCurvedList"/>
    <dgm:cxn modelId="{114850FC-5A85-41C7-987B-0A8CFAB8DD04}" type="presParOf" srcId="{DC61404F-777E-4B6A-987A-0C5E56D47620}" destId="{0EC080C9-DCE4-4121-A3BE-FE64DCCA2043}" srcOrd="0" destOrd="0" presId="urn:microsoft.com/office/officeart/2008/layout/VerticalCurvedList"/>
    <dgm:cxn modelId="{92769982-A507-4DDF-A59A-35AFD6DD06EA}" type="presParOf" srcId="{0EC080C9-DCE4-4121-A3BE-FE64DCCA2043}" destId="{FA40ED59-1270-4D1D-AA94-0027BA8C352D}" srcOrd="0" destOrd="0" presId="urn:microsoft.com/office/officeart/2008/layout/VerticalCurvedList"/>
    <dgm:cxn modelId="{B05C76E1-191C-4A6D-8CE1-D21FCB31ADF4}" type="presParOf" srcId="{0EC080C9-DCE4-4121-A3BE-FE64DCCA2043}" destId="{9DCADE88-BB98-44E4-A5BA-9942CFC463C5}" srcOrd="1" destOrd="0" presId="urn:microsoft.com/office/officeart/2008/layout/VerticalCurvedList"/>
    <dgm:cxn modelId="{D61B4D82-EBC5-4ACE-957E-0A3F74467D6F}" type="presParOf" srcId="{0EC080C9-DCE4-4121-A3BE-FE64DCCA2043}" destId="{8B71197B-1130-4A7E-982C-479814A86924}" srcOrd="2" destOrd="0" presId="urn:microsoft.com/office/officeart/2008/layout/VerticalCurvedList"/>
    <dgm:cxn modelId="{DC1F714C-5300-4C1F-B5CE-E51819B85E38}" type="presParOf" srcId="{0EC080C9-DCE4-4121-A3BE-FE64DCCA2043}" destId="{440A2656-1ABA-426F-8E22-BFD84141B92C}" srcOrd="3" destOrd="0" presId="urn:microsoft.com/office/officeart/2008/layout/VerticalCurvedList"/>
    <dgm:cxn modelId="{954E6AFE-8EEB-438F-AB1C-345C7169DAFA}" type="presParOf" srcId="{DC61404F-777E-4B6A-987A-0C5E56D47620}" destId="{1A573DA1-92EF-44CD-B43D-EDC3B3677C06}" srcOrd="1" destOrd="0" presId="urn:microsoft.com/office/officeart/2008/layout/VerticalCurvedList"/>
    <dgm:cxn modelId="{F6CB00C4-B481-490E-84BC-86063307712F}" type="presParOf" srcId="{DC61404F-777E-4B6A-987A-0C5E56D47620}" destId="{38F394C4-0E43-440A-8F67-0442F7829B26}" srcOrd="2" destOrd="0" presId="urn:microsoft.com/office/officeart/2008/layout/VerticalCurvedList"/>
    <dgm:cxn modelId="{D2BAC172-9471-4E10-A43E-AB0815F60A95}" type="presParOf" srcId="{38F394C4-0E43-440A-8F67-0442F7829B26}" destId="{6224E7DA-BCBF-4EF7-A63D-C8507C1CFBEC}" srcOrd="0" destOrd="0" presId="urn:microsoft.com/office/officeart/2008/layout/VerticalCurvedList"/>
    <dgm:cxn modelId="{EEA17584-71F7-4C77-8BBE-3FB35CCBEE97}" type="presParOf" srcId="{DC61404F-777E-4B6A-987A-0C5E56D47620}" destId="{C79312F9-6CCA-4E0B-8E29-D3F5F863D808}" srcOrd="3" destOrd="0" presId="urn:microsoft.com/office/officeart/2008/layout/VerticalCurvedList"/>
    <dgm:cxn modelId="{13DEAE55-6EC7-4836-8796-8B0E6020801B}" type="presParOf" srcId="{DC61404F-777E-4B6A-987A-0C5E56D47620}" destId="{0B53D76E-919A-4E1C-BCC4-6913DCAD8708}" srcOrd="4" destOrd="0" presId="urn:microsoft.com/office/officeart/2008/layout/VerticalCurvedList"/>
    <dgm:cxn modelId="{809EFACE-1A03-481C-90AE-FD75792CB87B}" type="presParOf" srcId="{0B53D76E-919A-4E1C-BCC4-6913DCAD8708}" destId="{93B86817-F2B3-4701-9018-1FB319F842F5}" srcOrd="0" destOrd="0" presId="urn:microsoft.com/office/officeart/2008/layout/VerticalCurvedList"/>
    <dgm:cxn modelId="{65474431-59D9-4603-99D6-DCB2FAFDF6C1}" type="presParOf" srcId="{DC61404F-777E-4B6A-987A-0C5E56D47620}" destId="{49F2F94D-2967-4FC0-82D0-7E4088C9090E}" srcOrd="5" destOrd="0" presId="urn:microsoft.com/office/officeart/2008/layout/VerticalCurvedList"/>
    <dgm:cxn modelId="{051A8681-F822-4131-AF0C-2E79A9993BD7}" type="presParOf" srcId="{DC61404F-777E-4B6A-987A-0C5E56D47620}" destId="{0775970B-8A44-4742-81BF-BD6A2C8CC656}" srcOrd="6" destOrd="0" presId="urn:microsoft.com/office/officeart/2008/layout/VerticalCurvedList"/>
    <dgm:cxn modelId="{42C36F58-541B-481F-87D7-1BC7220ACB8D}" type="presParOf" srcId="{0775970B-8A44-4742-81BF-BD6A2C8CC656}" destId="{4BF7C13E-EEE4-417B-BF14-3283BA84D6A6}" srcOrd="0" destOrd="0" presId="urn:microsoft.com/office/officeart/2008/layout/VerticalCurvedList"/>
    <dgm:cxn modelId="{5D6DDEA9-0094-4D49-8D2C-91664F5E798E}" type="presParOf" srcId="{DC61404F-777E-4B6A-987A-0C5E56D47620}" destId="{8D7423D8-357D-4EC9-BC54-AB333AE84CEC}" srcOrd="7" destOrd="0" presId="urn:microsoft.com/office/officeart/2008/layout/VerticalCurvedList"/>
    <dgm:cxn modelId="{5904C797-7A3B-4399-B7AF-6DE807C50C16}" type="presParOf" srcId="{DC61404F-777E-4B6A-987A-0C5E56D47620}" destId="{8EABCD7B-A8C4-4FA0-A93A-EDD5EC5ED529}" srcOrd="8" destOrd="0" presId="urn:microsoft.com/office/officeart/2008/layout/VerticalCurvedList"/>
    <dgm:cxn modelId="{3DF2AC27-51DE-4DE2-B3E6-054745220E79}" type="presParOf" srcId="{8EABCD7B-A8C4-4FA0-A93A-EDD5EC5ED529}" destId="{C8A6A78E-0C0B-4357-9D3A-248B5F32B41B}" srcOrd="0" destOrd="0" presId="urn:microsoft.com/office/officeart/2008/layout/VerticalCurvedList"/>
    <dgm:cxn modelId="{15152A04-BB49-43E4-B96B-BEF26387C2C1}" type="presParOf" srcId="{DC61404F-777E-4B6A-987A-0C5E56D47620}" destId="{0E64F179-98AE-47F6-9ABE-D803FCBB7D45}" srcOrd="9" destOrd="0" presId="urn:microsoft.com/office/officeart/2008/layout/VerticalCurvedList"/>
    <dgm:cxn modelId="{744BDCA6-7FB8-4581-8ED1-BDE22CA97051}" type="presParOf" srcId="{DC61404F-777E-4B6A-987A-0C5E56D47620}" destId="{500F5ED3-4337-41D2-B45A-36688AE1F158}" srcOrd="10" destOrd="0" presId="urn:microsoft.com/office/officeart/2008/layout/VerticalCurvedList"/>
    <dgm:cxn modelId="{0DB2EEC2-24EA-46FF-AAB3-5AFF4B04E64C}" type="presParOf" srcId="{500F5ED3-4337-41D2-B45A-36688AE1F158}" destId="{483F1EAB-F389-4499-891C-B7008E80A4A5}" srcOrd="0" destOrd="0" presId="urn:microsoft.com/office/officeart/2008/layout/VerticalCurvedList"/>
    <dgm:cxn modelId="{40B34164-8F75-47EE-B3F1-E1AEF79AC17E}" type="presParOf" srcId="{DC61404F-777E-4B6A-987A-0C5E56D47620}" destId="{74869CBB-1D01-4715-9005-C2308C59AC61}" srcOrd="11" destOrd="0" presId="urn:microsoft.com/office/officeart/2008/layout/VerticalCurvedList"/>
    <dgm:cxn modelId="{15FD93E1-4DB5-47E8-9CAB-70333743E87A}" type="presParOf" srcId="{DC61404F-777E-4B6A-987A-0C5E56D47620}" destId="{7F554D53-266A-41A4-9015-8B0FBDB0B361}" srcOrd="12" destOrd="0" presId="urn:microsoft.com/office/officeart/2008/layout/VerticalCurvedList"/>
    <dgm:cxn modelId="{1C216CD6-A39F-40A2-B6B2-E18FA2838D27}" type="presParOf" srcId="{7F554D53-266A-41A4-9015-8B0FBDB0B361}" destId="{934351F9-6239-40EB-B2F4-521EE80A64AA}" srcOrd="0" destOrd="0" presId="urn:microsoft.com/office/officeart/2008/layout/VerticalCurvedList"/>
    <dgm:cxn modelId="{A75CCEB6-901B-402A-A88D-B4D9571CD75E}" type="presParOf" srcId="{DC61404F-777E-4B6A-987A-0C5E56D47620}" destId="{05BBD216-7B7E-42BB-ACC2-F09A007391BB}" srcOrd="13" destOrd="0" presId="urn:microsoft.com/office/officeart/2008/layout/VerticalCurvedList"/>
    <dgm:cxn modelId="{B92CD240-E57C-44E3-AE3D-81D8A4F35B13}" type="presParOf" srcId="{DC61404F-777E-4B6A-987A-0C5E56D47620}" destId="{9E702B1B-F1C3-477E-BD72-A3354A5A7175}" srcOrd="14" destOrd="0" presId="urn:microsoft.com/office/officeart/2008/layout/VerticalCurvedList"/>
    <dgm:cxn modelId="{D0DC5DCB-E55C-42FB-B7D2-A7B1C447E3AD}" type="presParOf" srcId="{9E702B1B-F1C3-477E-BD72-A3354A5A7175}" destId="{4B4F1D19-9B4F-4FD0-A2F9-893968FC608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044074-3F81-4F05-B66C-12F0B23DD40A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de-AT"/>
        </a:p>
      </dgm:t>
    </dgm:pt>
    <dgm:pt modelId="{814C8F69-14BB-4D4C-8905-FCECAB2E3E8C}">
      <dgm:prSet phldrT="[Text]"/>
      <dgm:spPr/>
      <dgm:t>
        <a:bodyPr/>
        <a:lstStyle/>
        <a:p>
          <a:r>
            <a:rPr lang="de-DE" b="1"/>
            <a:t>MUSS ZIELE</a:t>
          </a:r>
          <a:endParaRPr lang="de-AT" b="1"/>
        </a:p>
      </dgm:t>
    </dgm:pt>
    <dgm:pt modelId="{89AA6E8D-1E36-444B-BE4D-C85C79DCD8C1}" type="parTrans" cxnId="{2FB6ED2C-8AD4-4A68-988C-90ED9F56FD80}">
      <dgm:prSet/>
      <dgm:spPr/>
      <dgm:t>
        <a:bodyPr/>
        <a:lstStyle/>
        <a:p>
          <a:endParaRPr lang="de-AT"/>
        </a:p>
      </dgm:t>
    </dgm:pt>
    <dgm:pt modelId="{DB2DD9AC-1A3F-4A9B-8A92-DF0DBBEEB3E9}" type="sibTrans" cxnId="{2FB6ED2C-8AD4-4A68-988C-90ED9F56FD80}">
      <dgm:prSet/>
      <dgm:spPr/>
      <dgm:t>
        <a:bodyPr/>
        <a:lstStyle/>
        <a:p>
          <a:endParaRPr lang="de-AT"/>
        </a:p>
      </dgm:t>
    </dgm:pt>
    <dgm:pt modelId="{81E072FD-0889-4C8F-AA8F-3A1B484AC26A}">
      <dgm:prSet phldrT="[Text]"/>
      <dgm:spPr/>
      <dgm:t>
        <a:bodyPr/>
        <a:lstStyle/>
        <a:p>
          <a:r>
            <a:rPr lang="de-DE" b="1"/>
            <a:t>SOLL ZIELE</a:t>
          </a:r>
          <a:endParaRPr lang="de-AT" b="1"/>
        </a:p>
      </dgm:t>
    </dgm:pt>
    <dgm:pt modelId="{6F18E779-6241-4BBB-9AAD-4B24B32F18EC}" type="parTrans" cxnId="{17D99596-2B17-4CB3-A114-09A3DAB7C022}">
      <dgm:prSet/>
      <dgm:spPr/>
      <dgm:t>
        <a:bodyPr/>
        <a:lstStyle/>
        <a:p>
          <a:endParaRPr lang="de-AT"/>
        </a:p>
      </dgm:t>
    </dgm:pt>
    <dgm:pt modelId="{55A3AF85-BC0D-4448-AA1C-06579E0A2F2C}" type="sibTrans" cxnId="{17D99596-2B17-4CB3-A114-09A3DAB7C022}">
      <dgm:prSet/>
      <dgm:spPr/>
      <dgm:t>
        <a:bodyPr/>
        <a:lstStyle/>
        <a:p>
          <a:endParaRPr lang="de-AT"/>
        </a:p>
      </dgm:t>
    </dgm:pt>
    <dgm:pt modelId="{AA33C246-3F04-4225-8D65-A4223FAF4F86}">
      <dgm:prSet phldrT="[Text]"/>
      <dgm:spPr/>
      <dgm:t>
        <a:bodyPr/>
        <a:lstStyle/>
        <a:p>
          <a:r>
            <a:rPr lang="de-DE" b="1"/>
            <a:t>KANN ZIELE</a:t>
          </a:r>
          <a:endParaRPr lang="de-AT" b="1"/>
        </a:p>
      </dgm:t>
    </dgm:pt>
    <dgm:pt modelId="{7116C4AE-CCFE-49FA-B7AD-5EEC847365AF}" type="parTrans" cxnId="{3FCD86C0-9479-4A90-8DEE-0B4707FB64D7}">
      <dgm:prSet/>
      <dgm:spPr/>
      <dgm:t>
        <a:bodyPr/>
        <a:lstStyle/>
        <a:p>
          <a:endParaRPr lang="de-AT"/>
        </a:p>
      </dgm:t>
    </dgm:pt>
    <dgm:pt modelId="{BEDF0980-9B93-4CB3-90E4-67F006C1ECE7}" type="sibTrans" cxnId="{3FCD86C0-9479-4A90-8DEE-0B4707FB64D7}">
      <dgm:prSet/>
      <dgm:spPr/>
      <dgm:t>
        <a:bodyPr/>
        <a:lstStyle/>
        <a:p>
          <a:endParaRPr lang="de-AT"/>
        </a:p>
      </dgm:t>
    </dgm:pt>
    <dgm:pt modelId="{E408AEBD-8C84-4F14-B946-1ED2E540D0CF}" type="pres">
      <dgm:prSet presAssocID="{96044074-3F81-4F05-B66C-12F0B23DD40A}" presName="linear" presStyleCnt="0">
        <dgm:presLayoutVars>
          <dgm:dir/>
          <dgm:animLvl val="lvl"/>
          <dgm:resizeHandles val="exact"/>
        </dgm:presLayoutVars>
      </dgm:prSet>
      <dgm:spPr/>
    </dgm:pt>
    <dgm:pt modelId="{C0294ACE-499D-45AB-8CD3-820667256004}" type="pres">
      <dgm:prSet presAssocID="{814C8F69-14BB-4D4C-8905-FCECAB2E3E8C}" presName="parentLin" presStyleCnt="0"/>
      <dgm:spPr/>
    </dgm:pt>
    <dgm:pt modelId="{D361DCA2-7E79-4300-812A-AF61FEE49594}" type="pres">
      <dgm:prSet presAssocID="{814C8F69-14BB-4D4C-8905-FCECAB2E3E8C}" presName="parentLeftMargin" presStyleLbl="node1" presStyleIdx="0" presStyleCnt="3"/>
      <dgm:spPr/>
    </dgm:pt>
    <dgm:pt modelId="{F172AE86-FCA8-4482-9E06-13CC556F9BD1}" type="pres">
      <dgm:prSet presAssocID="{814C8F69-14BB-4D4C-8905-FCECAB2E3E8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BA0FB6A-669D-47B3-A56E-FE3F14C67A00}" type="pres">
      <dgm:prSet presAssocID="{814C8F69-14BB-4D4C-8905-FCECAB2E3E8C}" presName="negativeSpace" presStyleCnt="0"/>
      <dgm:spPr/>
    </dgm:pt>
    <dgm:pt modelId="{C491EDD7-5A01-428B-9BD6-C9EEB5469449}" type="pres">
      <dgm:prSet presAssocID="{814C8F69-14BB-4D4C-8905-FCECAB2E3E8C}" presName="childText" presStyleLbl="conFgAcc1" presStyleIdx="0" presStyleCnt="3">
        <dgm:presLayoutVars>
          <dgm:bulletEnabled val="1"/>
        </dgm:presLayoutVars>
      </dgm:prSet>
      <dgm:spPr/>
    </dgm:pt>
    <dgm:pt modelId="{F80F391A-4869-4068-B69C-C2418F3A53A8}" type="pres">
      <dgm:prSet presAssocID="{DB2DD9AC-1A3F-4A9B-8A92-DF0DBBEEB3E9}" presName="spaceBetweenRectangles" presStyleCnt="0"/>
      <dgm:spPr/>
    </dgm:pt>
    <dgm:pt modelId="{E3CA9F77-A43C-481E-A4A3-B94B3CE15D7D}" type="pres">
      <dgm:prSet presAssocID="{81E072FD-0889-4C8F-AA8F-3A1B484AC26A}" presName="parentLin" presStyleCnt="0"/>
      <dgm:spPr/>
    </dgm:pt>
    <dgm:pt modelId="{2383DA1F-CFC2-493C-B0DA-C5E9F845FE0E}" type="pres">
      <dgm:prSet presAssocID="{81E072FD-0889-4C8F-AA8F-3A1B484AC26A}" presName="parentLeftMargin" presStyleLbl="node1" presStyleIdx="0" presStyleCnt="3"/>
      <dgm:spPr/>
    </dgm:pt>
    <dgm:pt modelId="{7BC29958-000F-4DF9-B7FF-6909372F82C5}" type="pres">
      <dgm:prSet presAssocID="{81E072FD-0889-4C8F-AA8F-3A1B484AC26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BBF5075-E710-445C-814E-A320761069E8}" type="pres">
      <dgm:prSet presAssocID="{81E072FD-0889-4C8F-AA8F-3A1B484AC26A}" presName="negativeSpace" presStyleCnt="0"/>
      <dgm:spPr/>
    </dgm:pt>
    <dgm:pt modelId="{60F1D04D-B1EC-4F1C-AE95-167F3ABDF390}" type="pres">
      <dgm:prSet presAssocID="{81E072FD-0889-4C8F-AA8F-3A1B484AC26A}" presName="childText" presStyleLbl="conFgAcc1" presStyleIdx="1" presStyleCnt="3">
        <dgm:presLayoutVars>
          <dgm:bulletEnabled val="1"/>
        </dgm:presLayoutVars>
      </dgm:prSet>
      <dgm:spPr/>
    </dgm:pt>
    <dgm:pt modelId="{9097ED50-C3C4-4A71-AABE-10D45175F2F6}" type="pres">
      <dgm:prSet presAssocID="{55A3AF85-BC0D-4448-AA1C-06579E0A2F2C}" presName="spaceBetweenRectangles" presStyleCnt="0"/>
      <dgm:spPr/>
    </dgm:pt>
    <dgm:pt modelId="{D1E41EF4-E094-45C3-A5B3-6CB52DA7B207}" type="pres">
      <dgm:prSet presAssocID="{AA33C246-3F04-4225-8D65-A4223FAF4F86}" presName="parentLin" presStyleCnt="0"/>
      <dgm:spPr/>
    </dgm:pt>
    <dgm:pt modelId="{B00FED4D-0841-421D-8C1F-5D58609FFF37}" type="pres">
      <dgm:prSet presAssocID="{AA33C246-3F04-4225-8D65-A4223FAF4F86}" presName="parentLeftMargin" presStyleLbl="node1" presStyleIdx="1" presStyleCnt="3"/>
      <dgm:spPr/>
    </dgm:pt>
    <dgm:pt modelId="{06C90AF5-B38D-41A3-8128-F07EA875BEC4}" type="pres">
      <dgm:prSet presAssocID="{AA33C246-3F04-4225-8D65-A4223FAF4F8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9E8E344-A13B-4570-8578-DCE660D7F42A}" type="pres">
      <dgm:prSet presAssocID="{AA33C246-3F04-4225-8D65-A4223FAF4F86}" presName="negativeSpace" presStyleCnt="0"/>
      <dgm:spPr/>
    </dgm:pt>
    <dgm:pt modelId="{8D3838B7-E0A1-426B-80FD-67BE4E8711BA}" type="pres">
      <dgm:prSet presAssocID="{AA33C246-3F04-4225-8D65-A4223FAF4F8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F9C9415-18A3-4460-9245-0BE1AEEB3172}" type="presOf" srcId="{AA33C246-3F04-4225-8D65-A4223FAF4F86}" destId="{B00FED4D-0841-421D-8C1F-5D58609FFF37}" srcOrd="0" destOrd="0" presId="urn:microsoft.com/office/officeart/2005/8/layout/list1"/>
    <dgm:cxn modelId="{2FB6ED2C-8AD4-4A68-988C-90ED9F56FD80}" srcId="{96044074-3F81-4F05-B66C-12F0B23DD40A}" destId="{814C8F69-14BB-4D4C-8905-FCECAB2E3E8C}" srcOrd="0" destOrd="0" parTransId="{89AA6E8D-1E36-444B-BE4D-C85C79DCD8C1}" sibTransId="{DB2DD9AC-1A3F-4A9B-8A92-DF0DBBEEB3E9}"/>
    <dgm:cxn modelId="{A79E8A91-3F0B-4372-83CA-3182E95C65DA}" type="presOf" srcId="{81E072FD-0889-4C8F-AA8F-3A1B484AC26A}" destId="{7BC29958-000F-4DF9-B7FF-6909372F82C5}" srcOrd="1" destOrd="0" presId="urn:microsoft.com/office/officeart/2005/8/layout/list1"/>
    <dgm:cxn modelId="{3EA5A395-1C5C-4E1E-B3C8-81EB2F1660AC}" type="presOf" srcId="{96044074-3F81-4F05-B66C-12F0B23DD40A}" destId="{E408AEBD-8C84-4F14-B946-1ED2E540D0CF}" srcOrd="0" destOrd="0" presId="urn:microsoft.com/office/officeart/2005/8/layout/list1"/>
    <dgm:cxn modelId="{17D99596-2B17-4CB3-A114-09A3DAB7C022}" srcId="{96044074-3F81-4F05-B66C-12F0B23DD40A}" destId="{81E072FD-0889-4C8F-AA8F-3A1B484AC26A}" srcOrd="1" destOrd="0" parTransId="{6F18E779-6241-4BBB-9AAD-4B24B32F18EC}" sibTransId="{55A3AF85-BC0D-4448-AA1C-06579E0A2F2C}"/>
    <dgm:cxn modelId="{D65E53B6-51D6-4048-B34A-D58EBF6A3F57}" type="presOf" srcId="{AA33C246-3F04-4225-8D65-A4223FAF4F86}" destId="{06C90AF5-B38D-41A3-8128-F07EA875BEC4}" srcOrd="1" destOrd="0" presId="urn:microsoft.com/office/officeart/2005/8/layout/list1"/>
    <dgm:cxn modelId="{3FCD86C0-9479-4A90-8DEE-0B4707FB64D7}" srcId="{96044074-3F81-4F05-B66C-12F0B23DD40A}" destId="{AA33C246-3F04-4225-8D65-A4223FAF4F86}" srcOrd="2" destOrd="0" parTransId="{7116C4AE-CCFE-49FA-B7AD-5EEC847365AF}" sibTransId="{BEDF0980-9B93-4CB3-90E4-67F006C1ECE7}"/>
    <dgm:cxn modelId="{5EA3C6D5-F9EB-46D7-9345-8AB641FAC571}" type="presOf" srcId="{814C8F69-14BB-4D4C-8905-FCECAB2E3E8C}" destId="{F172AE86-FCA8-4482-9E06-13CC556F9BD1}" srcOrd="1" destOrd="0" presId="urn:microsoft.com/office/officeart/2005/8/layout/list1"/>
    <dgm:cxn modelId="{8B6AFDD7-D6D2-468D-825C-F28CC4088878}" type="presOf" srcId="{814C8F69-14BB-4D4C-8905-FCECAB2E3E8C}" destId="{D361DCA2-7E79-4300-812A-AF61FEE49594}" srcOrd="0" destOrd="0" presId="urn:microsoft.com/office/officeart/2005/8/layout/list1"/>
    <dgm:cxn modelId="{58ABECF9-3821-46D2-844A-D43470A08E9C}" type="presOf" srcId="{81E072FD-0889-4C8F-AA8F-3A1B484AC26A}" destId="{2383DA1F-CFC2-493C-B0DA-C5E9F845FE0E}" srcOrd="0" destOrd="0" presId="urn:microsoft.com/office/officeart/2005/8/layout/list1"/>
    <dgm:cxn modelId="{05CC7E53-61D2-4A80-9950-DF19ACAB7636}" type="presParOf" srcId="{E408AEBD-8C84-4F14-B946-1ED2E540D0CF}" destId="{C0294ACE-499D-45AB-8CD3-820667256004}" srcOrd="0" destOrd="0" presId="urn:microsoft.com/office/officeart/2005/8/layout/list1"/>
    <dgm:cxn modelId="{F0C9A404-0320-4509-A926-64ED39922ACC}" type="presParOf" srcId="{C0294ACE-499D-45AB-8CD3-820667256004}" destId="{D361DCA2-7E79-4300-812A-AF61FEE49594}" srcOrd="0" destOrd="0" presId="urn:microsoft.com/office/officeart/2005/8/layout/list1"/>
    <dgm:cxn modelId="{BC1F2B85-DBCF-46EC-8693-A0F3C67E5CA8}" type="presParOf" srcId="{C0294ACE-499D-45AB-8CD3-820667256004}" destId="{F172AE86-FCA8-4482-9E06-13CC556F9BD1}" srcOrd="1" destOrd="0" presId="urn:microsoft.com/office/officeart/2005/8/layout/list1"/>
    <dgm:cxn modelId="{AC392FF2-5A28-4A2B-B633-830C69DD23B9}" type="presParOf" srcId="{E408AEBD-8C84-4F14-B946-1ED2E540D0CF}" destId="{5BA0FB6A-669D-47B3-A56E-FE3F14C67A00}" srcOrd="1" destOrd="0" presId="urn:microsoft.com/office/officeart/2005/8/layout/list1"/>
    <dgm:cxn modelId="{2B63A147-DF28-4FD9-BC6A-4F5965A83407}" type="presParOf" srcId="{E408AEBD-8C84-4F14-B946-1ED2E540D0CF}" destId="{C491EDD7-5A01-428B-9BD6-C9EEB5469449}" srcOrd="2" destOrd="0" presId="urn:microsoft.com/office/officeart/2005/8/layout/list1"/>
    <dgm:cxn modelId="{90552FD4-C4DA-4ED7-B018-E5868CE39F48}" type="presParOf" srcId="{E408AEBD-8C84-4F14-B946-1ED2E540D0CF}" destId="{F80F391A-4869-4068-B69C-C2418F3A53A8}" srcOrd="3" destOrd="0" presId="urn:microsoft.com/office/officeart/2005/8/layout/list1"/>
    <dgm:cxn modelId="{76D3F582-A825-4313-A5C2-517AEAD90AF3}" type="presParOf" srcId="{E408AEBD-8C84-4F14-B946-1ED2E540D0CF}" destId="{E3CA9F77-A43C-481E-A4A3-B94B3CE15D7D}" srcOrd="4" destOrd="0" presId="urn:microsoft.com/office/officeart/2005/8/layout/list1"/>
    <dgm:cxn modelId="{36FB656E-2627-418C-8E4B-88F8D7444542}" type="presParOf" srcId="{E3CA9F77-A43C-481E-A4A3-B94B3CE15D7D}" destId="{2383DA1F-CFC2-493C-B0DA-C5E9F845FE0E}" srcOrd="0" destOrd="0" presId="urn:microsoft.com/office/officeart/2005/8/layout/list1"/>
    <dgm:cxn modelId="{13B3693B-DAEB-4464-B0F3-5F8E7D7E9FE5}" type="presParOf" srcId="{E3CA9F77-A43C-481E-A4A3-B94B3CE15D7D}" destId="{7BC29958-000F-4DF9-B7FF-6909372F82C5}" srcOrd="1" destOrd="0" presId="urn:microsoft.com/office/officeart/2005/8/layout/list1"/>
    <dgm:cxn modelId="{D2972205-5D2A-4390-9D9B-A25CCF7D02DD}" type="presParOf" srcId="{E408AEBD-8C84-4F14-B946-1ED2E540D0CF}" destId="{3BBF5075-E710-445C-814E-A320761069E8}" srcOrd="5" destOrd="0" presId="urn:microsoft.com/office/officeart/2005/8/layout/list1"/>
    <dgm:cxn modelId="{D4A993A9-612D-455A-ADD9-DC786FE6B1B9}" type="presParOf" srcId="{E408AEBD-8C84-4F14-B946-1ED2E540D0CF}" destId="{60F1D04D-B1EC-4F1C-AE95-167F3ABDF390}" srcOrd="6" destOrd="0" presId="urn:microsoft.com/office/officeart/2005/8/layout/list1"/>
    <dgm:cxn modelId="{8DDE9722-FD90-4811-92F1-F3BD1E6F18C9}" type="presParOf" srcId="{E408AEBD-8C84-4F14-B946-1ED2E540D0CF}" destId="{9097ED50-C3C4-4A71-AABE-10D45175F2F6}" srcOrd="7" destOrd="0" presId="urn:microsoft.com/office/officeart/2005/8/layout/list1"/>
    <dgm:cxn modelId="{FBBBD4B9-336D-4FD5-8D32-EF0E814C3564}" type="presParOf" srcId="{E408AEBD-8C84-4F14-B946-1ED2E540D0CF}" destId="{D1E41EF4-E094-45C3-A5B3-6CB52DA7B207}" srcOrd="8" destOrd="0" presId="urn:microsoft.com/office/officeart/2005/8/layout/list1"/>
    <dgm:cxn modelId="{5360417F-669B-4FD2-A705-6A8925BAAC40}" type="presParOf" srcId="{D1E41EF4-E094-45C3-A5B3-6CB52DA7B207}" destId="{B00FED4D-0841-421D-8C1F-5D58609FFF37}" srcOrd="0" destOrd="0" presId="urn:microsoft.com/office/officeart/2005/8/layout/list1"/>
    <dgm:cxn modelId="{3C130C18-0021-40B3-82E7-CBB0382954B4}" type="presParOf" srcId="{D1E41EF4-E094-45C3-A5B3-6CB52DA7B207}" destId="{06C90AF5-B38D-41A3-8128-F07EA875BEC4}" srcOrd="1" destOrd="0" presId="urn:microsoft.com/office/officeart/2005/8/layout/list1"/>
    <dgm:cxn modelId="{C3710D08-C838-4244-9F3F-339107A02E86}" type="presParOf" srcId="{E408AEBD-8C84-4F14-B946-1ED2E540D0CF}" destId="{E9E8E344-A13B-4570-8578-DCE660D7F42A}" srcOrd="9" destOrd="0" presId="urn:microsoft.com/office/officeart/2005/8/layout/list1"/>
    <dgm:cxn modelId="{952C768E-12E0-46BA-B0EC-66B0F2633681}" type="presParOf" srcId="{E408AEBD-8C84-4F14-B946-1ED2E540D0CF}" destId="{8D3838B7-E0A1-426B-80FD-67BE4E8711B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BC2B94E-B28C-41B2-8ABB-28039E68E1FD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AT"/>
        </a:p>
      </dgm:t>
    </dgm:pt>
    <dgm:pt modelId="{22FDBF90-1FFB-4931-9D82-6FD4F2F6D1C6}">
      <dgm:prSet phldrT="[Text]"/>
      <dgm:spPr>
        <a:solidFill>
          <a:srgbClr val="196B24"/>
        </a:solidFill>
        <a:ln>
          <a:noFill/>
        </a:ln>
      </dgm:spPr>
      <dgm:t>
        <a:bodyPr/>
        <a:lstStyle/>
        <a:p>
          <a:r>
            <a:rPr lang="de-DE" b="1"/>
            <a:t>Jonas Aberger</a:t>
          </a:r>
          <a:endParaRPr lang="de-AT" b="1"/>
        </a:p>
      </dgm:t>
    </dgm:pt>
    <dgm:pt modelId="{15B29341-32FB-413B-BE9F-BB90A8AE21A3}" type="parTrans" cxnId="{341E8969-3084-4954-B62D-1445B050762C}">
      <dgm:prSet/>
      <dgm:spPr/>
      <dgm:t>
        <a:bodyPr/>
        <a:lstStyle/>
        <a:p>
          <a:endParaRPr lang="de-AT"/>
        </a:p>
      </dgm:t>
    </dgm:pt>
    <dgm:pt modelId="{E4863358-8460-4A2D-8936-4243E8444FF2}" type="sibTrans" cxnId="{341E8969-3084-4954-B62D-1445B050762C}">
      <dgm:prSet/>
      <dgm:spPr/>
      <dgm:t>
        <a:bodyPr/>
        <a:lstStyle/>
        <a:p>
          <a:endParaRPr lang="de-AT"/>
        </a:p>
      </dgm:t>
    </dgm:pt>
    <dgm:pt modelId="{E97B57CC-D541-4480-89FE-2A9D47444A62}">
      <dgm:prSet phldrT="[Text]"/>
      <dgm:spPr>
        <a:solidFill>
          <a:srgbClr val="7030A0"/>
        </a:solidFill>
        <a:ln>
          <a:noFill/>
        </a:ln>
      </dgm:spPr>
      <dgm:t>
        <a:bodyPr/>
        <a:lstStyle/>
        <a:p>
          <a:r>
            <a:rPr lang="de-DE" b="1"/>
            <a:t>Fabian Haslinger</a:t>
          </a:r>
          <a:endParaRPr lang="de-AT" b="1"/>
        </a:p>
      </dgm:t>
    </dgm:pt>
    <dgm:pt modelId="{E9884028-1558-4DBE-ABA0-8B396E4098D9}" type="parTrans" cxnId="{86724F2C-C8DF-45BD-9630-F9082A4A4C23}">
      <dgm:prSet/>
      <dgm:spPr/>
      <dgm:t>
        <a:bodyPr/>
        <a:lstStyle/>
        <a:p>
          <a:endParaRPr lang="de-AT"/>
        </a:p>
      </dgm:t>
    </dgm:pt>
    <dgm:pt modelId="{B1D4B494-2441-4AF7-91A0-5246E6BC058C}" type="sibTrans" cxnId="{86724F2C-C8DF-45BD-9630-F9082A4A4C23}">
      <dgm:prSet/>
      <dgm:spPr/>
      <dgm:t>
        <a:bodyPr/>
        <a:lstStyle/>
        <a:p>
          <a:endParaRPr lang="de-AT"/>
        </a:p>
      </dgm:t>
    </dgm:pt>
    <dgm:pt modelId="{C5A857FD-CF27-43DA-8C5B-33ACC1E1DDC5}">
      <dgm:prSet phldrT="[Text]"/>
      <dgm:spPr>
        <a:solidFill>
          <a:srgbClr val="215F9A"/>
        </a:solidFill>
        <a:ln>
          <a:noFill/>
        </a:ln>
      </dgm:spPr>
      <dgm:t>
        <a:bodyPr/>
        <a:lstStyle/>
        <a:p>
          <a:r>
            <a:rPr lang="de-DE" b="1"/>
            <a:t>Tim Hechenberger</a:t>
          </a:r>
          <a:endParaRPr lang="de-AT" b="1"/>
        </a:p>
      </dgm:t>
    </dgm:pt>
    <dgm:pt modelId="{9737C71D-39A5-4DC5-9650-1573B65D7F1C}" type="sibTrans" cxnId="{8AB6DC01-C1AA-4C53-8AD5-3D221E550902}">
      <dgm:prSet/>
      <dgm:spPr/>
      <dgm:t>
        <a:bodyPr/>
        <a:lstStyle/>
        <a:p>
          <a:endParaRPr lang="de-AT"/>
        </a:p>
      </dgm:t>
    </dgm:pt>
    <dgm:pt modelId="{395EE079-A9E6-468B-8918-4920E098FE70}" type="parTrans" cxnId="{8AB6DC01-C1AA-4C53-8AD5-3D221E550902}">
      <dgm:prSet/>
      <dgm:spPr/>
      <dgm:t>
        <a:bodyPr/>
        <a:lstStyle/>
        <a:p>
          <a:endParaRPr lang="de-AT"/>
        </a:p>
      </dgm:t>
    </dgm:pt>
    <dgm:pt modelId="{BA54740A-8CD5-421A-95A6-C1201C3F802F}">
      <dgm:prSet custT="1"/>
      <dgm:spPr/>
      <dgm:t>
        <a:bodyPr/>
        <a:lstStyle/>
        <a:p>
          <a:pPr>
            <a:buFont typeface="Symbol" panose="05050102010706020507" pitchFamily="18" charset="2"/>
            <a:buChar char="-"/>
          </a:pPr>
          <a:r>
            <a:rPr lang="de-AT" sz="2600"/>
            <a:t>Administrative Tätigkeiten</a:t>
          </a:r>
        </a:p>
      </dgm:t>
    </dgm:pt>
    <dgm:pt modelId="{C9AE11F8-F586-49FD-88EF-97A19141F2BD}" type="parTrans" cxnId="{F2009C00-0CC8-41D1-8639-9E3A3D657478}">
      <dgm:prSet/>
      <dgm:spPr/>
      <dgm:t>
        <a:bodyPr/>
        <a:lstStyle/>
        <a:p>
          <a:endParaRPr lang="de-AT"/>
        </a:p>
      </dgm:t>
    </dgm:pt>
    <dgm:pt modelId="{A307593D-4EE9-4CD7-8635-D3D88AF17612}" type="sibTrans" cxnId="{F2009C00-0CC8-41D1-8639-9E3A3D657478}">
      <dgm:prSet/>
      <dgm:spPr/>
      <dgm:t>
        <a:bodyPr/>
        <a:lstStyle/>
        <a:p>
          <a:endParaRPr lang="de-AT"/>
        </a:p>
      </dgm:t>
    </dgm:pt>
    <dgm:pt modelId="{B29DF4F4-41C4-44B4-8E96-151A4F40D9F8}">
      <dgm:prSet custT="1"/>
      <dgm:spPr/>
      <dgm:t>
        <a:bodyPr/>
        <a:lstStyle/>
        <a:p>
          <a:pPr>
            <a:buFont typeface="Symbol" panose="05050102010706020507" pitchFamily="18" charset="2"/>
            <a:buChar char="-"/>
          </a:pPr>
          <a:r>
            <a:rPr lang="de-AT" sz="2600"/>
            <a:t>Backend-Unterstützung</a:t>
          </a:r>
        </a:p>
      </dgm:t>
    </dgm:pt>
    <dgm:pt modelId="{AD34F2F6-2F17-4F0E-BBE1-0E2B3E381D36}" type="parTrans" cxnId="{C1BBE73F-56A6-4E3E-B02E-D125445329C0}">
      <dgm:prSet/>
      <dgm:spPr/>
      <dgm:t>
        <a:bodyPr/>
        <a:lstStyle/>
        <a:p>
          <a:endParaRPr lang="de-AT"/>
        </a:p>
      </dgm:t>
    </dgm:pt>
    <dgm:pt modelId="{FD989674-004E-4639-93C5-1A54419B0098}" type="sibTrans" cxnId="{C1BBE73F-56A6-4E3E-B02E-D125445329C0}">
      <dgm:prSet/>
      <dgm:spPr/>
      <dgm:t>
        <a:bodyPr/>
        <a:lstStyle/>
        <a:p>
          <a:endParaRPr lang="de-AT"/>
        </a:p>
      </dgm:t>
    </dgm:pt>
    <dgm:pt modelId="{AE9ED5AD-5925-4D32-914D-C9F4BE564881}">
      <dgm:prSet custT="1"/>
      <dgm:spPr/>
      <dgm:t>
        <a:bodyPr/>
        <a:lstStyle/>
        <a:p>
          <a:pPr>
            <a:buFont typeface="Symbol" panose="05050102010706020507" pitchFamily="18" charset="2"/>
            <a:buChar char="-"/>
          </a:pPr>
          <a:r>
            <a:rPr lang="de-AT" sz="2600"/>
            <a:t>Frontend-Unterstützung</a:t>
          </a:r>
        </a:p>
      </dgm:t>
    </dgm:pt>
    <dgm:pt modelId="{939AE5BC-ABC7-4F43-A9A5-2B814A810B53}" type="parTrans" cxnId="{369ED252-A62E-47DC-9C42-3E2892A15B10}">
      <dgm:prSet/>
      <dgm:spPr/>
      <dgm:t>
        <a:bodyPr/>
        <a:lstStyle/>
        <a:p>
          <a:endParaRPr lang="de-AT"/>
        </a:p>
      </dgm:t>
    </dgm:pt>
    <dgm:pt modelId="{714CE0E6-76B0-4F0C-B7E9-C301ACE8A56C}" type="sibTrans" cxnId="{369ED252-A62E-47DC-9C42-3E2892A15B10}">
      <dgm:prSet/>
      <dgm:spPr/>
      <dgm:t>
        <a:bodyPr/>
        <a:lstStyle/>
        <a:p>
          <a:endParaRPr lang="de-AT"/>
        </a:p>
      </dgm:t>
    </dgm:pt>
    <dgm:pt modelId="{4AA715F2-9528-448B-8CF2-F977EDB3B2EA}">
      <dgm:prSet custT="1"/>
      <dgm:spPr/>
      <dgm:t>
        <a:bodyPr/>
        <a:lstStyle/>
        <a:p>
          <a:pPr>
            <a:buFont typeface="Symbol" panose="05050102010706020507" pitchFamily="18" charset="2"/>
            <a:buChar char="-"/>
          </a:pPr>
          <a:r>
            <a:rPr lang="de-AT" sz="26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Frontend-Developer</a:t>
          </a:r>
        </a:p>
      </dgm:t>
    </dgm:pt>
    <dgm:pt modelId="{945A654B-40CA-408C-8C0F-B59562B58243}" type="parTrans" cxnId="{ED1A6E44-3AD9-4C86-AE22-917A2D00388E}">
      <dgm:prSet/>
      <dgm:spPr/>
      <dgm:t>
        <a:bodyPr/>
        <a:lstStyle/>
        <a:p>
          <a:endParaRPr lang="de-AT"/>
        </a:p>
      </dgm:t>
    </dgm:pt>
    <dgm:pt modelId="{C9BA1A60-2DC6-46BF-9322-73901CBAB2AA}" type="sibTrans" cxnId="{ED1A6E44-3AD9-4C86-AE22-917A2D00388E}">
      <dgm:prSet/>
      <dgm:spPr/>
      <dgm:t>
        <a:bodyPr/>
        <a:lstStyle/>
        <a:p>
          <a:endParaRPr lang="de-AT"/>
        </a:p>
      </dgm:t>
    </dgm:pt>
    <dgm:pt modelId="{92CBD960-AB1D-4AE8-99AE-AD4E62A31E35}">
      <dgm:prSet custT="1"/>
      <dgm:spPr/>
      <dgm:t>
        <a:bodyPr/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Symbol" panose="05050102010706020507" pitchFamily="18" charset="2"/>
            <a:buChar char="-"/>
          </a:pPr>
          <a:r>
            <a:rPr lang="de-AT" sz="26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Backend-Developer</a:t>
          </a:r>
        </a:p>
      </dgm:t>
    </dgm:pt>
    <dgm:pt modelId="{F1712FDF-7048-490B-B2CB-81B734408B91}" type="parTrans" cxnId="{0A3D5119-9DBE-48CA-93FC-A58393069357}">
      <dgm:prSet/>
      <dgm:spPr/>
      <dgm:t>
        <a:bodyPr/>
        <a:lstStyle/>
        <a:p>
          <a:endParaRPr lang="de-AT"/>
        </a:p>
      </dgm:t>
    </dgm:pt>
    <dgm:pt modelId="{12949EF9-1C24-4A6B-80C1-86A5E1CBD4D6}" type="sibTrans" cxnId="{0A3D5119-9DBE-48CA-93FC-A58393069357}">
      <dgm:prSet/>
      <dgm:spPr/>
      <dgm:t>
        <a:bodyPr/>
        <a:lstStyle/>
        <a:p>
          <a:endParaRPr lang="de-AT"/>
        </a:p>
      </dgm:t>
    </dgm:pt>
    <dgm:pt modelId="{96290E9E-6D65-4543-AAB3-E183B83302D4}">
      <dgm:prSet custT="1"/>
      <dgm:spPr/>
      <dgm:t>
        <a:bodyPr/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Symbol" panose="05050102010706020507" pitchFamily="18" charset="2"/>
            <a:buChar char="-"/>
          </a:pPr>
          <a:r>
            <a:rPr lang="de-AT" sz="26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Kontaktperson für Auftraggeber</a:t>
          </a:r>
        </a:p>
      </dgm:t>
    </dgm:pt>
    <dgm:pt modelId="{920F6101-13BF-403E-9801-A5B09BD7211B}" type="parTrans" cxnId="{5077B359-1910-4F1A-BDFF-B38AA15DF995}">
      <dgm:prSet/>
      <dgm:spPr/>
      <dgm:t>
        <a:bodyPr/>
        <a:lstStyle/>
        <a:p>
          <a:endParaRPr lang="de-DE"/>
        </a:p>
      </dgm:t>
    </dgm:pt>
    <dgm:pt modelId="{5CE4FDEC-2B0A-4BD8-9A09-5C711FA8F6E5}" type="sibTrans" cxnId="{5077B359-1910-4F1A-BDFF-B38AA15DF995}">
      <dgm:prSet/>
      <dgm:spPr/>
      <dgm:t>
        <a:bodyPr/>
        <a:lstStyle/>
        <a:p>
          <a:endParaRPr lang="de-DE"/>
        </a:p>
      </dgm:t>
    </dgm:pt>
    <dgm:pt modelId="{C811A7D9-4973-43DE-8CF2-47599A4C31E2}">
      <dgm:prSet custT="1"/>
      <dgm:spPr/>
      <dgm:t>
        <a:bodyPr/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Symbol" panose="05050102010706020507" pitchFamily="18" charset="2"/>
            <a:buChar char="-"/>
          </a:pPr>
          <a:endParaRPr lang="de-AT" sz="26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gm:t>
    </dgm:pt>
    <dgm:pt modelId="{8AE97460-B64A-45D9-B989-DA8B47D2A132}" type="parTrans" cxnId="{8286F9C7-FAE3-4E28-9AB7-9C41C5A8FBC2}">
      <dgm:prSet/>
      <dgm:spPr/>
      <dgm:t>
        <a:bodyPr/>
        <a:lstStyle/>
        <a:p>
          <a:endParaRPr lang="de-DE"/>
        </a:p>
      </dgm:t>
    </dgm:pt>
    <dgm:pt modelId="{96DD0069-D86B-455E-91D5-813B47226AED}" type="sibTrans" cxnId="{8286F9C7-FAE3-4E28-9AB7-9C41C5A8FBC2}">
      <dgm:prSet/>
      <dgm:spPr/>
      <dgm:t>
        <a:bodyPr/>
        <a:lstStyle/>
        <a:p>
          <a:endParaRPr lang="de-DE"/>
        </a:p>
      </dgm:t>
    </dgm:pt>
    <dgm:pt modelId="{6C526171-6C61-482C-B23F-CEC698ED488B}">
      <dgm:prSet custT="1"/>
      <dgm:spPr/>
      <dgm:t>
        <a:bodyPr/>
        <a:lstStyle/>
        <a:p>
          <a:pPr>
            <a:buFont typeface="Symbol" panose="05050102010706020507" pitchFamily="18" charset="2"/>
            <a:buChar char="-"/>
          </a:pPr>
          <a:endParaRPr lang="de-AT" sz="26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gm:t>
    </dgm:pt>
    <dgm:pt modelId="{EEBE78A0-7BE8-429C-A212-4A2F4E22DFAA}" type="parTrans" cxnId="{F8B63AD7-E2A0-4CDA-BD4B-80C28EEFF77D}">
      <dgm:prSet/>
      <dgm:spPr/>
    </dgm:pt>
    <dgm:pt modelId="{290FE41E-6F69-4739-BBF6-BF70714B5763}" type="sibTrans" cxnId="{F8B63AD7-E2A0-4CDA-BD4B-80C28EEFF77D}">
      <dgm:prSet/>
      <dgm:spPr/>
    </dgm:pt>
    <dgm:pt modelId="{29FB6430-69D0-4629-965C-AC98EC64A99C}">
      <dgm:prSet custT="1"/>
      <dgm:spPr/>
      <dgm:t>
        <a:bodyPr/>
        <a:lstStyle/>
        <a:p>
          <a:pPr>
            <a:buFont typeface="Symbol" panose="05050102010706020507" pitchFamily="18" charset="2"/>
            <a:buChar char="-"/>
          </a:pPr>
          <a:r>
            <a:rPr lang="de-AT" sz="26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UI Design</a:t>
          </a:r>
        </a:p>
      </dgm:t>
    </dgm:pt>
    <dgm:pt modelId="{4FA96A47-795D-4ECD-BC8C-BBE4E451D68B}" type="parTrans" cxnId="{0B111FFF-E423-46A6-A7FA-43AB5DE27B99}">
      <dgm:prSet/>
      <dgm:spPr/>
    </dgm:pt>
    <dgm:pt modelId="{3BEBD718-3EE4-43F1-9A9E-565BC1C5D7B7}" type="sibTrans" cxnId="{0B111FFF-E423-46A6-A7FA-43AB5DE27B99}">
      <dgm:prSet/>
      <dgm:spPr/>
    </dgm:pt>
    <dgm:pt modelId="{DBFCA7BA-3473-4490-93F5-A6436D70C264}" type="pres">
      <dgm:prSet presAssocID="{3BC2B94E-B28C-41B2-8ABB-28039E68E1FD}" presName="Name0" presStyleCnt="0">
        <dgm:presLayoutVars>
          <dgm:dir/>
          <dgm:animLvl val="lvl"/>
          <dgm:resizeHandles val="exact"/>
        </dgm:presLayoutVars>
      </dgm:prSet>
      <dgm:spPr/>
    </dgm:pt>
    <dgm:pt modelId="{CAAE4A91-5C5E-4EFE-8F6D-9C7F1D3AF062}" type="pres">
      <dgm:prSet presAssocID="{22FDBF90-1FFB-4931-9D82-6FD4F2F6D1C6}" presName="composite" presStyleCnt="0"/>
      <dgm:spPr/>
    </dgm:pt>
    <dgm:pt modelId="{2881774A-40A9-4CB7-A9E7-9F88B6D3E8E0}" type="pres">
      <dgm:prSet presAssocID="{22FDBF90-1FFB-4931-9D82-6FD4F2F6D1C6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7866226B-84E8-43C1-A420-C6F975B11FCF}" type="pres">
      <dgm:prSet presAssocID="{22FDBF90-1FFB-4931-9D82-6FD4F2F6D1C6}" presName="desTx" presStyleLbl="alignAccFollowNode1" presStyleIdx="0" presStyleCnt="3">
        <dgm:presLayoutVars>
          <dgm:bulletEnabled val="1"/>
        </dgm:presLayoutVars>
      </dgm:prSet>
      <dgm:spPr/>
    </dgm:pt>
    <dgm:pt modelId="{D657651E-E9C8-43A1-87B3-198E0C3E2B45}" type="pres">
      <dgm:prSet presAssocID="{E4863358-8460-4A2D-8936-4243E8444FF2}" presName="space" presStyleCnt="0"/>
      <dgm:spPr/>
    </dgm:pt>
    <dgm:pt modelId="{50C998C7-BEDE-4FE1-9A86-29736FD5639B}" type="pres">
      <dgm:prSet presAssocID="{E97B57CC-D541-4480-89FE-2A9D47444A62}" presName="composite" presStyleCnt="0"/>
      <dgm:spPr/>
    </dgm:pt>
    <dgm:pt modelId="{CD9ED4DE-92CA-4447-85BA-3F0F6677001F}" type="pres">
      <dgm:prSet presAssocID="{E97B57CC-D541-4480-89FE-2A9D47444A62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B9E51F8-6991-4990-ABDA-7B343F5B8AE3}" type="pres">
      <dgm:prSet presAssocID="{E97B57CC-D541-4480-89FE-2A9D47444A62}" presName="desTx" presStyleLbl="alignAccFollowNode1" presStyleIdx="1" presStyleCnt="3">
        <dgm:presLayoutVars>
          <dgm:bulletEnabled val="1"/>
        </dgm:presLayoutVars>
      </dgm:prSet>
      <dgm:spPr/>
    </dgm:pt>
    <dgm:pt modelId="{ADFACE3B-30FD-48EE-9D4F-AC51DECB83C5}" type="pres">
      <dgm:prSet presAssocID="{B1D4B494-2441-4AF7-91A0-5246E6BC058C}" presName="space" presStyleCnt="0"/>
      <dgm:spPr/>
    </dgm:pt>
    <dgm:pt modelId="{8D396629-E242-4D4D-B12B-5A1263F0FFEE}" type="pres">
      <dgm:prSet presAssocID="{C5A857FD-CF27-43DA-8C5B-33ACC1E1DDC5}" presName="composite" presStyleCnt="0"/>
      <dgm:spPr/>
    </dgm:pt>
    <dgm:pt modelId="{D1DCBA41-4D5B-4F09-8082-961B08C3A2D4}" type="pres">
      <dgm:prSet presAssocID="{C5A857FD-CF27-43DA-8C5B-33ACC1E1DDC5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7C6F5BB-0E72-4EA0-994B-FE97C802F03D}" type="pres">
      <dgm:prSet presAssocID="{C5A857FD-CF27-43DA-8C5B-33ACC1E1DDC5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F2009C00-0CC8-41D1-8639-9E3A3D657478}" srcId="{22FDBF90-1FFB-4931-9D82-6FD4F2F6D1C6}" destId="{BA54740A-8CD5-421A-95A6-C1201C3F802F}" srcOrd="0" destOrd="0" parTransId="{C9AE11F8-F586-49FD-88EF-97A19141F2BD}" sibTransId="{A307593D-4EE9-4CD7-8635-D3D88AF17612}"/>
    <dgm:cxn modelId="{8AB6DC01-C1AA-4C53-8AD5-3D221E550902}" srcId="{3BC2B94E-B28C-41B2-8ABB-28039E68E1FD}" destId="{C5A857FD-CF27-43DA-8C5B-33ACC1E1DDC5}" srcOrd="2" destOrd="0" parTransId="{395EE079-A9E6-468B-8918-4920E098FE70}" sibTransId="{9737C71D-39A5-4DC5-9650-1573B65D7F1C}"/>
    <dgm:cxn modelId="{0A3D5119-9DBE-48CA-93FC-A58393069357}" srcId="{C5A857FD-CF27-43DA-8C5B-33ACC1E1DDC5}" destId="{92CBD960-AB1D-4AE8-99AE-AD4E62A31E35}" srcOrd="0" destOrd="0" parTransId="{F1712FDF-7048-490B-B2CB-81B734408B91}" sibTransId="{12949EF9-1C24-4A6B-80C1-86A5E1CBD4D6}"/>
    <dgm:cxn modelId="{86724F2C-C8DF-45BD-9630-F9082A4A4C23}" srcId="{3BC2B94E-B28C-41B2-8ABB-28039E68E1FD}" destId="{E97B57CC-D541-4480-89FE-2A9D47444A62}" srcOrd="1" destOrd="0" parTransId="{E9884028-1558-4DBE-ABA0-8B396E4098D9}" sibTransId="{B1D4B494-2441-4AF7-91A0-5246E6BC058C}"/>
    <dgm:cxn modelId="{528B7C2D-8DF5-4DB3-A375-417A4E60B8C8}" type="presOf" srcId="{92CBD960-AB1D-4AE8-99AE-AD4E62A31E35}" destId="{07C6F5BB-0E72-4EA0-994B-FE97C802F03D}" srcOrd="0" destOrd="0" presId="urn:microsoft.com/office/officeart/2005/8/layout/hList1"/>
    <dgm:cxn modelId="{E0F1C93D-E52F-4710-AF10-FFED2C3080DF}" type="presOf" srcId="{4AA715F2-9528-448B-8CF2-F977EDB3B2EA}" destId="{EB9E51F8-6991-4990-ABDA-7B343F5B8AE3}" srcOrd="0" destOrd="0" presId="urn:microsoft.com/office/officeart/2005/8/layout/hList1"/>
    <dgm:cxn modelId="{C1BBE73F-56A6-4E3E-B02E-D125445329C0}" srcId="{22FDBF90-1FFB-4931-9D82-6FD4F2F6D1C6}" destId="{B29DF4F4-41C4-44B4-8E96-151A4F40D9F8}" srcOrd="1" destOrd="0" parTransId="{AD34F2F6-2F17-4F0E-BBE1-0E2B3E381D36}" sibTransId="{FD989674-004E-4639-93C5-1A54419B0098}"/>
    <dgm:cxn modelId="{5FF20163-97E7-4B44-BBA2-8EAF85DAE697}" type="presOf" srcId="{22FDBF90-1FFB-4931-9D82-6FD4F2F6D1C6}" destId="{2881774A-40A9-4CB7-A9E7-9F88B6D3E8E0}" srcOrd="0" destOrd="0" presId="urn:microsoft.com/office/officeart/2005/8/layout/hList1"/>
    <dgm:cxn modelId="{ED1A6E44-3AD9-4C86-AE22-917A2D00388E}" srcId="{E97B57CC-D541-4480-89FE-2A9D47444A62}" destId="{4AA715F2-9528-448B-8CF2-F977EDB3B2EA}" srcOrd="0" destOrd="0" parTransId="{945A654B-40CA-408C-8C0F-B59562B58243}" sibTransId="{C9BA1A60-2DC6-46BF-9322-73901CBAB2AA}"/>
    <dgm:cxn modelId="{341E8969-3084-4954-B62D-1445B050762C}" srcId="{3BC2B94E-B28C-41B2-8ABB-28039E68E1FD}" destId="{22FDBF90-1FFB-4931-9D82-6FD4F2F6D1C6}" srcOrd="0" destOrd="0" parTransId="{15B29341-32FB-413B-BE9F-BB90A8AE21A3}" sibTransId="{E4863358-8460-4A2D-8936-4243E8444FF2}"/>
    <dgm:cxn modelId="{CCFD204C-205E-4A8E-BEB1-502A9225E34C}" type="presOf" srcId="{C5A857FD-CF27-43DA-8C5B-33ACC1E1DDC5}" destId="{D1DCBA41-4D5B-4F09-8082-961B08C3A2D4}" srcOrd="0" destOrd="0" presId="urn:microsoft.com/office/officeart/2005/8/layout/hList1"/>
    <dgm:cxn modelId="{EA0B5372-45E2-40A3-804F-3F7EE1C90A60}" type="presOf" srcId="{BA54740A-8CD5-421A-95A6-C1201C3F802F}" destId="{7866226B-84E8-43C1-A420-C6F975B11FCF}" srcOrd="0" destOrd="0" presId="urn:microsoft.com/office/officeart/2005/8/layout/hList1"/>
    <dgm:cxn modelId="{369ED252-A62E-47DC-9C42-3E2892A15B10}" srcId="{22FDBF90-1FFB-4931-9D82-6FD4F2F6D1C6}" destId="{AE9ED5AD-5925-4D32-914D-C9F4BE564881}" srcOrd="2" destOrd="0" parTransId="{939AE5BC-ABC7-4F43-A9A5-2B814A810B53}" sibTransId="{714CE0E6-76B0-4F0C-B7E9-C301ACE8A56C}"/>
    <dgm:cxn modelId="{5077B359-1910-4F1A-BDFF-B38AA15DF995}" srcId="{C5A857FD-CF27-43DA-8C5B-33ACC1E1DDC5}" destId="{96290E9E-6D65-4543-AAB3-E183B83302D4}" srcOrd="1" destOrd="0" parTransId="{920F6101-13BF-403E-9801-A5B09BD7211B}" sibTransId="{5CE4FDEC-2B0A-4BD8-9A09-5C711FA8F6E5}"/>
    <dgm:cxn modelId="{17A4347A-2CB9-493A-822B-B066637A0D08}" type="presOf" srcId="{AE9ED5AD-5925-4D32-914D-C9F4BE564881}" destId="{7866226B-84E8-43C1-A420-C6F975B11FCF}" srcOrd="0" destOrd="2" presId="urn:microsoft.com/office/officeart/2005/8/layout/hList1"/>
    <dgm:cxn modelId="{8BAAFE7E-D6FB-4C5A-BE35-4995C9C2DA9D}" type="presOf" srcId="{29FB6430-69D0-4629-965C-AC98EC64A99C}" destId="{EB9E51F8-6991-4990-ABDA-7B343F5B8AE3}" srcOrd="0" destOrd="1" presId="urn:microsoft.com/office/officeart/2005/8/layout/hList1"/>
    <dgm:cxn modelId="{6325979A-5FA4-43F7-9778-1378CEEE1369}" type="presOf" srcId="{3BC2B94E-B28C-41B2-8ABB-28039E68E1FD}" destId="{DBFCA7BA-3473-4490-93F5-A6436D70C264}" srcOrd="0" destOrd="0" presId="urn:microsoft.com/office/officeart/2005/8/layout/hList1"/>
    <dgm:cxn modelId="{7146DCAF-28A7-494D-879C-116A029BBCBF}" type="presOf" srcId="{96290E9E-6D65-4543-AAB3-E183B83302D4}" destId="{07C6F5BB-0E72-4EA0-994B-FE97C802F03D}" srcOrd="0" destOrd="1" presId="urn:microsoft.com/office/officeart/2005/8/layout/hList1"/>
    <dgm:cxn modelId="{EB2D7AB7-4558-4695-8395-1D1E6DFC62EE}" type="presOf" srcId="{C811A7D9-4973-43DE-8CF2-47599A4C31E2}" destId="{07C6F5BB-0E72-4EA0-994B-FE97C802F03D}" srcOrd="0" destOrd="2" presId="urn:microsoft.com/office/officeart/2005/8/layout/hList1"/>
    <dgm:cxn modelId="{14B130C4-24CD-43C0-BB3C-BD41E1698F9C}" type="presOf" srcId="{E97B57CC-D541-4480-89FE-2A9D47444A62}" destId="{CD9ED4DE-92CA-4447-85BA-3F0F6677001F}" srcOrd="0" destOrd="0" presId="urn:microsoft.com/office/officeart/2005/8/layout/hList1"/>
    <dgm:cxn modelId="{8286F9C7-FAE3-4E28-9AB7-9C41C5A8FBC2}" srcId="{C5A857FD-CF27-43DA-8C5B-33ACC1E1DDC5}" destId="{C811A7D9-4973-43DE-8CF2-47599A4C31E2}" srcOrd="2" destOrd="0" parTransId="{8AE97460-B64A-45D9-B989-DA8B47D2A132}" sibTransId="{96DD0069-D86B-455E-91D5-813B47226AED}"/>
    <dgm:cxn modelId="{F8B63AD7-E2A0-4CDA-BD4B-80C28EEFF77D}" srcId="{E97B57CC-D541-4480-89FE-2A9D47444A62}" destId="{6C526171-6C61-482C-B23F-CEC698ED488B}" srcOrd="2" destOrd="0" parTransId="{EEBE78A0-7BE8-429C-A212-4A2F4E22DFAA}" sibTransId="{290FE41E-6F69-4739-BBF6-BF70714B5763}"/>
    <dgm:cxn modelId="{56E367D7-1042-4C8E-81B8-AB5F937A29E1}" type="presOf" srcId="{B29DF4F4-41C4-44B4-8E96-151A4F40D9F8}" destId="{7866226B-84E8-43C1-A420-C6F975B11FCF}" srcOrd="0" destOrd="1" presId="urn:microsoft.com/office/officeart/2005/8/layout/hList1"/>
    <dgm:cxn modelId="{A007A3F7-0D3B-4641-9146-FEA12F4B4F45}" type="presOf" srcId="{6C526171-6C61-482C-B23F-CEC698ED488B}" destId="{EB9E51F8-6991-4990-ABDA-7B343F5B8AE3}" srcOrd="0" destOrd="2" presId="urn:microsoft.com/office/officeart/2005/8/layout/hList1"/>
    <dgm:cxn modelId="{0B111FFF-E423-46A6-A7FA-43AB5DE27B99}" srcId="{E97B57CC-D541-4480-89FE-2A9D47444A62}" destId="{29FB6430-69D0-4629-965C-AC98EC64A99C}" srcOrd="1" destOrd="0" parTransId="{4FA96A47-795D-4ECD-BC8C-BBE4E451D68B}" sibTransId="{3BEBD718-3EE4-43F1-9A9E-565BC1C5D7B7}"/>
    <dgm:cxn modelId="{C2F60429-6CFD-4369-B16C-D6216B56A0F9}" type="presParOf" srcId="{DBFCA7BA-3473-4490-93F5-A6436D70C264}" destId="{CAAE4A91-5C5E-4EFE-8F6D-9C7F1D3AF062}" srcOrd="0" destOrd="0" presId="urn:microsoft.com/office/officeart/2005/8/layout/hList1"/>
    <dgm:cxn modelId="{683BB62F-655D-4A46-8E78-7D233657FFA4}" type="presParOf" srcId="{CAAE4A91-5C5E-4EFE-8F6D-9C7F1D3AF062}" destId="{2881774A-40A9-4CB7-A9E7-9F88B6D3E8E0}" srcOrd="0" destOrd="0" presId="urn:microsoft.com/office/officeart/2005/8/layout/hList1"/>
    <dgm:cxn modelId="{2BF39D26-53F7-4A91-9747-419FC7BADAD2}" type="presParOf" srcId="{CAAE4A91-5C5E-4EFE-8F6D-9C7F1D3AF062}" destId="{7866226B-84E8-43C1-A420-C6F975B11FCF}" srcOrd="1" destOrd="0" presId="urn:microsoft.com/office/officeart/2005/8/layout/hList1"/>
    <dgm:cxn modelId="{5B569563-F0DD-4233-BC6E-AF1465C481F5}" type="presParOf" srcId="{DBFCA7BA-3473-4490-93F5-A6436D70C264}" destId="{D657651E-E9C8-43A1-87B3-198E0C3E2B45}" srcOrd="1" destOrd="0" presId="urn:microsoft.com/office/officeart/2005/8/layout/hList1"/>
    <dgm:cxn modelId="{A3202BB2-5868-46EB-A6CA-26F05E83EB94}" type="presParOf" srcId="{DBFCA7BA-3473-4490-93F5-A6436D70C264}" destId="{50C998C7-BEDE-4FE1-9A86-29736FD5639B}" srcOrd="2" destOrd="0" presId="urn:microsoft.com/office/officeart/2005/8/layout/hList1"/>
    <dgm:cxn modelId="{CF91B4C2-D62D-436A-B254-86C03D2CE987}" type="presParOf" srcId="{50C998C7-BEDE-4FE1-9A86-29736FD5639B}" destId="{CD9ED4DE-92CA-4447-85BA-3F0F6677001F}" srcOrd="0" destOrd="0" presId="urn:microsoft.com/office/officeart/2005/8/layout/hList1"/>
    <dgm:cxn modelId="{EC1D51D6-7F2A-4887-B448-549EA715B1B1}" type="presParOf" srcId="{50C998C7-BEDE-4FE1-9A86-29736FD5639B}" destId="{EB9E51F8-6991-4990-ABDA-7B343F5B8AE3}" srcOrd="1" destOrd="0" presId="urn:microsoft.com/office/officeart/2005/8/layout/hList1"/>
    <dgm:cxn modelId="{F5034916-ADC7-4A5E-A039-B200BF4B9552}" type="presParOf" srcId="{DBFCA7BA-3473-4490-93F5-A6436D70C264}" destId="{ADFACE3B-30FD-48EE-9D4F-AC51DECB83C5}" srcOrd="3" destOrd="0" presId="urn:microsoft.com/office/officeart/2005/8/layout/hList1"/>
    <dgm:cxn modelId="{AD3F4D07-6E42-46A0-AF92-A00CCA91193A}" type="presParOf" srcId="{DBFCA7BA-3473-4490-93F5-A6436D70C264}" destId="{8D396629-E242-4D4D-B12B-5A1263F0FFEE}" srcOrd="4" destOrd="0" presId="urn:microsoft.com/office/officeart/2005/8/layout/hList1"/>
    <dgm:cxn modelId="{F7C7FFB4-20B1-4F29-BFEB-EEBE9C17840B}" type="presParOf" srcId="{8D396629-E242-4D4D-B12B-5A1263F0FFEE}" destId="{D1DCBA41-4D5B-4F09-8082-961B08C3A2D4}" srcOrd="0" destOrd="0" presId="urn:microsoft.com/office/officeart/2005/8/layout/hList1"/>
    <dgm:cxn modelId="{9BBD3E7F-DA62-446C-9C53-1EF88F99542B}" type="presParOf" srcId="{8D396629-E242-4D4D-B12B-5A1263F0FFEE}" destId="{07C6F5BB-0E72-4EA0-994B-FE97C802F03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CADE88-BB98-44E4-A5BA-9942CFC463C5}">
      <dsp:nvSpPr>
        <dsp:cNvPr id="0" name=""/>
        <dsp:cNvSpPr/>
      </dsp:nvSpPr>
      <dsp:spPr>
        <a:xfrm>
          <a:off x="-5364167" y="-821838"/>
          <a:ext cx="6390410" cy="6390410"/>
        </a:xfrm>
        <a:prstGeom prst="blockArc">
          <a:avLst>
            <a:gd name="adj1" fmla="val 18900000"/>
            <a:gd name="adj2" fmla="val 2700000"/>
            <a:gd name="adj3" fmla="val 338"/>
          </a:avLst>
        </a:prstGeom>
        <a:noFill/>
        <a:ln w="1905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573DA1-92EF-44CD-B43D-EDC3B3677C06}">
      <dsp:nvSpPr>
        <dsp:cNvPr id="0" name=""/>
        <dsp:cNvSpPr/>
      </dsp:nvSpPr>
      <dsp:spPr>
        <a:xfrm>
          <a:off x="332983" y="215786"/>
          <a:ext cx="11791153" cy="4313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410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1" kern="1200"/>
            <a:t>Ausgangslage</a:t>
          </a:r>
          <a:endParaRPr lang="de-AT" sz="2200" b="1" kern="1200"/>
        </a:p>
      </dsp:txBody>
      <dsp:txXfrm>
        <a:off x="332983" y="215786"/>
        <a:ext cx="11791153" cy="431383"/>
      </dsp:txXfrm>
    </dsp:sp>
    <dsp:sp modelId="{6224E7DA-BCBF-4EF7-A63D-C8507C1CFBEC}">
      <dsp:nvSpPr>
        <dsp:cNvPr id="0" name=""/>
        <dsp:cNvSpPr/>
      </dsp:nvSpPr>
      <dsp:spPr>
        <a:xfrm>
          <a:off x="63368" y="161863"/>
          <a:ext cx="539228" cy="5392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9312F9-6CCA-4E0B-8E29-D3F5F863D808}">
      <dsp:nvSpPr>
        <dsp:cNvPr id="0" name=""/>
        <dsp:cNvSpPr/>
      </dsp:nvSpPr>
      <dsp:spPr>
        <a:xfrm>
          <a:off x="723639" y="863241"/>
          <a:ext cx="11400497" cy="4313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410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1" kern="1200"/>
            <a:t>Projektorganisation</a:t>
          </a:r>
        </a:p>
      </dsp:txBody>
      <dsp:txXfrm>
        <a:off x="723639" y="863241"/>
        <a:ext cx="11400497" cy="431383"/>
      </dsp:txXfrm>
    </dsp:sp>
    <dsp:sp modelId="{93B86817-F2B3-4701-9018-1FB319F842F5}">
      <dsp:nvSpPr>
        <dsp:cNvPr id="0" name=""/>
        <dsp:cNvSpPr/>
      </dsp:nvSpPr>
      <dsp:spPr>
        <a:xfrm>
          <a:off x="454025" y="809318"/>
          <a:ext cx="539228" cy="5392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F2F94D-2967-4FC0-82D0-7E4088C9090E}">
      <dsp:nvSpPr>
        <dsp:cNvPr id="0" name=""/>
        <dsp:cNvSpPr/>
      </dsp:nvSpPr>
      <dsp:spPr>
        <a:xfrm>
          <a:off x="937717" y="1510220"/>
          <a:ext cx="11186419" cy="4313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410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1" kern="1200"/>
            <a:t>Projektziele</a:t>
          </a:r>
        </a:p>
      </dsp:txBody>
      <dsp:txXfrm>
        <a:off x="937717" y="1510220"/>
        <a:ext cx="11186419" cy="431383"/>
      </dsp:txXfrm>
    </dsp:sp>
    <dsp:sp modelId="{4BF7C13E-EEE4-417B-BF14-3283BA84D6A6}">
      <dsp:nvSpPr>
        <dsp:cNvPr id="0" name=""/>
        <dsp:cNvSpPr/>
      </dsp:nvSpPr>
      <dsp:spPr>
        <a:xfrm>
          <a:off x="668102" y="1456297"/>
          <a:ext cx="539228" cy="5392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7423D8-357D-4EC9-BC54-AB333AE84CEC}">
      <dsp:nvSpPr>
        <dsp:cNvPr id="0" name=""/>
        <dsp:cNvSpPr/>
      </dsp:nvSpPr>
      <dsp:spPr>
        <a:xfrm>
          <a:off x="1006070" y="2157675"/>
          <a:ext cx="11118066" cy="4313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410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1" kern="1200"/>
            <a:t>Meilensteine</a:t>
          </a:r>
        </a:p>
      </dsp:txBody>
      <dsp:txXfrm>
        <a:off x="1006070" y="2157675"/>
        <a:ext cx="11118066" cy="431383"/>
      </dsp:txXfrm>
    </dsp:sp>
    <dsp:sp modelId="{C8A6A78E-0C0B-4357-9D3A-248B5F32B41B}">
      <dsp:nvSpPr>
        <dsp:cNvPr id="0" name=""/>
        <dsp:cNvSpPr/>
      </dsp:nvSpPr>
      <dsp:spPr>
        <a:xfrm>
          <a:off x="736455" y="2103752"/>
          <a:ext cx="539228" cy="5392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64F179-98AE-47F6-9ABE-D803FCBB7D45}">
      <dsp:nvSpPr>
        <dsp:cNvPr id="0" name=""/>
        <dsp:cNvSpPr/>
      </dsp:nvSpPr>
      <dsp:spPr>
        <a:xfrm>
          <a:off x="937717" y="2805129"/>
          <a:ext cx="11186419" cy="4313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410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1" kern="1200"/>
            <a:t>Aufgabenverteilung</a:t>
          </a:r>
        </a:p>
      </dsp:txBody>
      <dsp:txXfrm>
        <a:off x="937717" y="2805129"/>
        <a:ext cx="11186419" cy="431383"/>
      </dsp:txXfrm>
    </dsp:sp>
    <dsp:sp modelId="{483F1EAB-F389-4499-891C-B7008E80A4A5}">
      <dsp:nvSpPr>
        <dsp:cNvPr id="0" name=""/>
        <dsp:cNvSpPr/>
      </dsp:nvSpPr>
      <dsp:spPr>
        <a:xfrm>
          <a:off x="668102" y="2751207"/>
          <a:ext cx="539228" cy="5392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869CBB-1D01-4715-9005-C2308C59AC61}">
      <dsp:nvSpPr>
        <dsp:cNvPr id="0" name=""/>
        <dsp:cNvSpPr/>
      </dsp:nvSpPr>
      <dsp:spPr>
        <a:xfrm>
          <a:off x="680431" y="3435630"/>
          <a:ext cx="11400497" cy="4313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410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1" kern="1200"/>
            <a:t>TechStack</a:t>
          </a:r>
        </a:p>
      </dsp:txBody>
      <dsp:txXfrm>
        <a:off x="680431" y="3435630"/>
        <a:ext cx="11400497" cy="431383"/>
      </dsp:txXfrm>
    </dsp:sp>
    <dsp:sp modelId="{934351F9-6239-40EB-B2F4-521EE80A64AA}">
      <dsp:nvSpPr>
        <dsp:cNvPr id="0" name=""/>
        <dsp:cNvSpPr/>
      </dsp:nvSpPr>
      <dsp:spPr>
        <a:xfrm>
          <a:off x="454025" y="3398186"/>
          <a:ext cx="539228" cy="5392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BBD216-7B7E-42BB-ACC2-F09A007391BB}">
      <dsp:nvSpPr>
        <dsp:cNvPr id="0" name=""/>
        <dsp:cNvSpPr/>
      </dsp:nvSpPr>
      <dsp:spPr>
        <a:xfrm>
          <a:off x="332983" y="4099564"/>
          <a:ext cx="11791153" cy="4313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410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1" kern="1200"/>
            <a:t>Projektübersicht &amp; Zeitplan</a:t>
          </a:r>
        </a:p>
      </dsp:txBody>
      <dsp:txXfrm>
        <a:off x="332983" y="4099564"/>
        <a:ext cx="11791153" cy="431383"/>
      </dsp:txXfrm>
    </dsp:sp>
    <dsp:sp modelId="{4B4F1D19-9B4F-4FD0-A2F9-893968FC6087}">
      <dsp:nvSpPr>
        <dsp:cNvPr id="0" name=""/>
        <dsp:cNvSpPr/>
      </dsp:nvSpPr>
      <dsp:spPr>
        <a:xfrm>
          <a:off x="63368" y="4045641"/>
          <a:ext cx="539228" cy="5392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91EDD7-5A01-428B-9BD6-C9EEB5469449}">
      <dsp:nvSpPr>
        <dsp:cNvPr id="0" name=""/>
        <dsp:cNvSpPr/>
      </dsp:nvSpPr>
      <dsp:spPr>
        <a:xfrm>
          <a:off x="0" y="425591"/>
          <a:ext cx="10895578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72AE86-FCA8-4482-9E06-13CC556F9BD1}">
      <dsp:nvSpPr>
        <dsp:cNvPr id="0" name=""/>
        <dsp:cNvSpPr/>
      </dsp:nvSpPr>
      <dsp:spPr>
        <a:xfrm>
          <a:off x="544778" y="41831"/>
          <a:ext cx="7626904" cy="767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279" tIns="0" rIns="288279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b="1" kern="1200"/>
            <a:t>MUSS ZIELE</a:t>
          </a:r>
          <a:endParaRPr lang="de-AT" sz="2600" b="1" kern="1200"/>
        </a:p>
      </dsp:txBody>
      <dsp:txXfrm>
        <a:off x="582245" y="79298"/>
        <a:ext cx="7551970" cy="692586"/>
      </dsp:txXfrm>
    </dsp:sp>
    <dsp:sp modelId="{60F1D04D-B1EC-4F1C-AE95-167F3ABDF390}">
      <dsp:nvSpPr>
        <dsp:cNvPr id="0" name=""/>
        <dsp:cNvSpPr/>
      </dsp:nvSpPr>
      <dsp:spPr>
        <a:xfrm>
          <a:off x="0" y="1604951"/>
          <a:ext cx="10895578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C29958-000F-4DF9-B7FF-6909372F82C5}">
      <dsp:nvSpPr>
        <dsp:cNvPr id="0" name=""/>
        <dsp:cNvSpPr/>
      </dsp:nvSpPr>
      <dsp:spPr>
        <a:xfrm>
          <a:off x="544778" y="1221191"/>
          <a:ext cx="7626904" cy="76752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279" tIns="0" rIns="288279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b="1" kern="1200"/>
            <a:t>SOLL ZIELE</a:t>
          </a:r>
          <a:endParaRPr lang="de-AT" sz="2600" b="1" kern="1200"/>
        </a:p>
      </dsp:txBody>
      <dsp:txXfrm>
        <a:off x="582245" y="1258658"/>
        <a:ext cx="7551970" cy="692586"/>
      </dsp:txXfrm>
    </dsp:sp>
    <dsp:sp modelId="{8D3838B7-E0A1-426B-80FD-67BE4E8711BA}">
      <dsp:nvSpPr>
        <dsp:cNvPr id="0" name=""/>
        <dsp:cNvSpPr/>
      </dsp:nvSpPr>
      <dsp:spPr>
        <a:xfrm>
          <a:off x="0" y="2784312"/>
          <a:ext cx="10895578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C90AF5-B38D-41A3-8128-F07EA875BEC4}">
      <dsp:nvSpPr>
        <dsp:cNvPr id="0" name=""/>
        <dsp:cNvSpPr/>
      </dsp:nvSpPr>
      <dsp:spPr>
        <a:xfrm>
          <a:off x="544778" y="2400552"/>
          <a:ext cx="7626904" cy="76752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279" tIns="0" rIns="288279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b="1" kern="1200"/>
            <a:t>KANN ZIELE</a:t>
          </a:r>
          <a:endParaRPr lang="de-AT" sz="2600" b="1" kern="1200"/>
        </a:p>
      </dsp:txBody>
      <dsp:txXfrm>
        <a:off x="582245" y="2438019"/>
        <a:ext cx="7551970" cy="6925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81774A-40A9-4CB7-A9E7-9F88B6D3E8E0}">
      <dsp:nvSpPr>
        <dsp:cNvPr id="0" name=""/>
        <dsp:cNvSpPr/>
      </dsp:nvSpPr>
      <dsp:spPr>
        <a:xfrm>
          <a:off x="3592" y="83050"/>
          <a:ext cx="3502223" cy="1309866"/>
        </a:xfrm>
        <a:prstGeom prst="rect">
          <a:avLst/>
        </a:prstGeom>
        <a:solidFill>
          <a:srgbClr val="196B24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600" b="1" kern="1200"/>
            <a:t>Jonas Aberger</a:t>
          </a:r>
          <a:endParaRPr lang="de-AT" sz="3600" b="1" kern="1200"/>
        </a:p>
      </dsp:txBody>
      <dsp:txXfrm>
        <a:off x="3592" y="83050"/>
        <a:ext cx="3502223" cy="1309866"/>
      </dsp:txXfrm>
    </dsp:sp>
    <dsp:sp modelId="{7866226B-84E8-43C1-A420-C6F975B11FCF}">
      <dsp:nvSpPr>
        <dsp:cNvPr id="0" name=""/>
        <dsp:cNvSpPr/>
      </dsp:nvSpPr>
      <dsp:spPr>
        <a:xfrm>
          <a:off x="3592" y="1392917"/>
          <a:ext cx="3502223" cy="266814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Symbol" panose="05050102010706020507" pitchFamily="18" charset="2"/>
            <a:buChar char="-"/>
          </a:pPr>
          <a:r>
            <a:rPr lang="de-AT" sz="2600" kern="1200"/>
            <a:t>Administrative Tätigkeiten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Symbol" panose="05050102010706020507" pitchFamily="18" charset="2"/>
            <a:buChar char="-"/>
          </a:pPr>
          <a:r>
            <a:rPr lang="de-AT" sz="2600" kern="1200"/>
            <a:t>Backend-Unterstützung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Symbol" panose="05050102010706020507" pitchFamily="18" charset="2"/>
            <a:buChar char="-"/>
          </a:pPr>
          <a:r>
            <a:rPr lang="de-AT" sz="2600" kern="1200"/>
            <a:t>Frontend-Unterstützung</a:t>
          </a:r>
        </a:p>
      </dsp:txBody>
      <dsp:txXfrm>
        <a:off x="3592" y="1392917"/>
        <a:ext cx="3502223" cy="2668140"/>
      </dsp:txXfrm>
    </dsp:sp>
    <dsp:sp modelId="{CD9ED4DE-92CA-4447-85BA-3F0F6677001F}">
      <dsp:nvSpPr>
        <dsp:cNvPr id="0" name=""/>
        <dsp:cNvSpPr/>
      </dsp:nvSpPr>
      <dsp:spPr>
        <a:xfrm>
          <a:off x="3996126" y="83050"/>
          <a:ext cx="3502223" cy="1309866"/>
        </a:xfrm>
        <a:prstGeom prst="rect">
          <a:avLst/>
        </a:prstGeom>
        <a:solidFill>
          <a:srgbClr val="7030A0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600" b="1" kern="1200"/>
            <a:t>Fabian Haslinger</a:t>
          </a:r>
          <a:endParaRPr lang="de-AT" sz="3600" b="1" kern="1200"/>
        </a:p>
      </dsp:txBody>
      <dsp:txXfrm>
        <a:off x="3996126" y="83050"/>
        <a:ext cx="3502223" cy="1309866"/>
      </dsp:txXfrm>
    </dsp:sp>
    <dsp:sp modelId="{EB9E51F8-6991-4990-ABDA-7B343F5B8AE3}">
      <dsp:nvSpPr>
        <dsp:cNvPr id="0" name=""/>
        <dsp:cNvSpPr/>
      </dsp:nvSpPr>
      <dsp:spPr>
        <a:xfrm>
          <a:off x="3996126" y="1392917"/>
          <a:ext cx="3502223" cy="266814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Symbol" panose="05050102010706020507" pitchFamily="18" charset="2"/>
            <a:buChar char="-"/>
          </a:pPr>
          <a:r>
            <a:rPr lang="de-AT" sz="26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Frontend-Developer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Symbol" panose="05050102010706020507" pitchFamily="18" charset="2"/>
            <a:buChar char="-"/>
          </a:pPr>
          <a:r>
            <a:rPr lang="de-AT" sz="26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UI Design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Symbol" panose="05050102010706020507" pitchFamily="18" charset="2"/>
            <a:buChar char="-"/>
          </a:pPr>
          <a:endParaRPr lang="de-AT" sz="26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sp:txBody>
      <dsp:txXfrm>
        <a:off x="3996126" y="1392917"/>
        <a:ext cx="3502223" cy="2668140"/>
      </dsp:txXfrm>
    </dsp:sp>
    <dsp:sp modelId="{D1DCBA41-4D5B-4F09-8082-961B08C3A2D4}">
      <dsp:nvSpPr>
        <dsp:cNvPr id="0" name=""/>
        <dsp:cNvSpPr/>
      </dsp:nvSpPr>
      <dsp:spPr>
        <a:xfrm>
          <a:off x="7988660" y="83050"/>
          <a:ext cx="3502223" cy="1309866"/>
        </a:xfrm>
        <a:prstGeom prst="rect">
          <a:avLst/>
        </a:prstGeom>
        <a:solidFill>
          <a:srgbClr val="215F9A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600" b="1" kern="1200"/>
            <a:t>Tim Hechenberger</a:t>
          </a:r>
          <a:endParaRPr lang="de-AT" sz="3600" b="1" kern="1200"/>
        </a:p>
      </dsp:txBody>
      <dsp:txXfrm>
        <a:off x="7988660" y="83050"/>
        <a:ext cx="3502223" cy="1309866"/>
      </dsp:txXfrm>
    </dsp:sp>
    <dsp:sp modelId="{07C6F5BB-0E72-4EA0-994B-FE97C802F03D}">
      <dsp:nvSpPr>
        <dsp:cNvPr id="0" name=""/>
        <dsp:cNvSpPr/>
      </dsp:nvSpPr>
      <dsp:spPr>
        <a:xfrm>
          <a:off x="7988660" y="1392917"/>
          <a:ext cx="3502223" cy="266814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Symbol" panose="05050102010706020507" pitchFamily="18" charset="2"/>
            <a:buChar char="-"/>
          </a:pPr>
          <a:r>
            <a:rPr lang="de-AT" sz="26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Backend-Developer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Symbol" panose="05050102010706020507" pitchFamily="18" charset="2"/>
            <a:buChar char="-"/>
          </a:pPr>
          <a:r>
            <a:rPr lang="de-AT" sz="26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Kontaktperson für Auftraggeber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Symbol" panose="05050102010706020507" pitchFamily="18" charset="2"/>
            <a:buChar char="-"/>
          </a:pPr>
          <a:endParaRPr lang="de-AT" sz="26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sp:txBody>
      <dsp:txXfrm>
        <a:off x="7988660" y="1392917"/>
        <a:ext cx="3502223" cy="26681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625150-614A-47C7-AC97-5287F9F8D4C2}" type="datetimeFigureOut">
              <a:rPr lang="de-AT" smtClean="0"/>
              <a:t>12.05.2026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CCCCB1-0593-4BAC-81F8-F7DB963E0D2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90409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8C2BC2-114C-A2AB-917B-20EE47406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97499-964B-40A8-9FEC-A1C7C3FE1627}" type="datetime1">
              <a:rPr lang="de-AT" smtClean="0"/>
              <a:t>12.05.2026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9ACF0A-FC68-7222-3F77-D15D0860A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3BA976-31F8-BC9C-223A-B4FCE2822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‹Nr.›</a:t>
            </a:fld>
            <a:endParaRPr lang="de-AT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5596B1F-BC0E-89E3-9228-E8EE4988CF43}"/>
              </a:ext>
            </a:extLst>
          </p:cNvPr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3FB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bg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787F59C-00BC-D0DE-6C16-7B5FA993D7AD}"/>
              </a:ext>
            </a:extLst>
          </p:cNvPr>
          <p:cNvSpPr/>
          <p:nvPr userDrawn="1"/>
        </p:nvSpPr>
        <p:spPr>
          <a:xfrm>
            <a:off x="0" y="6138000"/>
            <a:ext cx="12192000" cy="720000"/>
          </a:xfrm>
          <a:prstGeom prst="rect">
            <a:avLst/>
          </a:prstGeom>
          <a:solidFill>
            <a:srgbClr val="3FB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CFC41B57-251F-844A-2370-5C8A351905DA}"/>
              </a:ext>
            </a:extLst>
          </p:cNvPr>
          <p:cNvSpPr txBox="1">
            <a:spLocks/>
          </p:cNvSpPr>
          <p:nvPr userDrawn="1"/>
        </p:nvSpPr>
        <p:spPr>
          <a:xfrm>
            <a:off x="1068499" y="3855299"/>
            <a:ext cx="5940202" cy="879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AT" b="1">
                <a:latin typeface="Bahnschrift" panose="020B0502040204020203" pitchFamily="34" charset="0"/>
                <a:cs typeface="72 Condensed" panose="020B0506030000000003" pitchFamily="34" charset="0"/>
              </a:rPr>
              <a:t>PV - Ertragssteuerung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F35B321-CB55-2FF9-2261-5AB44F7046BD}"/>
              </a:ext>
            </a:extLst>
          </p:cNvPr>
          <p:cNvSpPr txBox="1"/>
          <p:nvPr userDrawn="1"/>
        </p:nvSpPr>
        <p:spPr>
          <a:xfrm>
            <a:off x="2456673" y="4886517"/>
            <a:ext cx="5371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600" i="1">
                <a:solidFill>
                  <a:schemeClr val="bg1">
                    <a:lumMod val="50000"/>
                  </a:schemeClr>
                </a:solidFill>
              </a:rPr>
              <a:t>Jonas Aberger - Fabian Haslinger - Tim Hechenberger</a:t>
            </a:r>
          </a:p>
        </p:txBody>
      </p:sp>
      <p:pic>
        <p:nvPicPr>
          <p:cNvPr id="13" name="Grafik 12" descr="Ein Bild, das rot, Grafiken, Symbol, Karminrot enthält.&#10;&#10;KI-generierte Inhalte können fehlerhaft sein.">
            <a:extLst>
              <a:ext uri="{FF2B5EF4-FFF2-40B4-BE49-F238E27FC236}">
                <a16:creationId xmlns:a16="http://schemas.microsoft.com/office/drawing/2014/main" id="{CAE79D97-6B91-0758-7E56-33B30BDAE7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0751" y="136525"/>
            <a:ext cx="872818" cy="899520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0E2328AF-118E-200F-9FD8-58B6BA7EE5E1}"/>
              </a:ext>
            </a:extLst>
          </p:cNvPr>
          <p:cNvSpPr/>
          <p:nvPr userDrawn="1"/>
        </p:nvSpPr>
        <p:spPr>
          <a:xfrm flipV="1">
            <a:off x="2456673" y="4723796"/>
            <a:ext cx="4212000" cy="10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0F6F365-6285-D39F-7642-63027621BC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033" y="1518201"/>
            <a:ext cx="4274127" cy="320559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8026C7B1-A0B3-21F9-B07F-F89319A2CB55}"/>
              </a:ext>
            </a:extLst>
          </p:cNvPr>
          <p:cNvSpPr txBox="1">
            <a:spLocks/>
          </p:cNvSpPr>
          <p:nvPr userDrawn="1"/>
        </p:nvSpPr>
        <p:spPr>
          <a:xfrm>
            <a:off x="6668673" y="6356349"/>
            <a:ext cx="80822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Höhere Abteilung für Informatik – HTL Saalfelden </a:t>
            </a:r>
            <a:endParaRPr lang="de-AT" sz="2000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CD720DC4-4351-34E3-1E44-FF2A0B5B617B}"/>
              </a:ext>
            </a:extLst>
          </p:cNvPr>
          <p:cNvSpPr txBox="1">
            <a:spLocks/>
          </p:cNvSpPr>
          <p:nvPr userDrawn="1"/>
        </p:nvSpPr>
        <p:spPr>
          <a:xfrm>
            <a:off x="236680" y="6333406"/>
            <a:ext cx="13508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5B0291-6227-43EA-83C9-C159E691502C}" type="datetime1">
              <a:rPr lang="de-AT" smtClean="0"/>
              <a:pPr/>
              <a:t>12.05.2026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58754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A07BB628-BE6D-4148-D803-2889E0B6ABD7}"/>
              </a:ext>
            </a:extLst>
          </p:cNvPr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3FB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bg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CC32D6E-9400-D4CE-DF22-2154A428E69B}"/>
              </a:ext>
            </a:extLst>
          </p:cNvPr>
          <p:cNvSpPr/>
          <p:nvPr userDrawn="1"/>
        </p:nvSpPr>
        <p:spPr>
          <a:xfrm>
            <a:off x="0" y="6138000"/>
            <a:ext cx="12192000" cy="720000"/>
          </a:xfrm>
          <a:prstGeom prst="rect">
            <a:avLst/>
          </a:prstGeom>
          <a:solidFill>
            <a:srgbClr val="3FB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B0FD19-7535-611F-E3EB-F256B151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77780"/>
            <a:ext cx="10515600" cy="834163"/>
          </a:xfrm>
        </p:spPr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377C2D-8682-12B2-AA3F-0386BD612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018"/>
            <a:ext cx="10515600" cy="37314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711067-A31E-55EC-A068-216BF4C9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6680" y="6333406"/>
            <a:ext cx="1350819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845B0291-6227-43EA-83C9-C159E691502C}" type="datetime1">
              <a:rPr lang="de-AT" smtClean="0"/>
              <a:t>12.05.2026</a:t>
            </a:fld>
            <a:endParaRPr lang="de-AT"/>
          </a:p>
        </p:txBody>
      </p:sp>
      <p:pic>
        <p:nvPicPr>
          <p:cNvPr id="7" name="Grafik 6" descr="Ein Bild, das rot, Grafiken, Symbol, Karminrot enthält.&#10;&#10;KI-generierte Inhalte können fehlerhaft sein.">
            <a:extLst>
              <a:ext uri="{FF2B5EF4-FFF2-40B4-BE49-F238E27FC236}">
                <a16:creationId xmlns:a16="http://schemas.microsoft.com/office/drawing/2014/main" id="{C11896BA-189C-C15D-0BED-9C3316308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801" y="136525"/>
            <a:ext cx="872818" cy="899520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9" name="Datumsplatzhalter 3">
            <a:extLst>
              <a:ext uri="{FF2B5EF4-FFF2-40B4-BE49-F238E27FC236}">
                <a16:creationId xmlns:a16="http://schemas.microsoft.com/office/drawing/2014/main" id="{D2F68423-5F3F-93C8-91D4-3F9A2BCA7713}"/>
              </a:ext>
            </a:extLst>
          </p:cNvPr>
          <p:cNvSpPr txBox="1">
            <a:spLocks/>
          </p:cNvSpPr>
          <p:nvPr userDrawn="1"/>
        </p:nvSpPr>
        <p:spPr>
          <a:xfrm>
            <a:off x="2261522" y="6315437"/>
            <a:ext cx="80822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PV-Ertragssteuerung | Höhere Abteilung für Informatik – HTL Saalfelden </a:t>
            </a:r>
            <a:endParaRPr lang="de-AT" sz="200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0A685BE-1C4F-C9C0-4591-63821D0E6CB1}"/>
              </a:ext>
            </a:extLst>
          </p:cNvPr>
          <p:cNvSpPr txBox="1"/>
          <p:nvPr userDrawn="1"/>
        </p:nvSpPr>
        <p:spPr>
          <a:xfrm>
            <a:off x="11017819" y="6322198"/>
            <a:ext cx="1036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C5F0469-451D-462A-AE64-318BE0BE8C28}" type="slidenum">
              <a:rPr lang="de-AT" smtClean="0">
                <a:solidFill>
                  <a:schemeClr val="bg1"/>
                </a:solidFill>
              </a:rPr>
              <a:t>‹Nr.›</a:t>
            </a:fld>
            <a:r>
              <a:rPr lang="de-AT">
                <a:solidFill>
                  <a:schemeClr val="bg1"/>
                </a:solidFill>
              </a:rPr>
              <a:t> / 15</a:t>
            </a:r>
          </a:p>
        </p:txBody>
      </p:sp>
    </p:spTree>
    <p:extLst>
      <p:ext uri="{BB962C8B-B14F-4D97-AF65-F5344CB8AC3E}">
        <p14:creationId xmlns:p14="http://schemas.microsoft.com/office/powerpoint/2010/main" val="2909859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A07BB628-BE6D-4148-D803-2889E0B6ABD7}"/>
              </a:ext>
            </a:extLst>
          </p:cNvPr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bg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CC32D6E-9400-D4CE-DF22-2154A428E69B}"/>
              </a:ext>
            </a:extLst>
          </p:cNvPr>
          <p:cNvSpPr/>
          <p:nvPr userDrawn="1"/>
        </p:nvSpPr>
        <p:spPr>
          <a:xfrm>
            <a:off x="0" y="6138000"/>
            <a:ext cx="12192000" cy="72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B0FD19-7535-611F-E3EB-F256B151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77780"/>
            <a:ext cx="10515600" cy="834163"/>
          </a:xfrm>
        </p:spPr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377C2D-8682-12B2-AA3F-0386BD612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018"/>
            <a:ext cx="10515600" cy="37314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711067-A31E-55EC-A068-216BF4C9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6680" y="6333406"/>
            <a:ext cx="1350819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845B0291-6227-43EA-83C9-C159E691502C}" type="datetime1">
              <a:rPr lang="de-AT" smtClean="0"/>
              <a:t>12.05.2026</a:t>
            </a:fld>
            <a:endParaRPr lang="de-AT"/>
          </a:p>
        </p:txBody>
      </p:sp>
      <p:pic>
        <p:nvPicPr>
          <p:cNvPr id="7" name="Grafik 6" descr="Ein Bild, das rot, Grafiken, Symbol, Karminrot enthält.&#10;&#10;KI-generierte Inhalte können fehlerhaft sein.">
            <a:extLst>
              <a:ext uri="{FF2B5EF4-FFF2-40B4-BE49-F238E27FC236}">
                <a16:creationId xmlns:a16="http://schemas.microsoft.com/office/drawing/2014/main" id="{C11896BA-189C-C15D-0BED-9C3316308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801" y="136525"/>
            <a:ext cx="872818" cy="899520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9" name="Datumsplatzhalter 3">
            <a:extLst>
              <a:ext uri="{FF2B5EF4-FFF2-40B4-BE49-F238E27FC236}">
                <a16:creationId xmlns:a16="http://schemas.microsoft.com/office/drawing/2014/main" id="{D2F68423-5F3F-93C8-91D4-3F9A2BCA7713}"/>
              </a:ext>
            </a:extLst>
          </p:cNvPr>
          <p:cNvSpPr txBox="1">
            <a:spLocks/>
          </p:cNvSpPr>
          <p:nvPr userDrawn="1"/>
        </p:nvSpPr>
        <p:spPr>
          <a:xfrm>
            <a:off x="2261522" y="6315437"/>
            <a:ext cx="80822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PV-Ertragssteuerung | Höhere Abteilung für Informatik – HTL Saalfelden </a:t>
            </a:r>
            <a:endParaRPr lang="de-AT" sz="200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0A685BE-1C4F-C9C0-4591-63821D0E6CB1}"/>
              </a:ext>
            </a:extLst>
          </p:cNvPr>
          <p:cNvSpPr txBox="1"/>
          <p:nvPr userDrawn="1"/>
        </p:nvSpPr>
        <p:spPr>
          <a:xfrm>
            <a:off x="11017819" y="6322198"/>
            <a:ext cx="1036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C5F0469-451D-462A-AE64-318BE0BE8C28}" type="slidenum">
              <a:rPr lang="de-AT" smtClean="0">
                <a:solidFill>
                  <a:schemeClr val="bg1"/>
                </a:solidFill>
              </a:rPr>
              <a:t>‹Nr.›</a:t>
            </a:fld>
            <a:r>
              <a:rPr lang="de-AT">
                <a:solidFill>
                  <a:schemeClr val="bg1"/>
                </a:solidFill>
              </a:rPr>
              <a:t> / 15</a:t>
            </a:r>
          </a:p>
        </p:txBody>
      </p:sp>
    </p:spTree>
    <p:extLst>
      <p:ext uri="{BB962C8B-B14F-4D97-AF65-F5344CB8AC3E}">
        <p14:creationId xmlns:p14="http://schemas.microsoft.com/office/powerpoint/2010/main" val="713854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A07BB628-BE6D-4148-D803-2889E0B6ABD7}"/>
              </a:ext>
            </a:extLst>
          </p:cNvPr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8EB2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bg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CC32D6E-9400-D4CE-DF22-2154A428E69B}"/>
              </a:ext>
            </a:extLst>
          </p:cNvPr>
          <p:cNvSpPr/>
          <p:nvPr userDrawn="1"/>
        </p:nvSpPr>
        <p:spPr>
          <a:xfrm>
            <a:off x="0" y="6138000"/>
            <a:ext cx="12192000" cy="720000"/>
          </a:xfrm>
          <a:prstGeom prst="rect">
            <a:avLst/>
          </a:prstGeom>
          <a:solidFill>
            <a:srgbClr val="8EB2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B0FD19-7535-611F-E3EB-F256B151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77780"/>
            <a:ext cx="10515600" cy="834163"/>
          </a:xfrm>
        </p:spPr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377C2D-8682-12B2-AA3F-0386BD612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018"/>
            <a:ext cx="10515600" cy="37314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711067-A31E-55EC-A068-216BF4C9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6680" y="6333406"/>
            <a:ext cx="1350819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845B0291-6227-43EA-83C9-C159E691502C}" type="datetime1">
              <a:rPr lang="de-AT" smtClean="0"/>
              <a:t>12.05.2026</a:t>
            </a:fld>
            <a:endParaRPr lang="de-AT"/>
          </a:p>
        </p:txBody>
      </p:sp>
      <p:pic>
        <p:nvPicPr>
          <p:cNvPr id="7" name="Grafik 6" descr="Ein Bild, das rot, Grafiken, Symbol, Karminrot enthält.&#10;&#10;KI-generierte Inhalte können fehlerhaft sein.">
            <a:extLst>
              <a:ext uri="{FF2B5EF4-FFF2-40B4-BE49-F238E27FC236}">
                <a16:creationId xmlns:a16="http://schemas.microsoft.com/office/drawing/2014/main" id="{C11896BA-189C-C15D-0BED-9C3316308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801" y="136525"/>
            <a:ext cx="872818" cy="899520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9" name="Datumsplatzhalter 3">
            <a:extLst>
              <a:ext uri="{FF2B5EF4-FFF2-40B4-BE49-F238E27FC236}">
                <a16:creationId xmlns:a16="http://schemas.microsoft.com/office/drawing/2014/main" id="{D2F68423-5F3F-93C8-91D4-3F9A2BCA7713}"/>
              </a:ext>
            </a:extLst>
          </p:cNvPr>
          <p:cNvSpPr txBox="1">
            <a:spLocks/>
          </p:cNvSpPr>
          <p:nvPr userDrawn="1"/>
        </p:nvSpPr>
        <p:spPr>
          <a:xfrm>
            <a:off x="2261522" y="6315437"/>
            <a:ext cx="80822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PV-Ertragssteuerung | Höhere Abteilung für Informatik – HTL Saalfelden </a:t>
            </a:r>
            <a:endParaRPr lang="de-AT" sz="200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0A685BE-1C4F-C9C0-4591-63821D0E6CB1}"/>
              </a:ext>
            </a:extLst>
          </p:cNvPr>
          <p:cNvSpPr txBox="1"/>
          <p:nvPr userDrawn="1"/>
        </p:nvSpPr>
        <p:spPr>
          <a:xfrm>
            <a:off x="11017819" y="6322198"/>
            <a:ext cx="1036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C5F0469-451D-462A-AE64-318BE0BE8C28}" type="slidenum">
              <a:rPr lang="de-AT" smtClean="0">
                <a:solidFill>
                  <a:schemeClr val="bg1"/>
                </a:solidFill>
              </a:rPr>
              <a:t>‹Nr.›</a:t>
            </a:fld>
            <a:r>
              <a:rPr lang="de-AT">
                <a:solidFill>
                  <a:schemeClr val="bg1"/>
                </a:solidFill>
              </a:rPr>
              <a:t> / 15</a:t>
            </a:r>
          </a:p>
          <a:p>
            <a:endParaRPr lang="de-AT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191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A07BB628-BE6D-4148-D803-2889E0B6ABD7}"/>
              </a:ext>
            </a:extLst>
          </p:cNvPr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bg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CC32D6E-9400-D4CE-DF22-2154A428E69B}"/>
              </a:ext>
            </a:extLst>
          </p:cNvPr>
          <p:cNvSpPr/>
          <p:nvPr userDrawn="1"/>
        </p:nvSpPr>
        <p:spPr>
          <a:xfrm>
            <a:off x="0" y="6138000"/>
            <a:ext cx="12192000" cy="72000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B0FD19-7535-611F-E3EB-F256B151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77780"/>
            <a:ext cx="10515600" cy="834163"/>
          </a:xfrm>
        </p:spPr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377C2D-8682-12B2-AA3F-0386BD612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018"/>
            <a:ext cx="10515600" cy="37314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711067-A31E-55EC-A068-216BF4C9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6680" y="6333406"/>
            <a:ext cx="1350819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845B0291-6227-43EA-83C9-C159E691502C}" type="datetime1">
              <a:rPr lang="de-AT" smtClean="0"/>
              <a:t>12.05.2026</a:t>
            </a:fld>
            <a:endParaRPr lang="de-AT"/>
          </a:p>
        </p:txBody>
      </p:sp>
      <p:pic>
        <p:nvPicPr>
          <p:cNvPr id="7" name="Grafik 6" descr="Ein Bild, das rot, Grafiken, Symbol, Karminrot enthält.&#10;&#10;KI-generierte Inhalte können fehlerhaft sein.">
            <a:extLst>
              <a:ext uri="{FF2B5EF4-FFF2-40B4-BE49-F238E27FC236}">
                <a16:creationId xmlns:a16="http://schemas.microsoft.com/office/drawing/2014/main" id="{C11896BA-189C-C15D-0BED-9C3316308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801" y="136525"/>
            <a:ext cx="872818" cy="899520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9" name="Datumsplatzhalter 3">
            <a:extLst>
              <a:ext uri="{FF2B5EF4-FFF2-40B4-BE49-F238E27FC236}">
                <a16:creationId xmlns:a16="http://schemas.microsoft.com/office/drawing/2014/main" id="{D2F68423-5F3F-93C8-91D4-3F9A2BCA7713}"/>
              </a:ext>
            </a:extLst>
          </p:cNvPr>
          <p:cNvSpPr txBox="1">
            <a:spLocks/>
          </p:cNvSpPr>
          <p:nvPr userDrawn="1"/>
        </p:nvSpPr>
        <p:spPr>
          <a:xfrm>
            <a:off x="2261522" y="6315437"/>
            <a:ext cx="80822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PV-Ertragssteuerung | Höhere Abteilung für Informatik – HTL Saalfelden </a:t>
            </a:r>
            <a:endParaRPr lang="de-AT" sz="200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0A685BE-1C4F-C9C0-4591-63821D0E6CB1}"/>
              </a:ext>
            </a:extLst>
          </p:cNvPr>
          <p:cNvSpPr txBox="1"/>
          <p:nvPr userDrawn="1"/>
        </p:nvSpPr>
        <p:spPr>
          <a:xfrm>
            <a:off x="11017819" y="6322198"/>
            <a:ext cx="1036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C5F0469-451D-462A-AE64-318BE0BE8C28}" type="slidenum">
              <a:rPr lang="de-AT" smtClean="0">
                <a:solidFill>
                  <a:schemeClr val="bg1"/>
                </a:solidFill>
              </a:rPr>
              <a:t>‹Nr.›</a:t>
            </a:fld>
            <a:r>
              <a:rPr lang="de-AT">
                <a:solidFill>
                  <a:schemeClr val="bg1"/>
                </a:solidFill>
              </a:rPr>
              <a:t> / 15</a:t>
            </a:r>
          </a:p>
        </p:txBody>
      </p:sp>
    </p:spTree>
    <p:extLst>
      <p:ext uri="{BB962C8B-B14F-4D97-AF65-F5344CB8AC3E}">
        <p14:creationId xmlns:p14="http://schemas.microsoft.com/office/powerpoint/2010/main" val="3658281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78EB37-6930-8A12-34C0-0BD66666A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45D433-64F3-CB6C-77D3-25FAF950B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D0B4D4-6A49-5CB7-9201-E4643CCEB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6D326-A7E5-4C00-B76D-BB8030B3CFA6}" type="datetime1">
              <a:rPr lang="de-AT" smtClean="0"/>
              <a:t>12.05.2026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4267C6-976A-5BF8-4A01-82FD5CE9E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8F2AE4-3BD0-4BC0-6A3C-DCA997CAB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11733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5F9270-66B2-A5D5-8C33-8283A75F1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0E4250-05FA-632F-85C3-FEE0145C3A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E77EDFA-4814-80A0-12C8-3F06C54A7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5181CB0-1C43-171F-E140-2F41D23A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79C5-DE87-49CD-A3DB-86274E5B8D1E}" type="datetime1">
              <a:rPr lang="de-AT" smtClean="0"/>
              <a:t>12.05.2026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834D49-7FAB-1E8E-B775-173809483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77A981D-138F-6589-6AF4-0CB7E3B71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87568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16FE60-765E-38CF-A407-06A17335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8C49BAA-5668-DB8D-C2E5-3F664ABD5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9633CFA-B5B2-90E2-89A0-AA28BCBB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4DF9CF3-936A-7233-755C-50B52FD4B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A60DB86-FCB2-33A9-0F14-84CF995A6E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60C4DAA-2CDC-2491-FA9E-CC4F2BA8B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78E7-ED64-427F-B3EF-331AF1871243}" type="datetime1">
              <a:rPr lang="de-AT" smtClean="0"/>
              <a:t>12.05.2026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6E508B3-15BE-75FC-FDA5-DB96224BD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CC7E46D-632B-B921-EBDD-997ED093C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44697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0C54EB-45F5-37C2-A249-2258EBCB3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6D3281C-B584-A4B3-C40D-1002DC8A4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90FD-8B09-4DE7-8649-597F5B264AE6}" type="datetime1">
              <a:rPr lang="de-AT" smtClean="0"/>
              <a:t>12.05.2026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6540A93-9756-0290-4438-C5F386492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66D846-1EB3-136B-CCEA-A2BE82C22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61046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0352C4F-0CB0-B8B1-73CE-1A458628E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9694B-ADD2-4CEF-A378-ACE32FB870CD}" type="datetime1">
              <a:rPr lang="de-AT" smtClean="0"/>
              <a:t>12.05.2026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A5AADFD-5F87-2A89-DC35-C75BF3520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77229DB-7451-4AA3-DB71-3C2C24E62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39663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0DCC16-1D73-3910-7F30-19B907FD7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50F0C9-4B81-5BE1-7DE1-0EA73A8FD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B1FBC87-2140-3241-76CB-A1B2B1003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8AF7BF7-3277-D8E0-5018-48E015986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AF801-4259-4BE2-8C97-49F0E2FBD48C}" type="datetime1">
              <a:rPr lang="de-AT" smtClean="0"/>
              <a:t>12.05.2026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C35FE4C-5455-B800-221A-25DA1B19F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9AD684-A2D1-5D4A-9A2C-F54A5A9B6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842772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8ECD2B-BB08-5F6F-C81B-98702BB3B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D7F2123-A5EA-F5ED-3D41-BAD2A0D4F2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D928D0B-1483-0E08-61E7-13CD9E524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29E57C1-D8F6-2391-352D-C3B13F882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D2A72-C60A-4E1F-A105-C62EDF9BAF56}" type="datetime1">
              <a:rPr lang="de-AT" smtClean="0"/>
              <a:t>12.05.2026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26AAC7C-3CD5-6620-ACA2-35C988D09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032D8AC-E78B-15BF-7481-13444376F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39887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4F1B90-0693-BE81-60B3-82AFECDE9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9D5CAF0-AF91-273A-AE20-9FBC61FD4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135AC4-E8A4-4C34-5873-E2779CC98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592F9-67A0-4021-8E5E-323B0881860B}" type="datetime1">
              <a:rPr lang="de-AT" smtClean="0"/>
              <a:t>12.05.2026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BBC82D-A7BB-63AB-9B57-01B888182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CC6A34-4089-E515-F4BA-BA134DDD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185297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35C4139-9F30-39D1-86A2-BAF28B9C18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16B3C1F-7FF0-5994-FF79-CDC596B03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0DFACB-C540-DA82-B596-7D6E806CC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A1D3A-0A2C-4612-AAC6-8A51A82D0EC9}" type="datetime1">
              <a:rPr lang="de-AT" smtClean="0"/>
              <a:t>12.05.2026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E46BAB-6BDB-EBE8-84DC-8D304EBFD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FF2DB0-572A-3306-98B8-AE9251264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37088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7CB0552-3478-8C0F-5CBC-AEFB7CD03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67DFF3-4370-A0CF-F9B3-E0FCD9859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8E1C04-834D-66AE-B009-299C798700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40B16C-82AF-4472-9B23-698112C03265}" type="datetime1">
              <a:rPr lang="de-AT" smtClean="0"/>
              <a:t>12.05.2026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AA2811-A2D2-DCD3-276F-46FDD1C7A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16F49E-0208-1DF5-E00F-DD19B4B6C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D6BE8A-3291-4351-B057-3087336680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98756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62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13" Type="http://schemas.openxmlformats.org/officeDocument/2006/relationships/image" Target="../media/image9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svg"/><Relationship Id="rId12" Type="http://schemas.openxmlformats.org/officeDocument/2006/relationships/image" Target="../media/image8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7.svg"/><Relationship Id="rId5" Type="http://schemas.openxmlformats.org/officeDocument/2006/relationships/diagramColors" Target="../diagrams/colors1.xml"/><Relationship Id="rId10" Type="http://schemas.openxmlformats.org/officeDocument/2006/relationships/image" Target="../media/image6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4285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6FFF58-172B-F23E-3B00-3E570B6E7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773" y="778764"/>
            <a:ext cx="10515600" cy="834163"/>
          </a:xfrm>
        </p:spPr>
        <p:txBody>
          <a:bodyPr/>
          <a:lstStyle/>
          <a:p>
            <a:r>
              <a:rPr lang="de-DE"/>
              <a:t>Inhaltsverzeichnis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773740-E78A-19D8-FADD-829B4FF03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15C31-95F1-4AA9-94E4-3011F4CA3787}" type="datetime1">
              <a:rPr lang="de-AT" smtClean="0"/>
              <a:t>12.05.2026</a:t>
            </a:fld>
            <a:endParaRPr lang="de-AT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E3451E2-1B3A-50D5-4322-69400EE6FE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8480007"/>
              </p:ext>
            </p:extLst>
          </p:nvPr>
        </p:nvGraphicFramePr>
        <p:xfrm>
          <a:off x="-70337" y="1500555"/>
          <a:ext cx="12187506" cy="4746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Graphic 8" descr="Hierarchy with solid fill">
            <a:extLst>
              <a:ext uri="{FF2B5EF4-FFF2-40B4-BE49-F238E27FC236}">
                <a16:creationId xmlns:a16="http://schemas.microsoft.com/office/drawing/2014/main" id="{B9DAFB24-9C13-32B3-8D64-ACD23F3ECD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2071" y="2362061"/>
            <a:ext cx="399953" cy="399953"/>
          </a:xfrm>
          <a:prstGeom prst="rect">
            <a:avLst/>
          </a:prstGeom>
        </p:spPr>
      </p:pic>
      <p:pic>
        <p:nvPicPr>
          <p:cNvPr id="11" name="Graphic 10" descr="Programmer male with solid fill">
            <a:extLst>
              <a:ext uri="{FF2B5EF4-FFF2-40B4-BE49-F238E27FC236}">
                <a16:creationId xmlns:a16="http://schemas.microsoft.com/office/drawing/2014/main" id="{E365F1E5-4556-4E53-BC5A-BA800CE9B7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1169" y="4957492"/>
            <a:ext cx="399953" cy="399953"/>
          </a:xfrm>
          <a:prstGeom prst="rect">
            <a:avLst/>
          </a:prstGeom>
        </p:spPr>
      </p:pic>
      <p:pic>
        <p:nvPicPr>
          <p:cNvPr id="13" name="Graphic 12" descr="Clipboard Partially Checked with solid fill">
            <a:extLst>
              <a:ext uri="{FF2B5EF4-FFF2-40B4-BE49-F238E27FC236}">
                <a16:creationId xmlns:a16="http://schemas.microsoft.com/office/drawing/2014/main" id="{B9A6A8AC-6D7C-5736-A6BD-649AD162FE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1855" y="4315282"/>
            <a:ext cx="399953" cy="399953"/>
          </a:xfrm>
          <a:prstGeom prst="rect">
            <a:avLst/>
          </a:prstGeom>
        </p:spPr>
      </p:pic>
      <p:pic>
        <p:nvPicPr>
          <p:cNvPr id="15" name="Graphic 14" descr="Bullseye with solid fill">
            <a:extLst>
              <a:ext uri="{FF2B5EF4-FFF2-40B4-BE49-F238E27FC236}">
                <a16:creationId xmlns:a16="http://schemas.microsoft.com/office/drawing/2014/main" id="{4D5B30F3-25D8-5152-AE69-8DFC1447B2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9036" y="3029047"/>
            <a:ext cx="399953" cy="399953"/>
          </a:xfrm>
          <a:prstGeom prst="rect">
            <a:avLst/>
          </a:prstGeom>
        </p:spPr>
      </p:pic>
      <p:pic>
        <p:nvPicPr>
          <p:cNvPr id="17" name="Graphic 16" descr="Aspiration with solid fill">
            <a:extLst>
              <a:ext uri="{FF2B5EF4-FFF2-40B4-BE49-F238E27FC236}">
                <a16:creationId xmlns:a16="http://schemas.microsoft.com/office/drawing/2014/main" id="{9E7D146D-1B5F-77D0-8D52-8C43D8795D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1319" y="3681296"/>
            <a:ext cx="347670" cy="347670"/>
          </a:xfrm>
          <a:prstGeom prst="rect">
            <a:avLst/>
          </a:prstGeom>
        </p:spPr>
      </p:pic>
      <p:pic>
        <p:nvPicPr>
          <p:cNvPr id="19" name="Graphic 18" descr="Daily calendar with solid fill">
            <a:extLst>
              <a:ext uri="{FF2B5EF4-FFF2-40B4-BE49-F238E27FC236}">
                <a16:creationId xmlns:a16="http://schemas.microsoft.com/office/drawing/2014/main" id="{A5B4842C-0BCF-2AB9-7415-66A2E93298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831" y="5599702"/>
            <a:ext cx="399953" cy="399953"/>
          </a:xfrm>
          <a:prstGeom prst="rect">
            <a:avLst/>
          </a:prstGeom>
        </p:spPr>
      </p:pic>
      <p:pic>
        <p:nvPicPr>
          <p:cNvPr id="21" name="Graphic 20" descr="Thought bubble with solid fill">
            <a:extLst>
              <a:ext uri="{FF2B5EF4-FFF2-40B4-BE49-F238E27FC236}">
                <a16:creationId xmlns:a16="http://schemas.microsoft.com/office/drawing/2014/main" id="{BF5CB4E3-E367-8133-3778-BF345B3224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4831" y="1760361"/>
            <a:ext cx="399954" cy="39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41316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98DDC-3E98-B53B-A436-7DD7C1CA8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3BB2AC-2B9D-1F6F-B8F3-77B365CB1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Ausgangslage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120765-CDFE-4B8D-7A80-11D87605E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Char char="-"/>
            </a:pPr>
            <a:r>
              <a:rPr lang="de-DE" sz="2400"/>
              <a:t>Handy-App für Android</a:t>
            </a:r>
          </a:p>
          <a:p>
            <a:pPr>
              <a:buFontTx/>
              <a:buChar char="-"/>
            </a:pPr>
            <a:r>
              <a:rPr lang="de-DE" sz="2400"/>
              <a:t>Verwaltung des Ertrags der PV-Anlage</a:t>
            </a:r>
          </a:p>
          <a:p>
            <a:pPr>
              <a:buFontTx/>
              <a:buChar char="-"/>
            </a:pPr>
            <a:r>
              <a:rPr lang="de-DE" sz="2400"/>
              <a:t>Diagramme &amp; Konfigurationsmöglichkeiten</a:t>
            </a:r>
          </a:p>
          <a:p>
            <a:pPr>
              <a:buFontTx/>
              <a:buChar char="-"/>
            </a:pPr>
            <a:endParaRPr lang="de-DE" sz="2400"/>
          </a:p>
          <a:p>
            <a:pPr marL="0" indent="0">
              <a:buNone/>
            </a:pPr>
            <a:r>
              <a:rPr lang="de-DE" sz="2400" b="1"/>
              <a:t>Vorhandene Software-Lösung </a:t>
            </a:r>
          </a:p>
          <a:p>
            <a:pPr>
              <a:buFontTx/>
              <a:buChar char="-"/>
            </a:pPr>
            <a:r>
              <a:rPr lang="de-DE" sz="2400"/>
              <a:t>Eingeschränkte Funktionalität &amp; geringe Flexibilität </a:t>
            </a:r>
          </a:p>
          <a:p>
            <a:pPr marL="0" indent="0">
              <a:buNone/>
            </a:pPr>
            <a:endParaRPr lang="de-DE" sz="500"/>
          </a:p>
          <a:p>
            <a:pPr marL="0" indent="0">
              <a:buNone/>
            </a:pPr>
            <a:endParaRPr lang="de-DE" sz="500"/>
          </a:p>
          <a:p>
            <a:pPr marL="0" indent="0">
              <a:buNone/>
            </a:pPr>
            <a:r>
              <a:rPr lang="de-DE" sz="2400" b="1"/>
              <a:t>Grundidee: Entwicklung einer eigenständigen Softwarelösung</a:t>
            </a:r>
          </a:p>
          <a:p>
            <a:pPr>
              <a:buFontTx/>
              <a:buChar char="-"/>
            </a:pPr>
            <a:r>
              <a:rPr lang="de-DE" sz="2400"/>
              <a:t>Erweiterbarkeit &amp; Sicherheit für den Auftraggeber essenziell</a:t>
            </a:r>
          </a:p>
          <a:p>
            <a:pPr>
              <a:buFontTx/>
              <a:buChar char="-"/>
            </a:pPr>
            <a:endParaRPr lang="de-DE" sz="2400"/>
          </a:p>
          <a:p>
            <a:pPr marL="0" indent="0">
              <a:buNone/>
            </a:pP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9F4D5F-4C5A-2B9D-0310-486DB8986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994AE-97FE-448A-AA49-212383F6A18F}" type="datetime1">
              <a:rPr lang="de-AT" smtClean="0"/>
              <a:t>12.05.2026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3712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2CCD4-8683-26F1-5323-A36B29254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9F15DF-3189-E3CB-8E1B-5061E480C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Projektorganisation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1F1865-ACFC-730B-8450-CF99BCEB4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sz="2400" b="1"/>
              <a:t>Auftraggeber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300"/>
              <a:t>Andreas Hechenberger (Privatperson)</a:t>
            </a:r>
          </a:p>
          <a:p>
            <a:pPr>
              <a:buFont typeface="Wingdings" panose="05000000000000000000" pitchFamily="2" charset="2"/>
              <a:buChar char="Ø"/>
            </a:pPr>
            <a:endParaRPr lang="de-DE" sz="1000" b="1"/>
          </a:p>
          <a:p>
            <a:pPr marL="0" indent="0">
              <a:buNone/>
            </a:pPr>
            <a:r>
              <a:rPr lang="de-DE" sz="2400" b="1"/>
              <a:t>Betreuer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300"/>
              <a:t>Mag. (FH) Gröbl Robert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300"/>
              <a:t>Dipl.-Ing. (FH) Eigner Raimund</a:t>
            </a:r>
          </a:p>
          <a:p>
            <a:pPr lvl="1">
              <a:buFont typeface="Symbol" panose="05050102010706020507" pitchFamily="18" charset="2"/>
              <a:buChar char="-"/>
            </a:pPr>
            <a:endParaRPr lang="de-DE" sz="1500"/>
          </a:p>
          <a:p>
            <a:pPr marL="0" indent="0">
              <a:buNone/>
            </a:pPr>
            <a:r>
              <a:rPr lang="de-DE" sz="2400" b="1"/>
              <a:t>Team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300"/>
              <a:t>Jonas Aberger 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300"/>
              <a:t>Fabian Haslinger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300"/>
              <a:t>Tim Hechenberger</a:t>
            </a:r>
            <a:endParaRPr lang="de-AT" sz="2300"/>
          </a:p>
          <a:p>
            <a:pPr>
              <a:buFontTx/>
              <a:buChar char="-"/>
            </a:pPr>
            <a:endParaRPr lang="de-DE" sz="2400" b="1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0D71C0-C8D9-51A4-8607-27E79E284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03B50-2B3B-48A1-BBA4-D049310E9A9C}" type="datetime1">
              <a:rPr lang="de-AT" smtClean="0"/>
              <a:t>12.05.2026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03634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0ED06A-2D89-8C77-78E8-F7AE77263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77781"/>
            <a:ext cx="10515600" cy="675396"/>
          </a:xfrm>
        </p:spPr>
        <p:txBody>
          <a:bodyPr>
            <a:normAutofit fontScale="90000"/>
          </a:bodyPr>
          <a:lstStyle/>
          <a:p>
            <a:r>
              <a:rPr lang="de-AT"/>
              <a:t>Projektziele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B7F1661-1309-F3D5-1A1B-23C2C52750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8420565"/>
              </p:ext>
            </p:extLst>
          </p:nvPr>
        </p:nvGraphicFramePr>
        <p:xfrm>
          <a:off x="838200" y="2189163"/>
          <a:ext cx="10895578" cy="34813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C991A8-D42F-C973-E82D-7C04E50B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69FE-2ADE-4B18-BD81-E535F280FA43}" type="datetime1">
              <a:rPr lang="de-AT" smtClean="0"/>
              <a:t>12.05.2026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18784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C690E02-1987-1412-03BB-5C1F0E339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MUSS ZIELE</a:t>
            </a:r>
            <a:endParaRPr lang="de-AT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C9B653F-0EC4-1C5A-13AA-5CFD760E6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2600" b="1"/>
              <a:t>Backend-Applikation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/>
              <a:t>PV-Anlage- / IoT- / Frontend-Schnittstellen (inkl. Externe APIs)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/>
              <a:t>Verwaltung der zentralen Steuerungslogik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/>
              <a:t>Laufende Protokollierung: Einspeisung / Verbrauch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/>
              <a:t>Log der Steuerentscheidungen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/>
              <a:t>Lokale DB zur konsistenten Speicherung</a:t>
            </a:r>
          </a:p>
          <a:p>
            <a:pPr lvl="1">
              <a:buFont typeface="Symbol" panose="05050102010706020507" pitchFamily="18" charset="2"/>
              <a:buChar char="-"/>
            </a:pPr>
            <a:endParaRPr lang="de-DE" sz="500"/>
          </a:p>
          <a:p>
            <a:pPr lvl="1">
              <a:buFont typeface="Symbol" panose="05050102010706020507" pitchFamily="18" charset="2"/>
              <a:buChar char="-"/>
            </a:pPr>
            <a:endParaRPr lang="de-DE" sz="500"/>
          </a:p>
          <a:p>
            <a:pPr marL="0" lvl="1" indent="0">
              <a:spcBef>
                <a:spcPts val="1000"/>
              </a:spcBef>
              <a:buNone/>
            </a:pPr>
            <a:r>
              <a:rPr lang="de-DE" sz="2600" b="1"/>
              <a:t>Frontend-Applikation</a:t>
            </a:r>
          </a:p>
          <a:p>
            <a:pPr marL="342900" lvl="1" indent="-342900">
              <a:spcBef>
                <a:spcPts val="1000"/>
              </a:spcBef>
              <a:buFont typeface="Symbol" panose="05050102010706020507" pitchFamily="18" charset="2"/>
              <a:buChar char="-"/>
            </a:pPr>
            <a:r>
              <a:rPr lang="de-DE"/>
              <a:t>PV-Ertrag, Wallbox-Ladestand, Strompreis, Gesamt-/Einzelverbrauch</a:t>
            </a:r>
          </a:p>
          <a:p>
            <a:pPr marL="342900" lvl="1" indent="-342900">
              <a:spcBef>
                <a:spcPts val="1000"/>
              </a:spcBef>
              <a:buFont typeface="Symbol" panose="05050102010706020507" pitchFamily="18" charset="2"/>
              <a:buChar char="-"/>
            </a:pPr>
            <a:r>
              <a:rPr lang="de-DE"/>
              <a:t>Simple Ladepriorität, Boiler-Zyklen, flexible Verbrauchs-/Ertragskurven</a:t>
            </a:r>
          </a:p>
          <a:p>
            <a:pPr lvl="1"/>
            <a:endParaRPr lang="de-DE"/>
          </a:p>
          <a:p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41EDA-3719-9A32-7EAA-64F3F4F12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A58C2-041A-4E23-9681-2F1977A710A1}" type="datetime1">
              <a:rPr lang="de-AT" smtClean="0"/>
              <a:t>12.05.2026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69170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32DFB-13EB-56E3-1192-5DA0B8256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4D0FA6D-9EA2-7854-E926-ABA60309F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SOLL ZIELE</a:t>
            </a:r>
            <a:endParaRPr lang="de-AT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4D6FF5-83BF-DEB1-D5D0-4E8988366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b="1"/>
              <a:t>Backend-Applikation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/>
              <a:t>Ausbau Ladeprioritätssystem mit multiplen Verbrauchern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/>
              <a:t>Intelligente Ladeziele für E-Auto / Nacht-Strom Logik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/>
              <a:t>Sommer / Winter – Modus für den Wasserboiler</a:t>
            </a:r>
          </a:p>
          <a:p>
            <a:pPr lvl="1">
              <a:buFont typeface="Symbol" panose="05050102010706020507" pitchFamily="18" charset="2"/>
              <a:buChar char="-"/>
            </a:pPr>
            <a:endParaRPr lang="de-DE" sz="500"/>
          </a:p>
          <a:p>
            <a:pPr lvl="1">
              <a:buFont typeface="Symbol" panose="05050102010706020507" pitchFamily="18" charset="2"/>
              <a:buChar char="-"/>
            </a:pPr>
            <a:endParaRPr lang="de-DE" sz="500"/>
          </a:p>
          <a:p>
            <a:pPr lvl="1">
              <a:buFont typeface="Symbol" panose="05050102010706020507" pitchFamily="18" charset="2"/>
              <a:buChar char="-"/>
            </a:pPr>
            <a:endParaRPr lang="de-DE" sz="500"/>
          </a:p>
          <a:p>
            <a:pPr lvl="1">
              <a:buFont typeface="Symbol" panose="05050102010706020507" pitchFamily="18" charset="2"/>
              <a:buChar char="-"/>
            </a:pPr>
            <a:endParaRPr lang="de-DE" sz="500"/>
          </a:p>
          <a:p>
            <a:pPr marL="0" lvl="1" indent="0">
              <a:spcBef>
                <a:spcPts val="1000"/>
              </a:spcBef>
              <a:buNone/>
            </a:pPr>
            <a:r>
              <a:rPr lang="de-DE" sz="2600" b="1"/>
              <a:t>Frontend-Applikation</a:t>
            </a:r>
          </a:p>
          <a:p>
            <a:pPr marL="342900" lvl="1" indent="-342900">
              <a:spcBef>
                <a:spcPts val="1000"/>
              </a:spcBef>
              <a:buFont typeface="Symbol" panose="05050102010706020507" pitchFamily="18" charset="2"/>
              <a:buChar char="-"/>
            </a:pPr>
            <a:r>
              <a:rPr lang="de-DE"/>
              <a:t>Betrag für die Einspeisevergütung (externe API)</a:t>
            </a:r>
          </a:p>
          <a:p>
            <a:pPr marL="342900" lvl="1" indent="-342900">
              <a:spcBef>
                <a:spcPts val="1000"/>
              </a:spcBef>
              <a:buFont typeface="Symbol" panose="05050102010706020507" pitchFamily="18" charset="2"/>
              <a:buChar char="-"/>
            </a:pPr>
            <a:endParaRPr lang="de-DE"/>
          </a:p>
          <a:p>
            <a:pPr lvl="1"/>
            <a:endParaRPr lang="de-DE"/>
          </a:p>
          <a:p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FE347-6660-AF9B-EF31-D897D317D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CCA0F-C7DC-4CB2-8824-D880AF7BD9FF}" type="datetime1">
              <a:rPr lang="de-AT" smtClean="0"/>
              <a:t>12.05.2026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80112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924B6-15A7-AE4D-81C6-66086F207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66A3CA5-8F9B-9BF0-6410-125FFB75E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KANN ZIELE</a:t>
            </a:r>
            <a:endParaRPr lang="de-AT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7F3AB2F-166A-52FC-F4E8-8A901AFCA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b="1"/>
              <a:t>Backend-Applikation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/>
              <a:t>Eventuelle Optionen für weitere Nutzer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/>
              <a:t>Nutzung außerhalb des Heimnetzwerkes </a:t>
            </a:r>
          </a:p>
          <a:p>
            <a:pPr lvl="1">
              <a:buFont typeface="Symbol" panose="05050102010706020507" pitchFamily="18" charset="2"/>
              <a:buChar char="-"/>
            </a:pPr>
            <a:endParaRPr lang="de-DE" sz="500"/>
          </a:p>
          <a:p>
            <a:pPr lvl="1">
              <a:buFont typeface="Symbol" panose="05050102010706020507" pitchFamily="18" charset="2"/>
              <a:buChar char="-"/>
            </a:pPr>
            <a:endParaRPr lang="de-DE" sz="500"/>
          </a:p>
          <a:p>
            <a:pPr lvl="1">
              <a:buFont typeface="Symbol" panose="05050102010706020507" pitchFamily="18" charset="2"/>
              <a:buChar char="-"/>
            </a:pPr>
            <a:endParaRPr lang="de-DE" sz="500"/>
          </a:p>
          <a:p>
            <a:pPr lvl="1">
              <a:buFont typeface="Symbol" panose="05050102010706020507" pitchFamily="18" charset="2"/>
              <a:buChar char="-"/>
            </a:pPr>
            <a:endParaRPr lang="de-DE" sz="500"/>
          </a:p>
          <a:p>
            <a:pPr marL="0" lvl="1" indent="0">
              <a:spcBef>
                <a:spcPts val="1000"/>
              </a:spcBef>
              <a:buNone/>
            </a:pPr>
            <a:r>
              <a:rPr lang="de-DE" sz="2600" b="1"/>
              <a:t>Frontend-Applikation</a:t>
            </a:r>
          </a:p>
          <a:p>
            <a:pPr marL="342900" lvl="1" indent="-342900">
              <a:spcBef>
                <a:spcPts val="1000"/>
              </a:spcBef>
              <a:buFont typeface="Symbol" panose="05050102010706020507" pitchFamily="18" charset="2"/>
              <a:buChar char="-"/>
            </a:pPr>
            <a:r>
              <a:rPr lang="de-DE"/>
              <a:t>Zusätzliche iOS-Variante</a:t>
            </a:r>
          </a:p>
          <a:p>
            <a:pPr marL="342900" lvl="1" indent="-342900">
              <a:spcBef>
                <a:spcPts val="1000"/>
              </a:spcBef>
              <a:buFont typeface="Symbol" panose="05050102010706020507" pitchFamily="18" charset="2"/>
              <a:buChar char="-"/>
            </a:pPr>
            <a:endParaRPr lang="de-DE"/>
          </a:p>
          <a:p>
            <a:pPr lvl="1"/>
            <a:endParaRPr lang="de-DE"/>
          </a:p>
          <a:p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10013-4F75-C8C0-3B41-9468D8FD0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5D56C-379B-4380-8257-A08AD3C284E8}" type="datetime1">
              <a:rPr lang="de-AT" smtClean="0"/>
              <a:t>12.05.2026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44174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EC387-AB1B-EF11-2C95-9E743A8E2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8101871-8BEB-138F-39A3-7E33CF15B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Meilensteine</a:t>
            </a:r>
            <a:endParaRPr lang="de-AT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FA293C9-317E-9632-368A-6FF05EE01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-342900">
              <a:spcBef>
                <a:spcPts val="1000"/>
              </a:spcBef>
              <a:buFont typeface="Symbol" panose="05050102010706020507" pitchFamily="18" charset="2"/>
              <a:buChar char="-"/>
            </a:pPr>
            <a:endParaRPr lang="de-DE"/>
          </a:p>
          <a:p>
            <a:pPr lvl="1"/>
            <a:endParaRPr lang="de-DE"/>
          </a:p>
          <a:p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02DDB-18AB-3416-A671-406080BF6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59062-A82F-4E0A-9401-DA9B13A42AE2}" type="datetime1">
              <a:rPr lang="de-AT" smtClean="0"/>
              <a:t>12.05.2026</a:t>
            </a:fld>
            <a:endParaRPr lang="de-AT"/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5735DC60-B8C6-D2DF-C587-32193814E5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870522"/>
              </p:ext>
            </p:extLst>
          </p:nvPr>
        </p:nvGraphicFramePr>
        <p:xfrm>
          <a:off x="1256030" y="2189018"/>
          <a:ext cx="9478418" cy="339603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739209">
                  <a:extLst>
                    <a:ext uri="{9D8B030D-6E8A-4147-A177-3AD203B41FA5}">
                      <a16:colId xmlns:a16="http://schemas.microsoft.com/office/drawing/2014/main" val="768894469"/>
                    </a:ext>
                  </a:extLst>
                </a:gridCol>
                <a:gridCol w="4739209">
                  <a:extLst>
                    <a:ext uri="{9D8B030D-6E8A-4147-A177-3AD203B41FA5}">
                      <a16:colId xmlns:a16="http://schemas.microsoft.com/office/drawing/2014/main" val="2416845415"/>
                    </a:ext>
                  </a:extLst>
                </a:gridCol>
              </a:tblGrid>
              <a:tr h="515499">
                <a:tc>
                  <a:txBody>
                    <a:bodyPr/>
                    <a:lstStyle/>
                    <a:p>
                      <a:r>
                        <a:rPr lang="de-DE" sz="2400"/>
                        <a:t>Meilenstein</a:t>
                      </a:r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1" kern="1200">
                          <a:solidFill>
                            <a:schemeClr val="lt1"/>
                          </a:solidFill>
                        </a:rPr>
                        <a:t>Datum</a:t>
                      </a:r>
                      <a:endParaRPr lang="de-DE" sz="24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606748"/>
                  </a:ext>
                </a:extLst>
              </a:tr>
              <a:tr h="515499">
                <a:tc>
                  <a:txBody>
                    <a:bodyPr/>
                    <a:lstStyle/>
                    <a:p>
                      <a:pPr algn="l"/>
                      <a:r>
                        <a:rPr lang="de-DE" sz="2000" b="1"/>
                        <a:t>Fertigstellung Planung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000" b="1"/>
                        <a:t>26.09.2025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5174350"/>
                  </a:ext>
                </a:extLst>
              </a:tr>
              <a:tr h="515499">
                <a:tc>
                  <a:txBody>
                    <a:bodyPr/>
                    <a:lstStyle/>
                    <a:p>
                      <a:pPr algn="l"/>
                      <a:r>
                        <a:rPr lang="de-DE" sz="2000" b="1"/>
                        <a:t>Fertigstellung Recherche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000" b="1"/>
                        <a:t>26.09.2025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808340"/>
                  </a:ext>
                </a:extLst>
              </a:tr>
              <a:tr h="515499">
                <a:tc>
                  <a:txBody>
                    <a:bodyPr/>
                    <a:lstStyle/>
                    <a:p>
                      <a:pPr algn="l"/>
                      <a:r>
                        <a:rPr lang="de-DE" sz="2000" b="1"/>
                        <a:t>Fertigstellung Design &amp; Vorbereitung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000" b="1"/>
                        <a:t>31.10.2025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1312173"/>
                  </a:ext>
                </a:extLst>
              </a:tr>
              <a:tr h="463226">
                <a:tc>
                  <a:txBody>
                    <a:bodyPr/>
                    <a:lstStyle/>
                    <a:p>
                      <a:pPr algn="l"/>
                      <a:r>
                        <a:rPr lang="de-DE" sz="2000" b="1"/>
                        <a:t>Fertigstellung Demoumgebung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000" b="1"/>
                        <a:t>06.02.2025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1006019"/>
                  </a:ext>
                </a:extLst>
              </a:tr>
              <a:tr h="435408">
                <a:tc>
                  <a:txBody>
                    <a:bodyPr/>
                    <a:lstStyle/>
                    <a:p>
                      <a:pPr algn="l"/>
                      <a:r>
                        <a:rPr lang="de-DE" sz="2000" b="1"/>
                        <a:t>Test &amp; Inbetriebnahme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000" b="1"/>
                        <a:t>27.02.2025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466952"/>
                  </a:ext>
                </a:extLst>
              </a:tr>
              <a:tr h="435408">
                <a:tc>
                  <a:txBody>
                    <a:bodyPr/>
                    <a:lstStyle/>
                    <a:p>
                      <a:pPr algn="l"/>
                      <a:r>
                        <a:rPr lang="de-DE" sz="2000" b="1"/>
                        <a:t>Projektende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000" b="1"/>
                        <a:t>07.04.2025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743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3813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80C980-49EE-0A68-F125-4456EC785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032" y="927217"/>
            <a:ext cx="10515600" cy="834163"/>
          </a:xfrm>
        </p:spPr>
        <p:txBody>
          <a:bodyPr/>
          <a:lstStyle/>
          <a:p>
            <a:r>
              <a:rPr lang="de-AT"/>
              <a:t>Aufgabenverteilung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ADD9CF6E-0578-3621-03D8-E338545176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6890875"/>
              </p:ext>
            </p:extLst>
          </p:nvPr>
        </p:nvGraphicFramePr>
        <p:xfrm>
          <a:off x="422032" y="1975339"/>
          <a:ext cx="11494476" cy="41441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84BA52-E428-EEF4-5668-95499D4DB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650C2-C8B9-4E03-AAA1-3A91BFB05554}" type="datetime1">
              <a:rPr lang="de-AT" smtClean="0"/>
              <a:t>12.05.2026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64891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B4DE4E-02FF-8023-D61C-A71CF3B13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err="1"/>
              <a:t>TechStack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B130CC-8500-A0A4-75C1-A3E565FC7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AT" b="1"/>
              <a:t>Backend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AT"/>
              <a:t>Programmiersprache: Python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AT"/>
              <a:t>Backend-</a:t>
            </a:r>
            <a:r>
              <a:rPr lang="de-AT" err="1"/>
              <a:t>Application</a:t>
            </a:r>
            <a:r>
              <a:rPr lang="de-AT"/>
              <a:t>: </a:t>
            </a:r>
            <a:r>
              <a:rPr lang="de-AT" err="1"/>
              <a:t>Flask</a:t>
            </a:r>
            <a:r>
              <a:rPr lang="de-AT"/>
              <a:t> + Swagger UI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AT"/>
              <a:t>Datenbank: </a:t>
            </a:r>
            <a:r>
              <a:rPr lang="de-AT" err="1"/>
              <a:t>InfluxDB</a:t>
            </a:r>
            <a:r>
              <a:rPr lang="de-AT"/>
              <a:t> 2 (Docker)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AT"/>
              <a:t>Systeme: Raspberry PI, PV-Anlage, (E-Go Wallbox, Boiler)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AT"/>
              <a:t>VPN: </a:t>
            </a:r>
            <a:r>
              <a:rPr lang="de-AT" err="1"/>
              <a:t>Tailscale</a:t>
            </a:r>
            <a:endParaRPr lang="de-AT"/>
          </a:p>
          <a:p>
            <a:pPr marL="0" indent="0">
              <a:buNone/>
            </a:pPr>
            <a:endParaRPr lang="de-AT"/>
          </a:p>
          <a:p>
            <a:pPr marL="0" indent="0">
              <a:buNone/>
            </a:pPr>
            <a:r>
              <a:rPr lang="de-AT" b="1"/>
              <a:t>Frontend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AT"/>
              <a:t>React Native &amp; React-Expo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BBC572-65CC-473D-C9BB-5B301ED7A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F695B-09BA-45B8-8C94-74C73D2F5AAF}" type="datetime1">
              <a:rPr lang="de-AT" smtClean="0"/>
              <a:t>12.05.2026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78894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D18969C5-6F49-2B61-B68E-CE250F8CF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5448" y="3011918"/>
            <a:ext cx="8581103" cy="834163"/>
          </a:xfrm>
        </p:spPr>
        <p:txBody>
          <a:bodyPr>
            <a:noAutofit/>
          </a:bodyPr>
          <a:lstStyle/>
          <a:p>
            <a:r>
              <a:rPr lang="de-AT" sz="8800"/>
              <a:t>Projektübersicht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48E820-2200-CF08-26F5-F898436D4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9009-51E3-446E-BB05-3C4D0446E20F}" type="datetime1">
              <a:rPr lang="de-AT" smtClean="0"/>
              <a:t>12.05.2026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2642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5CF840-B010-5412-79D2-4102D1D77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Zeitplan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D96195-B099-30A5-4A6C-AC2C1033C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C3852-6288-4D41-8726-EB8A785FC843}" type="datetime1">
              <a:rPr lang="de-AT" smtClean="0"/>
              <a:t>12.05.2026</a:t>
            </a:fld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AB76F1E-1467-DF97-8DFB-591C94588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7755"/>
            <a:ext cx="12192000" cy="543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790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C547DE-3792-1879-E1CC-5F1787084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0D1414-9CEB-6B5C-F69A-904CD8339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7B2562-795B-53CA-61A5-BBD9D5FAA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12.05.2026</a:t>
            </a:fld>
            <a:endParaRPr lang="de-AT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68D2318-8498-0F2F-2E38-9E0A32118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513"/>
            <a:ext cx="12192000" cy="5598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159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2B0927-5DE8-7CA6-2AF8-AF9617AC8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92249"/>
            <a:ext cx="12192000" cy="2336040"/>
          </a:xfrm>
        </p:spPr>
        <p:txBody>
          <a:bodyPr>
            <a:normAutofit/>
          </a:bodyPr>
          <a:lstStyle/>
          <a:p>
            <a:pPr algn="ctr"/>
            <a:r>
              <a:rPr lang="de-DE" sz="8000" dirty="0"/>
              <a:t>Danke für Eure Aufmerksamkeit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AD52F9-899E-17FE-5A9D-3183B7113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12.05.2026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8230521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</Words>
  <Application>Microsoft Office PowerPoint</Application>
  <PresentationFormat>Breitbild</PresentationFormat>
  <Paragraphs>124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Bahnschrift</vt:lpstr>
      <vt:lpstr>Symbol</vt:lpstr>
      <vt:lpstr>Wingdings</vt:lpstr>
      <vt:lpstr>Office</vt:lpstr>
      <vt:lpstr>PowerPoint-Präsentation</vt:lpstr>
      <vt:lpstr>Inhaltsverzeichnis</vt:lpstr>
      <vt:lpstr>Ausgangslage</vt:lpstr>
      <vt:lpstr>Projektorganisation</vt:lpstr>
      <vt:lpstr>Projektziele</vt:lpstr>
      <vt:lpstr>MUSS ZIELE</vt:lpstr>
      <vt:lpstr>SOLL ZIELE</vt:lpstr>
      <vt:lpstr>KANN ZIELE</vt:lpstr>
      <vt:lpstr>Meilensteine</vt:lpstr>
      <vt:lpstr>Aufgabenverteilung</vt:lpstr>
      <vt:lpstr>TechStack</vt:lpstr>
      <vt:lpstr>Projektübersicht</vt:lpstr>
      <vt:lpstr>Zeitplan</vt:lpstr>
      <vt:lpstr>PowerPoint-Präsentation</vt:lpstr>
      <vt:lpstr>Danke für Eure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Aberger Jonas</dc:creator>
  <cp:lastModifiedBy>Aberger Jonas</cp:lastModifiedBy>
  <cp:revision>1</cp:revision>
  <dcterms:created xsi:type="dcterms:W3CDTF">2025-09-23T08:01:18Z</dcterms:created>
  <dcterms:modified xsi:type="dcterms:W3CDTF">2026-05-12T12:58:32Z</dcterms:modified>
</cp:coreProperties>
</file>