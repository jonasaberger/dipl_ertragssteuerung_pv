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75" r:id="rId4"/>
    <p:sldId id="277" r:id="rId5"/>
    <p:sldId id="279" r:id="rId6"/>
    <p:sldId id="278" r:id="rId7"/>
    <p:sldId id="280" r:id="rId8"/>
    <p:sldId id="281" r:id="rId9"/>
    <p:sldId id="282" r:id="rId10"/>
    <p:sldId id="283" r:id="rId11"/>
    <p:sldId id="284" r:id="rId12"/>
    <p:sldId id="274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8EB21E"/>
    <a:srgbClr val="E97132"/>
    <a:srgbClr val="31C938"/>
    <a:srgbClr val="3FB445"/>
    <a:srgbClr val="BB1525"/>
    <a:srgbClr val="C01626"/>
    <a:srgbClr val="215F9A"/>
    <a:srgbClr val="75DA75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DF8E5-D6E2-4DE3-A634-E4BB7F6FFDE9}" v="56" dt="2025-12-19T06:53:09.597"/>
    <p1510:client id="{EDEF1CCE-2E75-4F2F-9488-B78447681759}" v="32" dt="2025-12-19T07:05:02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rger Jonas" userId="ceb1aaf8-5544-4c36-af61-de230cd7d456" providerId="ADAL" clId="{34CA5827-BBF3-422B-9C38-7EA06574312E}"/>
    <pc:docChg chg="undo custSel modSld">
      <pc:chgData name="Aberger Jonas" userId="ceb1aaf8-5544-4c36-af61-de230cd7d456" providerId="ADAL" clId="{34CA5827-BBF3-422B-9C38-7EA06574312E}" dt="2025-12-17T16:56:14.533" v="230" actId="255"/>
      <pc:docMkLst>
        <pc:docMk/>
      </pc:docMkLst>
      <pc:sldChg chg="modSp mod">
        <pc:chgData name="Aberger Jonas" userId="ceb1aaf8-5544-4c36-af61-de230cd7d456" providerId="ADAL" clId="{34CA5827-BBF3-422B-9C38-7EA06574312E}" dt="2025-12-17T16:52:37.561" v="0" actId="20577"/>
        <pc:sldMkLst>
          <pc:docMk/>
          <pc:sldMk cId="2288528638" sldId="279"/>
        </pc:sldMkLst>
        <pc:spChg chg="mod">
          <ac:chgData name="Aberger Jonas" userId="ceb1aaf8-5544-4c36-af61-de230cd7d456" providerId="ADAL" clId="{34CA5827-BBF3-422B-9C38-7EA06574312E}" dt="2025-12-17T16:52:37.561" v="0" actId="20577"/>
          <ac:spMkLst>
            <pc:docMk/>
            <pc:sldMk cId="2288528638" sldId="279"/>
            <ac:spMk id="3" creationId="{9A8DCF74-67E0-B37A-FCB6-550ECF3F0CAA}"/>
          </ac:spMkLst>
        </pc:spChg>
      </pc:sldChg>
      <pc:sldChg chg="modSp mod">
        <pc:chgData name="Aberger Jonas" userId="ceb1aaf8-5544-4c36-af61-de230cd7d456" providerId="ADAL" clId="{34CA5827-BBF3-422B-9C38-7EA06574312E}" dt="2025-12-17T16:53:01.882" v="21" actId="20577"/>
        <pc:sldMkLst>
          <pc:docMk/>
          <pc:sldMk cId="1227322834" sldId="280"/>
        </pc:sldMkLst>
        <pc:spChg chg="mod">
          <ac:chgData name="Aberger Jonas" userId="ceb1aaf8-5544-4c36-af61-de230cd7d456" providerId="ADAL" clId="{34CA5827-BBF3-422B-9C38-7EA06574312E}" dt="2025-12-17T16:53:01.882" v="21" actId="20577"/>
          <ac:spMkLst>
            <pc:docMk/>
            <pc:sldMk cId="1227322834" sldId="280"/>
            <ac:spMk id="3" creationId="{2DE04999-28FE-E71F-91CC-76D5CC07F5AF}"/>
          </ac:spMkLst>
        </pc:spChg>
      </pc:sldChg>
      <pc:sldChg chg="delSp mod">
        <pc:chgData name="Aberger Jonas" userId="ceb1aaf8-5544-4c36-af61-de230cd7d456" providerId="ADAL" clId="{34CA5827-BBF3-422B-9C38-7EA06574312E}" dt="2025-12-17T16:53:09.328" v="22" actId="478"/>
        <pc:sldMkLst>
          <pc:docMk/>
          <pc:sldMk cId="3426809950" sldId="281"/>
        </pc:sldMkLst>
        <pc:spChg chg="del">
          <ac:chgData name="Aberger Jonas" userId="ceb1aaf8-5544-4c36-af61-de230cd7d456" providerId="ADAL" clId="{34CA5827-BBF3-422B-9C38-7EA06574312E}" dt="2025-12-17T16:53:09.328" v="22" actId="478"/>
          <ac:spMkLst>
            <pc:docMk/>
            <pc:sldMk cId="3426809950" sldId="281"/>
            <ac:spMk id="3" creationId="{26B2E6BA-4191-2BE5-367A-F585F379BC37}"/>
          </ac:spMkLst>
        </pc:spChg>
      </pc:sldChg>
      <pc:sldChg chg="modTransition">
        <pc:chgData name="Aberger Jonas" userId="ceb1aaf8-5544-4c36-af61-de230cd7d456" providerId="ADAL" clId="{34CA5827-BBF3-422B-9C38-7EA06574312E}" dt="2025-12-17T16:53:42.207" v="30"/>
        <pc:sldMkLst>
          <pc:docMk/>
          <pc:sldMk cId="3462022186" sldId="283"/>
        </pc:sldMkLst>
      </pc:sldChg>
      <pc:sldChg chg="modSp mod">
        <pc:chgData name="Aberger Jonas" userId="ceb1aaf8-5544-4c36-af61-de230cd7d456" providerId="ADAL" clId="{34CA5827-BBF3-422B-9C38-7EA06574312E}" dt="2025-12-17T16:56:14.533" v="230" actId="255"/>
        <pc:sldMkLst>
          <pc:docMk/>
          <pc:sldMk cId="1207009889" sldId="284"/>
        </pc:sldMkLst>
        <pc:spChg chg="mod">
          <ac:chgData name="Aberger Jonas" userId="ceb1aaf8-5544-4c36-af61-de230cd7d456" providerId="ADAL" clId="{34CA5827-BBF3-422B-9C38-7EA06574312E}" dt="2025-12-17T16:55:53.633" v="225" actId="1076"/>
          <ac:spMkLst>
            <pc:docMk/>
            <pc:sldMk cId="1207009889" sldId="284"/>
            <ac:spMk id="7" creationId="{FD091592-7521-5CC9-CF4B-FF37FE21F31A}"/>
          </ac:spMkLst>
        </pc:spChg>
        <pc:spChg chg="mod">
          <ac:chgData name="Aberger Jonas" userId="ceb1aaf8-5544-4c36-af61-de230cd7d456" providerId="ADAL" clId="{34CA5827-BBF3-422B-9C38-7EA06574312E}" dt="2025-12-17T16:56:14.533" v="230" actId="255"/>
          <ac:spMkLst>
            <pc:docMk/>
            <pc:sldMk cId="1207009889" sldId="284"/>
            <ac:spMk id="10" creationId="{9F7B0E2E-6EEA-52FE-A3DA-FEA6A01C780C}"/>
          </ac:spMkLst>
        </pc:spChg>
      </pc:sldChg>
    </pc:docChg>
  </pc:docChgLst>
  <pc:docChgLst>
    <pc:chgData name="Aberger Jonas" userId="ceb1aaf8-5544-4c36-af61-de230cd7d456" providerId="ADAL" clId="{CF9189D6-A9A2-483D-9E03-A9E03678E581}"/>
    <pc:docChg chg="undo custSel delSld modSld sldOrd modMainMaster">
      <pc:chgData name="Aberger Jonas" userId="ceb1aaf8-5544-4c36-af61-de230cd7d456" providerId="ADAL" clId="{CF9189D6-A9A2-483D-9E03-A9E03678E581}" dt="2025-12-19T07:05:02.239" v="728" actId="1076"/>
      <pc:docMkLst>
        <pc:docMk/>
      </pc:docMkLst>
      <pc:sldChg chg="modSp mod">
        <pc:chgData name="Aberger Jonas" userId="ceb1aaf8-5544-4c36-af61-de230cd7d456" providerId="ADAL" clId="{CF9189D6-A9A2-483D-9E03-A9E03678E581}" dt="2025-12-12T12:10:09.533" v="31" actId="20577"/>
        <pc:sldMkLst>
          <pc:docMk/>
          <pc:sldMk cId="2921413162" sldId="268"/>
        </pc:sldMkLst>
        <pc:graphicFrameChg chg="modGraphic">
          <ac:chgData name="Aberger Jonas" userId="ceb1aaf8-5544-4c36-af61-de230cd7d456" providerId="ADAL" clId="{CF9189D6-A9A2-483D-9E03-A9E03678E581}" dt="2025-12-12T12:10:09.533" v="31" actId="20577"/>
          <ac:graphicFrameMkLst>
            <pc:docMk/>
            <pc:sldMk cId="2921413162" sldId="268"/>
            <ac:graphicFrameMk id="5" creationId="{7E3451E2-1B3A-50D5-4322-69400EE6FE00}"/>
          </ac:graphicFrameMkLst>
        </pc:graphicFrameChg>
      </pc:sldChg>
      <pc:sldChg chg="modSp mod">
        <pc:chgData name="Aberger Jonas" userId="ceb1aaf8-5544-4c36-af61-de230cd7d456" providerId="ADAL" clId="{CF9189D6-A9A2-483D-9E03-A9E03678E581}" dt="2025-12-19T07:05:02.239" v="728" actId="1076"/>
        <pc:sldMkLst>
          <pc:docMk/>
          <pc:sldMk cId="599795111" sldId="275"/>
        </pc:sldMkLst>
        <pc:spChg chg="mod">
          <ac:chgData name="Aberger Jonas" userId="ceb1aaf8-5544-4c36-af61-de230cd7d456" providerId="ADAL" clId="{CF9189D6-A9A2-483D-9E03-A9E03678E581}" dt="2025-12-12T12:10:04.733" v="15" actId="20577"/>
          <ac:spMkLst>
            <pc:docMk/>
            <pc:sldMk cId="599795111" sldId="275"/>
            <ac:spMk id="2" creationId="{90293C9E-7E6A-8703-E40B-E92A87065514}"/>
          </ac:spMkLst>
        </pc:spChg>
        <pc:spChg chg="mod">
          <ac:chgData name="Aberger Jonas" userId="ceb1aaf8-5544-4c36-af61-de230cd7d456" providerId="ADAL" clId="{CF9189D6-A9A2-483D-9E03-A9E03678E581}" dt="2025-12-19T07:04:00.369" v="725" actId="14100"/>
          <ac:spMkLst>
            <pc:docMk/>
            <pc:sldMk cId="599795111" sldId="275"/>
            <ac:spMk id="3" creationId="{7E577B6F-BB74-DF9D-8DEF-AD28C27E7642}"/>
          </ac:spMkLst>
        </pc:spChg>
        <pc:picChg chg="mod">
          <ac:chgData name="Aberger Jonas" userId="ceb1aaf8-5544-4c36-af61-de230cd7d456" providerId="ADAL" clId="{CF9189D6-A9A2-483D-9E03-A9E03678E581}" dt="2025-12-19T07:04:52.838" v="726" actId="1076"/>
          <ac:picMkLst>
            <pc:docMk/>
            <pc:sldMk cId="599795111" sldId="275"/>
            <ac:picMk id="5" creationId="{A8BE6BCA-E9B5-FF18-08EA-BB7B97642C1F}"/>
          </ac:picMkLst>
        </pc:picChg>
        <pc:picChg chg="mod">
          <ac:chgData name="Aberger Jonas" userId="ceb1aaf8-5544-4c36-af61-de230cd7d456" providerId="ADAL" clId="{CF9189D6-A9A2-483D-9E03-A9E03678E581}" dt="2025-12-19T07:04:59.285" v="727" actId="1076"/>
          <ac:picMkLst>
            <pc:docMk/>
            <pc:sldMk cId="599795111" sldId="275"/>
            <ac:picMk id="1032" creationId="{CDB82168-24D2-BE5D-0CD2-DFA46C2C9C98}"/>
          </ac:picMkLst>
        </pc:picChg>
        <pc:picChg chg="mod">
          <ac:chgData name="Aberger Jonas" userId="ceb1aaf8-5544-4c36-af61-de230cd7d456" providerId="ADAL" clId="{CF9189D6-A9A2-483D-9E03-A9E03678E581}" dt="2025-12-19T07:05:02.239" v="728" actId="1076"/>
          <ac:picMkLst>
            <pc:docMk/>
            <pc:sldMk cId="599795111" sldId="275"/>
            <ac:picMk id="1034" creationId="{E1943876-7D8E-3695-BB1A-F4C3F4591559}"/>
          </ac:picMkLst>
        </pc:picChg>
      </pc:sldChg>
      <pc:sldChg chg="modSp mod ord">
        <pc:chgData name="Aberger Jonas" userId="ceb1aaf8-5544-4c36-af61-de230cd7d456" providerId="ADAL" clId="{CF9189D6-A9A2-483D-9E03-A9E03678E581}" dt="2025-12-18T09:53:28.153" v="668" actId="1076"/>
        <pc:sldMkLst>
          <pc:docMk/>
          <pc:sldMk cId="3517205399" sldId="278"/>
        </pc:sldMkLst>
        <pc:spChg chg="mod">
          <ac:chgData name="Aberger Jonas" userId="ceb1aaf8-5544-4c36-af61-de230cd7d456" providerId="ADAL" clId="{CF9189D6-A9A2-483D-9E03-A9E03678E581}" dt="2025-12-18T09:53:21.675" v="667" actId="313"/>
          <ac:spMkLst>
            <pc:docMk/>
            <pc:sldMk cId="3517205399" sldId="278"/>
            <ac:spMk id="3" creationId="{FBEF7F48-7A25-63E5-5299-CD47D062E266}"/>
          </ac:spMkLst>
        </pc:spChg>
        <pc:picChg chg="mod">
          <ac:chgData name="Aberger Jonas" userId="ceb1aaf8-5544-4c36-af61-de230cd7d456" providerId="ADAL" clId="{CF9189D6-A9A2-483D-9E03-A9E03678E581}" dt="2025-12-18T09:53:28.153" v="668" actId="1076"/>
          <ac:picMkLst>
            <pc:docMk/>
            <pc:sldMk cId="3517205399" sldId="278"/>
            <ac:picMk id="3074" creationId="{25C9643A-6A63-04BA-B501-7143D715DED6}"/>
          </ac:picMkLst>
        </pc:picChg>
      </pc:sldChg>
      <pc:sldChg chg="modSp mod">
        <pc:chgData name="Aberger Jonas" userId="ceb1aaf8-5544-4c36-af61-de230cd7d456" providerId="ADAL" clId="{CF9189D6-A9A2-483D-9E03-A9E03678E581}" dt="2025-12-18T11:15:47.679" v="708" actId="20577"/>
        <pc:sldMkLst>
          <pc:docMk/>
          <pc:sldMk cId="2288528638" sldId="279"/>
        </pc:sldMkLst>
        <pc:spChg chg="mod">
          <ac:chgData name="Aberger Jonas" userId="ceb1aaf8-5544-4c36-af61-de230cd7d456" providerId="ADAL" clId="{CF9189D6-A9A2-483D-9E03-A9E03678E581}" dt="2025-12-18T11:15:47.679" v="708" actId="20577"/>
          <ac:spMkLst>
            <pc:docMk/>
            <pc:sldMk cId="2288528638" sldId="279"/>
            <ac:spMk id="3" creationId="{9A8DCF74-67E0-B37A-FCB6-550ECF3F0CAA}"/>
          </ac:spMkLst>
        </pc:spChg>
        <pc:picChg chg="mod">
          <ac:chgData name="Aberger Jonas" userId="ceb1aaf8-5544-4c36-af61-de230cd7d456" providerId="ADAL" clId="{CF9189D6-A9A2-483D-9E03-A9E03678E581}" dt="2025-12-18T09:48:34.656" v="352" actId="1076"/>
          <ac:picMkLst>
            <pc:docMk/>
            <pc:sldMk cId="2288528638" sldId="279"/>
            <ac:picMk id="1026" creationId="{7A473518-9751-9005-6ED0-5D202494459A}"/>
          </ac:picMkLst>
        </pc:picChg>
      </pc:sldChg>
      <pc:sldChg chg="modSp mod">
        <pc:chgData name="Aberger Jonas" userId="ceb1aaf8-5544-4c36-af61-de230cd7d456" providerId="ADAL" clId="{CF9189D6-A9A2-483D-9E03-A9E03678E581}" dt="2025-12-18T09:54:53.628" v="689" actId="20577"/>
        <pc:sldMkLst>
          <pc:docMk/>
          <pc:sldMk cId="1207009889" sldId="284"/>
        </pc:sldMkLst>
        <pc:spChg chg="mod">
          <ac:chgData name="Aberger Jonas" userId="ceb1aaf8-5544-4c36-af61-de230cd7d456" providerId="ADAL" clId="{CF9189D6-A9A2-483D-9E03-A9E03678E581}" dt="2025-12-18T09:54:53.628" v="689" actId="20577"/>
          <ac:spMkLst>
            <pc:docMk/>
            <pc:sldMk cId="1207009889" sldId="284"/>
            <ac:spMk id="10" creationId="{9F7B0E2E-6EEA-52FE-A3DA-FEA6A01C780C}"/>
          </ac:spMkLst>
        </pc:spChg>
      </pc:sldChg>
      <pc:sldMasterChg chg="modSldLayout">
        <pc:chgData name="Aberger Jonas" userId="ceb1aaf8-5544-4c36-af61-de230cd7d456" providerId="ADAL" clId="{CF9189D6-A9A2-483D-9E03-A9E03678E581}" dt="2025-12-18T09:39:28.784" v="53" actId="1076"/>
        <pc:sldMasterMkLst>
          <pc:docMk/>
          <pc:sldMasterMk cId="1898756402" sldId="2147483648"/>
        </pc:sldMasterMkLst>
        <pc:sldLayoutChg chg="modSp mod">
          <pc:chgData name="Aberger Jonas" userId="ceb1aaf8-5544-4c36-af61-de230cd7d456" providerId="ADAL" clId="{CF9189D6-A9A2-483D-9E03-A9E03678E581}" dt="2025-12-18T09:39:28.784" v="53" actId="1076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Aberger Jonas" userId="ceb1aaf8-5544-4c36-af61-de230cd7d456" providerId="ADAL" clId="{CF9189D6-A9A2-483D-9E03-A9E03678E581}" dt="2025-12-18T09:39:28.784" v="53" actId="1076"/>
            <ac:spMkLst>
              <pc:docMk/>
              <pc:sldMasterMk cId="1898756402" sldId="2147483648"/>
              <pc:sldLayoutMk cId="1858754544" sldId="2147483649"/>
              <ac:spMk id="9" creationId="{CFC41B57-251F-844A-2370-5C8A351905DA}"/>
            </ac:spMkLst>
          </pc:spChg>
        </pc:sldLayoutChg>
      </pc:sldMasterChg>
    </pc:docChg>
  </pc:docChgLst>
  <pc:docChgLst>
    <pc:chgData name="Hechenberger Tim" userId="093c6863-ec22-468a-9ff4-dc91df2ed95d" providerId="ADAL" clId="{17A2DAC3-0522-44BB-9143-96DF1689B320}"/>
    <pc:docChg chg="custSel modSld">
      <pc:chgData name="Hechenberger Tim" userId="093c6863-ec22-468a-9ff4-dc91df2ed95d" providerId="ADAL" clId="{17A2DAC3-0522-44BB-9143-96DF1689B320}" dt="2025-12-12T13:01:38.291" v="756" actId="20577"/>
      <pc:docMkLst>
        <pc:docMk/>
      </pc:docMkLst>
      <pc:sldChg chg="modSp mod">
        <pc:chgData name="Hechenberger Tim" userId="093c6863-ec22-468a-9ff4-dc91df2ed95d" providerId="ADAL" clId="{17A2DAC3-0522-44BB-9143-96DF1689B320}" dt="2025-12-12T13:01:38.291" v="756" actId="20577"/>
        <pc:sldMkLst>
          <pc:docMk/>
          <pc:sldMk cId="3517205399" sldId="278"/>
        </pc:sldMkLst>
        <pc:spChg chg="mod">
          <ac:chgData name="Hechenberger Tim" userId="093c6863-ec22-468a-9ff4-dc91df2ed95d" providerId="ADAL" clId="{17A2DAC3-0522-44BB-9143-96DF1689B320}" dt="2025-12-12T13:01:38.291" v="756" actId="20577"/>
          <ac:spMkLst>
            <pc:docMk/>
            <pc:sldMk cId="3517205399" sldId="278"/>
            <ac:spMk id="3" creationId="{FBEF7F48-7A25-63E5-5299-CD47D062E266}"/>
          </ac:spMkLst>
        </pc:spChg>
      </pc:sldChg>
      <pc:sldChg chg="modSp mod">
        <pc:chgData name="Hechenberger Tim" userId="093c6863-ec22-468a-9ff4-dc91df2ed95d" providerId="ADAL" clId="{17A2DAC3-0522-44BB-9143-96DF1689B320}" dt="2025-12-12T12:57:57.311" v="456" actId="255"/>
        <pc:sldMkLst>
          <pc:docMk/>
          <pc:sldMk cId="2288528638" sldId="279"/>
        </pc:sldMkLst>
        <pc:spChg chg="mod">
          <ac:chgData name="Hechenberger Tim" userId="093c6863-ec22-468a-9ff4-dc91df2ed95d" providerId="ADAL" clId="{17A2DAC3-0522-44BB-9143-96DF1689B320}" dt="2025-12-12T12:57:57.311" v="456" actId="255"/>
          <ac:spMkLst>
            <pc:docMk/>
            <pc:sldMk cId="2288528638" sldId="279"/>
            <ac:spMk id="3" creationId="{9A8DCF74-67E0-B37A-FCB6-550ECF3F0CAA}"/>
          </ac:spMkLst>
        </pc:spChg>
      </pc:sldChg>
    </pc:docChg>
  </pc:docChgLst>
  <pc:docChgLst>
    <pc:chgData name="Haslinger Fabian" userId="cdf8a651-5f22-44fb-9814-56de1b5a862a" providerId="ADAL" clId="{953A1AE4-AA2E-4161-B356-747331449584}"/>
    <pc:docChg chg="undo custSel addSld delSld modSld sldOrd modMainMaster">
      <pc:chgData name="Haslinger Fabian" userId="cdf8a651-5f22-44fb-9814-56de1b5a862a" providerId="ADAL" clId="{953A1AE4-AA2E-4161-B356-747331449584}" dt="2025-12-19T06:53:09.597" v="2801"/>
      <pc:docMkLst>
        <pc:docMk/>
      </pc:docMkLst>
      <pc:sldChg chg="addSp delSp modSp mod">
        <pc:chgData name="Haslinger Fabian" userId="cdf8a651-5f22-44fb-9814-56de1b5a862a" providerId="ADAL" clId="{953A1AE4-AA2E-4161-B356-747331449584}" dt="2025-12-16T08:38:59.305" v="2567" actId="20577"/>
        <pc:sldMkLst>
          <pc:docMk/>
          <pc:sldMk cId="2921413162" sldId="268"/>
        </pc:sldMkLst>
        <pc:graphicFrameChg chg="mod modGraphic">
          <ac:chgData name="Haslinger Fabian" userId="cdf8a651-5f22-44fb-9814-56de1b5a862a" providerId="ADAL" clId="{953A1AE4-AA2E-4161-B356-747331449584}" dt="2025-12-16T08:38:59.305" v="2567" actId="20577"/>
          <ac:graphicFrameMkLst>
            <pc:docMk/>
            <pc:sldMk cId="2921413162" sldId="268"/>
            <ac:graphicFrameMk id="5" creationId="{7E3451E2-1B3A-50D5-4322-69400EE6FE00}"/>
          </ac:graphicFrameMkLst>
        </pc:graphicFrameChg>
        <pc:picChg chg="add mod">
          <ac:chgData name="Haslinger Fabian" userId="cdf8a651-5f22-44fb-9814-56de1b5a862a" providerId="ADAL" clId="{953A1AE4-AA2E-4161-B356-747331449584}" dt="2025-12-11T10:59:58.285" v="1670" actId="1076"/>
          <ac:picMkLst>
            <pc:docMk/>
            <pc:sldMk cId="2921413162" sldId="268"/>
            <ac:picMk id="6" creationId="{2784B2B5-D974-C707-7960-F7D137A176B5}"/>
          </ac:picMkLst>
        </pc:picChg>
        <pc:picChg chg="add mod">
          <ac:chgData name="Haslinger Fabian" userId="cdf8a651-5f22-44fb-9814-56de1b5a862a" providerId="ADAL" clId="{953A1AE4-AA2E-4161-B356-747331449584}" dt="2025-12-16T08:38:52.595" v="2532" actId="1076"/>
          <ac:picMkLst>
            <pc:docMk/>
            <pc:sldMk cId="2921413162" sldId="268"/>
            <ac:picMk id="7" creationId="{DBA424DB-7456-157E-3202-0E7448E020C8}"/>
          </ac:picMkLst>
        </pc:picChg>
        <pc:picChg chg="add mod">
          <ac:chgData name="Haslinger Fabian" userId="cdf8a651-5f22-44fb-9814-56de1b5a862a" providerId="ADAL" clId="{953A1AE4-AA2E-4161-B356-747331449584}" dt="2025-12-12T12:11:35.024" v="2066" actId="1076"/>
          <ac:picMkLst>
            <pc:docMk/>
            <pc:sldMk cId="2921413162" sldId="268"/>
            <ac:picMk id="8" creationId="{C9767394-CA64-A47E-8D4A-CA57C3DA92B8}"/>
          </ac:picMkLst>
        </pc:picChg>
        <pc:picChg chg="add mod">
          <ac:chgData name="Haslinger Fabian" userId="cdf8a651-5f22-44fb-9814-56de1b5a862a" providerId="ADAL" clId="{953A1AE4-AA2E-4161-B356-747331449584}" dt="2025-12-12T12:11:31.986" v="2065" actId="1076"/>
          <ac:picMkLst>
            <pc:docMk/>
            <pc:sldMk cId="2921413162" sldId="268"/>
            <ac:picMk id="14" creationId="{EC4A3ED9-652E-EA80-4CD9-48C933B51700}"/>
          </ac:picMkLst>
        </pc:picChg>
        <pc:picChg chg="add mod">
          <ac:chgData name="Haslinger Fabian" userId="cdf8a651-5f22-44fb-9814-56de1b5a862a" providerId="ADAL" clId="{953A1AE4-AA2E-4161-B356-747331449584}" dt="2025-12-12T12:11:18.467" v="2062" actId="1076"/>
          <ac:picMkLst>
            <pc:docMk/>
            <pc:sldMk cId="2921413162" sldId="268"/>
            <ac:picMk id="18" creationId="{5CA8D7BC-20FB-ED71-3488-7BE6143FAD23}"/>
          </ac:picMkLst>
        </pc:picChg>
        <pc:picChg chg="mod">
          <ac:chgData name="Haslinger Fabian" userId="cdf8a651-5f22-44fb-9814-56de1b5a862a" providerId="ADAL" clId="{953A1AE4-AA2E-4161-B356-747331449584}" dt="2025-12-12T12:12:13.987" v="2075" actId="1076"/>
          <ac:picMkLst>
            <pc:docMk/>
            <pc:sldMk cId="2921413162" sldId="268"/>
            <ac:picMk id="19" creationId="{A5B4842C-0BCF-2AB9-7415-66A2E93298D6}"/>
          </ac:picMkLst>
        </pc:picChg>
        <pc:picChg chg="add mod">
          <ac:chgData name="Haslinger Fabian" userId="cdf8a651-5f22-44fb-9814-56de1b5a862a" providerId="ADAL" clId="{953A1AE4-AA2E-4161-B356-747331449584}" dt="2025-12-12T12:11:22.590" v="2063" actId="1076"/>
          <ac:picMkLst>
            <pc:docMk/>
            <pc:sldMk cId="2921413162" sldId="268"/>
            <ac:picMk id="22" creationId="{CBE5000B-451F-A6D4-3BA0-915FA0F0CE3B}"/>
          </ac:picMkLst>
        </pc:picChg>
      </pc:sldChg>
      <pc:sldChg chg="addSp delSp modSp new mod modTransition">
        <pc:chgData name="Haslinger Fabian" userId="cdf8a651-5f22-44fb-9814-56de1b5a862a" providerId="ADAL" clId="{953A1AE4-AA2E-4161-B356-747331449584}" dt="2025-12-19T06:52:51.372" v="2794"/>
        <pc:sldMkLst>
          <pc:docMk/>
          <pc:sldMk cId="599795111" sldId="275"/>
        </pc:sldMkLst>
        <pc:spChg chg="mod">
          <ac:chgData name="Haslinger Fabian" userId="cdf8a651-5f22-44fb-9814-56de1b5a862a" providerId="ADAL" clId="{953A1AE4-AA2E-4161-B356-747331449584}" dt="2025-12-11T11:07:20.724" v="1816" actId="20577"/>
          <ac:spMkLst>
            <pc:docMk/>
            <pc:sldMk cId="599795111" sldId="275"/>
            <ac:spMk id="2" creationId="{90293C9E-7E6A-8703-E40B-E92A87065514}"/>
          </ac:spMkLst>
        </pc:spChg>
        <pc:spChg chg="mod">
          <ac:chgData name="Haslinger Fabian" userId="cdf8a651-5f22-44fb-9814-56de1b5a862a" providerId="ADAL" clId="{953A1AE4-AA2E-4161-B356-747331449584}" dt="2025-12-18T11:03:25.970" v="2755" actId="14100"/>
          <ac:spMkLst>
            <pc:docMk/>
            <pc:sldMk cId="599795111" sldId="275"/>
            <ac:spMk id="3" creationId="{7E577B6F-BB74-DF9D-8DEF-AD28C27E7642}"/>
          </ac:spMkLst>
        </pc:spChg>
        <pc:spChg chg="add del">
          <ac:chgData name="Haslinger Fabian" userId="cdf8a651-5f22-44fb-9814-56de1b5a862a" providerId="ADAL" clId="{953A1AE4-AA2E-4161-B356-747331449584}" dt="2025-12-18T11:05:35.210" v="2768" actId="478"/>
          <ac:spMkLst>
            <pc:docMk/>
            <pc:sldMk cId="599795111" sldId="275"/>
            <ac:spMk id="6" creationId="{1D74C10D-7485-F70A-62BD-CA5EE1CB325D}"/>
          </ac:spMkLst>
        </pc:spChg>
        <pc:picChg chg="add mod">
          <ac:chgData name="Haslinger Fabian" userId="cdf8a651-5f22-44fb-9814-56de1b5a862a" providerId="ADAL" clId="{953A1AE4-AA2E-4161-B356-747331449584}" dt="2025-12-18T17:43:23.953" v="2793" actId="1076"/>
          <ac:picMkLst>
            <pc:docMk/>
            <pc:sldMk cId="599795111" sldId="275"/>
            <ac:picMk id="5" creationId="{A8BE6BCA-E9B5-FF18-08EA-BB7B97642C1F}"/>
          </ac:picMkLst>
        </pc:picChg>
        <pc:picChg chg="add del mod">
          <ac:chgData name="Haslinger Fabian" userId="cdf8a651-5f22-44fb-9814-56de1b5a862a" providerId="ADAL" clId="{953A1AE4-AA2E-4161-B356-747331449584}" dt="2025-12-18T11:02:28.942" v="2747" actId="478"/>
          <ac:picMkLst>
            <pc:docMk/>
            <pc:sldMk cId="599795111" sldId="275"/>
            <ac:picMk id="1026" creationId="{E881FC85-C7CD-AFB1-A8D9-795E0ACCF2D3}"/>
          </ac:picMkLst>
        </pc:picChg>
        <pc:picChg chg="add mod">
          <ac:chgData name="Haslinger Fabian" userId="cdf8a651-5f22-44fb-9814-56de1b5a862a" providerId="ADAL" clId="{953A1AE4-AA2E-4161-B356-747331449584}" dt="2025-12-18T11:03:25.970" v="2755" actId="14100"/>
          <ac:picMkLst>
            <pc:docMk/>
            <pc:sldMk cId="599795111" sldId="275"/>
            <ac:picMk id="1028" creationId="{676C79E3-F75C-11C9-1215-DF3FCD0AA829}"/>
          </ac:picMkLst>
        </pc:picChg>
        <pc:picChg chg="add mod">
          <ac:chgData name="Haslinger Fabian" userId="cdf8a651-5f22-44fb-9814-56de1b5a862a" providerId="ADAL" clId="{953A1AE4-AA2E-4161-B356-747331449584}" dt="2025-12-18T17:42:57.243" v="2784" actId="1076"/>
          <ac:picMkLst>
            <pc:docMk/>
            <pc:sldMk cId="599795111" sldId="275"/>
            <ac:picMk id="1030" creationId="{353EF371-7F55-279C-E84A-3A016A47A7DB}"/>
          </ac:picMkLst>
        </pc:picChg>
        <pc:picChg chg="add mod">
          <ac:chgData name="Haslinger Fabian" userId="cdf8a651-5f22-44fb-9814-56de1b5a862a" providerId="ADAL" clId="{953A1AE4-AA2E-4161-B356-747331449584}" dt="2025-12-18T17:43:03.244" v="2786" actId="1076"/>
          <ac:picMkLst>
            <pc:docMk/>
            <pc:sldMk cId="599795111" sldId="275"/>
            <ac:picMk id="1032" creationId="{CDB82168-24D2-BE5D-0CD2-DFA46C2C9C98}"/>
          </ac:picMkLst>
        </pc:picChg>
        <pc:picChg chg="add mod">
          <ac:chgData name="Haslinger Fabian" userId="cdf8a651-5f22-44fb-9814-56de1b5a862a" providerId="ADAL" clId="{953A1AE4-AA2E-4161-B356-747331449584}" dt="2025-12-18T17:43:09.391" v="2788" actId="1076"/>
          <ac:picMkLst>
            <pc:docMk/>
            <pc:sldMk cId="599795111" sldId="275"/>
            <ac:picMk id="1034" creationId="{E1943876-7D8E-3695-BB1A-F4C3F4591559}"/>
          </ac:picMkLst>
        </pc:picChg>
        <pc:picChg chg="add mod">
          <ac:chgData name="Haslinger Fabian" userId="cdf8a651-5f22-44fb-9814-56de1b5a862a" providerId="ADAL" clId="{953A1AE4-AA2E-4161-B356-747331449584}" dt="2025-12-18T17:43:15.273" v="2790" actId="1076"/>
          <ac:picMkLst>
            <pc:docMk/>
            <pc:sldMk cId="599795111" sldId="275"/>
            <ac:picMk id="1038" creationId="{378A25CE-DADC-9225-DD69-C1C7BE5BBAEF}"/>
          </ac:picMkLst>
        </pc:picChg>
      </pc:sldChg>
      <pc:sldChg chg="addSp modSp new mod modTransition">
        <pc:chgData name="Haslinger Fabian" userId="cdf8a651-5f22-44fb-9814-56de1b5a862a" providerId="ADAL" clId="{953A1AE4-AA2E-4161-B356-747331449584}" dt="2025-12-19T06:52:52.965" v="2795"/>
        <pc:sldMkLst>
          <pc:docMk/>
          <pc:sldMk cId="2228829311" sldId="277"/>
        </pc:sldMkLst>
        <pc:spChg chg="mod">
          <ac:chgData name="Haslinger Fabian" userId="cdf8a651-5f22-44fb-9814-56de1b5a862a" providerId="ADAL" clId="{953A1AE4-AA2E-4161-B356-747331449584}" dt="2025-12-11T11:07:37.066" v="1841" actId="20577"/>
          <ac:spMkLst>
            <pc:docMk/>
            <pc:sldMk cId="2228829311" sldId="277"/>
            <ac:spMk id="2" creationId="{3176830F-2699-9B0D-C806-80CC062A80DC}"/>
          </ac:spMkLst>
        </pc:spChg>
        <pc:spChg chg="mod">
          <ac:chgData name="Haslinger Fabian" userId="cdf8a651-5f22-44fb-9814-56de1b5a862a" providerId="ADAL" clId="{953A1AE4-AA2E-4161-B356-747331449584}" dt="2025-12-12T12:24:09.647" v="2387" actId="20577"/>
          <ac:spMkLst>
            <pc:docMk/>
            <pc:sldMk cId="2228829311" sldId="277"/>
            <ac:spMk id="3" creationId="{A0B96167-2D79-3A75-2351-9DA90AE19469}"/>
          </ac:spMkLst>
        </pc:spChg>
        <pc:picChg chg="add mod">
          <ac:chgData name="Haslinger Fabian" userId="cdf8a651-5f22-44fb-9814-56de1b5a862a" providerId="ADAL" clId="{953A1AE4-AA2E-4161-B356-747331449584}" dt="2025-12-12T13:07:22.800" v="2400" actId="14100"/>
          <ac:picMkLst>
            <pc:docMk/>
            <pc:sldMk cId="2228829311" sldId="277"/>
            <ac:picMk id="2050" creationId="{B51F23E1-DA72-B3D4-F0DC-45779AF4DC28}"/>
          </ac:picMkLst>
        </pc:picChg>
      </pc:sldChg>
      <pc:sldChg chg="addSp modSp new mod modTransition">
        <pc:chgData name="Haslinger Fabian" userId="cdf8a651-5f22-44fb-9814-56de1b5a862a" providerId="ADAL" clId="{953A1AE4-AA2E-4161-B356-747331449584}" dt="2025-12-19T06:52:59.478" v="2798"/>
        <pc:sldMkLst>
          <pc:docMk/>
          <pc:sldMk cId="3517205399" sldId="278"/>
        </pc:sldMkLst>
        <pc:spChg chg="mod">
          <ac:chgData name="Haslinger Fabian" userId="cdf8a651-5f22-44fb-9814-56de1b5a862a" providerId="ADAL" clId="{953A1AE4-AA2E-4161-B356-747331449584}" dt="2025-12-11T11:07:42.955" v="1854" actId="20577"/>
          <ac:spMkLst>
            <pc:docMk/>
            <pc:sldMk cId="3517205399" sldId="278"/>
            <ac:spMk id="2" creationId="{FDCCD81E-0A4E-C548-3BD5-0FA37AC17ABB}"/>
          </ac:spMkLst>
        </pc:spChg>
        <pc:spChg chg="mod">
          <ac:chgData name="Haslinger Fabian" userId="cdf8a651-5f22-44fb-9814-56de1b5a862a" providerId="ADAL" clId="{953A1AE4-AA2E-4161-B356-747331449584}" dt="2025-12-12T14:16:12.303" v="2490" actId="5793"/>
          <ac:spMkLst>
            <pc:docMk/>
            <pc:sldMk cId="3517205399" sldId="278"/>
            <ac:spMk id="3" creationId="{FBEF7F48-7A25-63E5-5299-CD47D062E266}"/>
          </ac:spMkLst>
        </pc:spChg>
        <pc:picChg chg="add mod">
          <ac:chgData name="Haslinger Fabian" userId="cdf8a651-5f22-44fb-9814-56de1b5a862a" providerId="ADAL" clId="{953A1AE4-AA2E-4161-B356-747331449584}" dt="2025-12-12T13:08:45.195" v="2403" actId="1076"/>
          <ac:picMkLst>
            <pc:docMk/>
            <pc:sldMk cId="3517205399" sldId="278"/>
            <ac:picMk id="3074" creationId="{25C9643A-6A63-04BA-B501-7143D715DED6}"/>
          </ac:picMkLst>
        </pc:picChg>
      </pc:sldChg>
      <pc:sldChg chg="addSp modSp new mod modTransition">
        <pc:chgData name="Haslinger Fabian" userId="cdf8a651-5f22-44fb-9814-56de1b5a862a" providerId="ADAL" clId="{953A1AE4-AA2E-4161-B356-747331449584}" dt="2025-12-19T06:52:54.348" v="2796"/>
        <pc:sldMkLst>
          <pc:docMk/>
          <pc:sldMk cId="2288528638" sldId="279"/>
        </pc:sldMkLst>
        <pc:spChg chg="mod">
          <ac:chgData name="Haslinger Fabian" userId="cdf8a651-5f22-44fb-9814-56de1b5a862a" providerId="ADAL" clId="{953A1AE4-AA2E-4161-B356-747331449584}" dt="2025-12-11T11:07:47.145" v="1862" actId="20577"/>
          <ac:spMkLst>
            <pc:docMk/>
            <pc:sldMk cId="2288528638" sldId="279"/>
            <ac:spMk id="2" creationId="{AB9E74EC-52C0-D3D6-7662-F25CBA110C57}"/>
          </ac:spMkLst>
        </pc:spChg>
        <pc:picChg chg="add mod">
          <ac:chgData name="Haslinger Fabian" userId="cdf8a651-5f22-44fb-9814-56de1b5a862a" providerId="ADAL" clId="{953A1AE4-AA2E-4161-B356-747331449584}" dt="2025-12-12T13:06:05.903" v="2392" actId="1076"/>
          <ac:picMkLst>
            <pc:docMk/>
            <pc:sldMk cId="2288528638" sldId="279"/>
            <ac:picMk id="1026" creationId="{7A473518-9751-9005-6ED0-5D202494459A}"/>
          </ac:picMkLst>
        </pc:picChg>
      </pc:sldChg>
      <pc:sldChg chg="modSp new mod modTransition">
        <pc:chgData name="Haslinger Fabian" userId="cdf8a651-5f22-44fb-9814-56de1b5a862a" providerId="ADAL" clId="{953A1AE4-AA2E-4161-B356-747331449584}" dt="2025-12-19T06:53:01.636" v="2799"/>
        <pc:sldMkLst>
          <pc:docMk/>
          <pc:sldMk cId="1227322834" sldId="280"/>
        </pc:sldMkLst>
        <pc:spChg chg="mod">
          <ac:chgData name="Haslinger Fabian" userId="cdf8a651-5f22-44fb-9814-56de1b5a862a" providerId="ADAL" clId="{953A1AE4-AA2E-4161-B356-747331449584}" dt="2025-12-11T11:07:56.051" v="1886" actId="20577"/>
          <ac:spMkLst>
            <pc:docMk/>
            <pc:sldMk cId="1227322834" sldId="280"/>
            <ac:spMk id="2" creationId="{C7E8C8C5-4FD5-ACC6-0955-17DCC0FB2649}"/>
          </ac:spMkLst>
        </pc:spChg>
        <pc:spChg chg="mod">
          <ac:chgData name="Haslinger Fabian" userId="cdf8a651-5f22-44fb-9814-56de1b5a862a" providerId="ADAL" clId="{953A1AE4-AA2E-4161-B356-747331449584}" dt="2025-12-12T13:10:02.486" v="2480" actId="20577"/>
          <ac:spMkLst>
            <pc:docMk/>
            <pc:sldMk cId="1227322834" sldId="280"/>
            <ac:spMk id="3" creationId="{2DE04999-28FE-E71F-91CC-76D5CC07F5AF}"/>
          </ac:spMkLst>
        </pc:spChg>
      </pc:sldChg>
      <pc:sldChg chg="addSp modSp new mod modTransition">
        <pc:chgData name="Haslinger Fabian" userId="cdf8a651-5f22-44fb-9814-56de1b5a862a" providerId="ADAL" clId="{953A1AE4-AA2E-4161-B356-747331449584}" dt="2025-12-19T06:53:04.097" v="2800"/>
        <pc:sldMkLst>
          <pc:docMk/>
          <pc:sldMk cId="3426809950" sldId="281"/>
        </pc:sldMkLst>
        <pc:spChg chg="mod">
          <ac:chgData name="Haslinger Fabian" userId="cdf8a651-5f22-44fb-9814-56de1b5a862a" providerId="ADAL" clId="{953A1AE4-AA2E-4161-B356-747331449584}" dt="2025-12-11T11:08:00.883" v="1895" actId="20577"/>
          <ac:spMkLst>
            <pc:docMk/>
            <pc:sldMk cId="3426809950" sldId="281"/>
            <ac:spMk id="2" creationId="{4CC76EED-C5DA-F8C2-F8CC-BE3802BBF5A7}"/>
          </ac:spMkLst>
        </pc:spChg>
        <pc:picChg chg="add mod ord">
          <ac:chgData name="Haslinger Fabian" userId="cdf8a651-5f22-44fb-9814-56de1b5a862a" providerId="ADAL" clId="{953A1AE4-AA2E-4161-B356-747331449584}" dt="2025-12-11T11:08:58.359" v="1904" actId="1076"/>
          <ac:picMkLst>
            <pc:docMk/>
            <pc:sldMk cId="3426809950" sldId="281"/>
            <ac:picMk id="6" creationId="{41327DDC-B44D-4E60-E859-B49FB4CC2848}"/>
          </ac:picMkLst>
        </pc:picChg>
      </pc:sldChg>
      <pc:sldChg chg="modSp add mod modTransition">
        <pc:chgData name="Haslinger Fabian" userId="cdf8a651-5f22-44fb-9814-56de1b5a862a" providerId="ADAL" clId="{953A1AE4-AA2E-4161-B356-747331449584}" dt="2025-12-12T12:03:29.427" v="1946"/>
        <pc:sldMkLst>
          <pc:docMk/>
          <pc:sldMk cId="1578250226" sldId="282"/>
        </pc:sldMkLst>
        <pc:picChg chg="mod ord">
          <ac:chgData name="Haslinger Fabian" userId="cdf8a651-5f22-44fb-9814-56de1b5a862a" providerId="ADAL" clId="{953A1AE4-AA2E-4161-B356-747331449584}" dt="2025-12-11T11:09:51.519" v="1911" actId="166"/>
          <ac:picMkLst>
            <pc:docMk/>
            <pc:sldMk cId="1578250226" sldId="282"/>
            <ac:picMk id="6" creationId="{41E8BC28-003B-1E31-30EB-ED1677A6AA57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5-12-12T12:04:34.024" v="1948"/>
        <pc:sldMkLst>
          <pc:docMk/>
          <pc:sldMk cId="3462022186" sldId="283"/>
        </pc:sldMkLst>
        <pc:picChg chg="add mod">
          <ac:chgData name="Haslinger Fabian" userId="cdf8a651-5f22-44fb-9814-56de1b5a862a" providerId="ADAL" clId="{953A1AE4-AA2E-4161-B356-747331449584}" dt="2025-12-11T11:13:23.866" v="1931" actId="962"/>
          <ac:picMkLst>
            <pc:docMk/>
            <pc:sldMk cId="3462022186" sldId="283"/>
            <ac:picMk id="9" creationId="{06670C01-2E33-8714-3629-3F7324B41E13}"/>
          </ac:picMkLst>
        </pc:picChg>
      </pc:sldChg>
      <pc:sldChg chg="addSp delSp modSp new mod modTransition">
        <pc:chgData name="Haslinger Fabian" userId="cdf8a651-5f22-44fb-9814-56de1b5a862a" providerId="ADAL" clId="{953A1AE4-AA2E-4161-B356-747331449584}" dt="2025-12-19T06:53:09.597" v="2801"/>
        <pc:sldMkLst>
          <pc:docMk/>
          <pc:sldMk cId="1207009889" sldId="284"/>
        </pc:sldMkLst>
        <pc:spChg chg="mod">
          <ac:chgData name="Haslinger Fabian" userId="cdf8a651-5f22-44fb-9814-56de1b5a862a" providerId="ADAL" clId="{953A1AE4-AA2E-4161-B356-747331449584}" dt="2025-12-16T08:39:08.232" v="2586" actId="20577"/>
          <ac:spMkLst>
            <pc:docMk/>
            <pc:sldMk cId="1207009889" sldId="284"/>
            <ac:spMk id="2" creationId="{C1D1B662-BB55-3C96-C247-C58071D11DC1}"/>
          </ac:spMkLst>
        </pc:spChg>
        <pc:spChg chg="add mod">
          <ac:chgData name="Haslinger Fabian" userId="cdf8a651-5f22-44fb-9814-56de1b5a862a" providerId="ADAL" clId="{953A1AE4-AA2E-4161-B356-747331449584}" dt="2025-12-16T08:40:31.677" v="2592" actId="207"/>
          <ac:spMkLst>
            <pc:docMk/>
            <pc:sldMk cId="1207009889" sldId="284"/>
            <ac:spMk id="5" creationId="{49804A3B-B178-7AE9-E061-64BFCFCD35CE}"/>
          </ac:spMkLst>
        </pc:spChg>
        <pc:spChg chg="add mod">
          <ac:chgData name="Haslinger Fabian" userId="cdf8a651-5f22-44fb-9814-56de1b5a862a" providerId="ADAL" clId="{953A1AE4-AA2E-4161-B356-747331449584}" dt="2025-12-16T08:41:11.433" v="2612" actId="1076"/>
          <ac:spMkLst>
            <pc:docMk/>
            <pc:sldMk cId="1207009889" sldId="284"/>
            <ac:spMk id="6" creationId="{FDD4D02B-7D38-AB85-1AB1-41F02A9C7735}"/>
          </ac:spMkLst>
        </pc:spChg>
        <pc:spChg chg="add mod">
          <ac:chgData name="Haslinger Fabian" userId="cdf8a651-5f22-44fb-9814-56de1b5a862a" providerId="ADAL" clId="{953A1AE4-AA2E-4161-B356-747331449584}" dt="2025-12-16T08:46:06.766" v="2746" actId="20577"/>
          <ac:spMkLst>
            <pc:docMk/>
            <pc:sldMk cId="1207009889" sldId="284"/>
            <ac:spMk id="7" creationId="{FD091592-7521-5CC9-CF4B-FF37FE21F31A}"/>
          </ac:spMkLst>
        </pc:spChg>
        <pc:spChg chg="add mod">
          <ac:chgData name="Haslinger Fabian" userId="cdf8a651-5f22-44fb-9814-56de1b5a862a" providerId="ADAL" clId="{953A1AE4-AA2E-4161-B356-747331449584}" dt="2025-12-16T08:42:16.188" v="2634" actId="207"/>
          <ac:spMkLst>
            <pc:docMk/>
            <pc:sldMk cId="1207009889" sldId="284"/>
            <ac:spMk id="8" creationId="{09A33CA3-EBF2-717E-2525-8129A9E1E0D8}"/>
          </ac:spMkLst>
        </pc:spChg>
        <pc:spChg chg="add mod">
          <ac:chgData name="Haslinger Fabian" userId="cdf8a651-5f22-44fb-9814-56de1b5a862a" providerId="ADAL" clId="{953A1AE4-AA2E-4161-B356-747331449584}" dt="2025-12-16T08:42:06.200" v="2633" actId="20577"/>
          <ac:spMkLst>
            <pc:docMk/>
            <pc:sldMk cId="1207009889" sldId="284"/>
            <ac:spMk id="9" creationId="{EB86799A-C844-7EC6-66B1-74727EE0949A}"/>
          </ac:spMkLst>
        </pc:spChg>
        <pc:spChg chg="add mod">
          <ac:chgData name="Haslinger Fabian" userId="cdf8a651-5f22-44fb-9814-56de1b5a862a" providerId="ADAL" clId="{953A1AE4-AA2E-4161-B356-747331449584}" dt="2025-12-16T08:43:24.291" v="2736" actId="255"/>
          <ac:spMkLst>
            <pc:docMk/>
            <pc:sldMk cId="1207009889" sldId="284"/>
            <ac:spMk id="10" creationId="{9F7B0E2E-6EEA-52FE-A3DA-FEA6A01C780C}"/>
          </ac:spMkLst>
        </pc:spChg>
      </pc:sldChg>
      <pc:sldMasterChg chg="modSldLayout">
        <pc:chgData name="Haslinger Fabian" userId="cdf8a651-5f22-44fb-9814-56de1b5a862a" providerId="ADAL" clId="{953A1AE4-AA2E-4161-B356-747331449584}" dt="2025-12-11T11:10:05.777" v="1914" actId="166"/>
        <pc:sldMasterMkLst>
          <pc:docMk/>
          <pc:sldMasterMk cId="1898756402" sldId="2147483648"/>
        </pc:sldMasterMkLst>
        <pc:sldLayoutChg chg="modSp mod">
          <pc:chgData name="Haslinger Fabian" userId="cdf8a651-5f22-44fb-9814-56de1b5a862a" providerId="ADAL" clId="{953A1AE4-AA2E-4161-B356-747331449584}" dt="2025-12-11T10:49:05.409" v="1546" actId="27636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Haslinger Fabian" userId="cdf8a651-5f22-44fb-9814-56de1b5a862a" providerId="ADAL" clId="{953A1AE4-AA2E-4161-B356-747331449584}" dt="2025-12-11T10:49:05.409" v="1546" actId="27636"/>
            <ac:spMkLst>
              <pc:docMk/>
              <pc:sldMasterMk cId="1898756402" sldId="2147483648"/>
              <pc:sldLayoutMk cId="1858754544" sldId="2147483649"/>
              <ac:spMk id="9" creationId="{CFC41B57-251F-844A-2370-5C8A351905DA}"/>
            </ac:spMkLst>
          </pc:spChg>
        </pc:sldLayoutChg>
        <pc:sldLayoutChg chg="modSp mod">
          <pc:chgData name="Haslinger Fabian" userId="cdf8a651-5f22-44fb-9814-56de1b5a862a" providerId="ADAL" clId="{953A1AE4-AA2E-4161-B356-747331449584}" dt="2025-12-11T11:10:05.777" v="1914" actId="166"/>
          <pc:sldLayoutMkLst>
            <pc:docMk/>
            <pc:sldMasterMk cId="1898756402" sldId="2147483648"/>
            <pc:sldLayoutMk cId="2909859165" sldId="2147483650"/>
          </pc:sldLayoutMkLst>
          <pc:picChg chg="ord">
            <ac:chgData name="Haslinger Fabian" userId="cdf8a651-5f22-44fb-9814-56de1b5a862a" providerId="ADAL" clId="{953A1AE4-AA2E-4161-B356-747331449584}" dt="2025-12-11T11:10:05.777" v="1914" actId="166"/>
            <ac:picMkLst>
              <pc:docMk/>
              <pc:sldMasterMk cId="1898756402" sldId="2147483648"/>
              <pc:sldLayoutMk cId="2909859165" sldId="2147483650"/>
              <ac:picMk id="7" creationId="{C11896BA-189C-C15D-0BED-9C33163088B7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9CB1C-1342-4247-86F8-A96E62D36BAF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AT"/>
        </a:p>
      </dgm:t>
    </dgm:pt>
    <dgm:pt modelId="{3D3FC6DE-A64C-49B5-BC77-01FAB5036B43}">
      <dgm:prSet phldrT="[Text]"/>
      <dgm:spPr/>
      <dgm:t>
        <a:bodyPr/>
        <a:lstStyle/>
        <a:p>
          <a:r>
            <a:rPr lang="de-AT" b="1"/>
            <a:t>Projektübersicht</a:t>
          </a:r>
        </a:p>
      </dgm:t>
    </dgm:pt>
    <dgm:pt modelId="{8E1B4281-4E47-4084-951C-A0774173DD24}" type="parTrans" cxnId="{0F07F268-C284-4A9A-9325-97E1725191DE}">
      <dgm:prSet/>
      <dgm:spPr/>
      <dgm:t>
        <a:bodyPr/>
        <a:lstStyle/>
        <a:p>
          <a:endParaRPr lang="de-AT"/>
        </a:p>
      </dgm:t>
    </dgm:pt>
    <dgm:pt modelId="{30DE95BA-3C4E-4A54-877F-8BAB19314CA1}" type="sibTrans" cxnId="{0F07F268-C284-4A9A-9325-97E1725191DE}">
      <dgm:prSet/>
      <dgm:spPr/>
      <dgm:t>
        <a:bodyPr/>
        <a:lstStyle/>
        <a:p>
          <a:endParaRPr lang="de-AT"/>
        </a:p>
      </dgm:t>
    </dgm:pt>
    <dgm:pt modelId="{B11B3510-EB24-4992-B76A-CB37138879F4}">
      <dgm:prSet/>
      <dgm:spPr/>
      <dgm:t>
        <a:bodyPr/>
        <a:lstStyle/>
        <a:p>
          <a:r>
            <a:rPr lang="de-DE" b="1"/>
            <a:t>PV-Datenbank</a:t>
          </a:r>
        </a:p>
      </dgm:t>
    </dgm:pt>
    <dgm:pt modelId="{C79E71A7-200D-4D95-919C-DCB12491B5D4}" type="parTrans" cxnId="{A14C3063-6687-4C23-8D8E-488662227930}">
      <dgm:prSet/>
      <dgm:spPr/>
      <dgm:t>
        <a:bodyPr/>
        <a:lstStyle/>
        <a:p>
          <a:endParaRPr lang="de-AT"/>
        </a:p>
      </dgm:t>
    </dgm:pt>
    <dgm:pt modelId="{00DBB577-8DE8-47B6-830D-1B4C900C93B3}" type="sibTrans" cxnId="{A14C3063-6687-4C23-8D8E-488662227930}">
      <dgm:prSet/>
      <dgm:spPr/>
      <dgm:t>
        <a:bodyPr/>
        <a:lstStyle/>
        <a:p>
          <a:endParaRPr lang="de-AT"/>
        </a:p>
      </dgm:t>
    </dgm:pt>
    <dgm:pt modelId="{A1756916-7A8B-4FE3-AF8E-F2822D794037}">
      <dgm:prSet/>
      <dgm:spPr/>
      <dgm:t>
        <a:bodyPr/>
        <a:lstStyle/>
        <a:p>
          <a:r>
            <a:rPr lang="de-DE" b="1"/>
            <a:t>Frontend</a:t>
          </a:r>
        </a:p>
      </dgm:t>
    </dgm:pt>
    <dgm:pt modelId="{3C4E149F-F993-4B77-BC7D-28D67189A7E0}" type="parTrans" cxnId="{E2A07D83-98AE-4905-B610-9A6267002484}">
      <dgm:prSet/>
      <dgm:spPr/>
      <dgm:t>
        <a:bodyPr/>
        <a:lstStyle/>
        <a:p>
          <a:endParaRPr lang="de-AT"/>
        </a:p>
      </dgm:t>
    </dgm:pt>
    <dgm:pt modelId="{329D8A31-4550-4E8E-AD1E-A2545B0C5F0B}" type="sibTrans" cxnId="{E2A07D83-98AE-4905-B610-9A6267002484}">
      <dgm:prSet/>
      <dgm:spPr/>
      <dgm:t>
        <a:bodyPr/>
        <a:lstStyle/>
        <a:p>
          <a:endParaRPr lang="de-AT"/>
        </a:p>
      </dgm:t>
    </dgm:pt>
    <dgm:pt modelId="{50F1B320-4AE0-4FDC-BBD9-06D538FB0AB2}">
      <dgm:prSet/>
      <dgm:spPr/>
      <dgm:t>
        <a:bodyPr/>
        <a:lstStyle/>
        <a:p>
          <a:r>
            <a:rPr lang="de-DE" b="1"/>
            <a:t>Stand der Dokumentation</a:t>
          </a:r>
        </a:p>
      </dgm:t>
    </dgm:pt>
    <dgm:pt modelId="{9512C6AF-BDDC-4694-B6FE-B6C9FA67FED8}" type="parTrans" cxnId="{9E98E2C0-B8C6-4540-8819-9A8B0AF02023}">
      <dgm:prSet/>
      <dgm:spPr/>
      <dgm:t>
        <a:bodyPr/>
        <a:lstStyle/>
        <a:p>
          <a:endParaRPr lang="de-AT"/>
        </a:p>
      </dgm:t>
    </dgm:pt>
    <dgm:pt modelId="{B7B884DA-336B-40B4-85C5-5B0829E34EE5}" type="sibTrans" cxnId="{9E98E2C0-B8C6-4540-8819-9A8B0AF02023}">
      <dgm:prSet/>
      <dgm:spPr/>
      <dgm:t>
        <a:bodyPr/>
        <a:lstStyle/>
        <a:p>
          <a:endParaRPr lang="de-AT"/>
        </a:p>
      </dgm:t>
    </dgm:pt>
    <dgm:pt modelId="{DE030AE2-FBFF-47CC-8E07-72C77309BB49}">
      <dgm:prSet/>
      <dgm:spPr/>
      <dgm:t>
        <a:bodyPr/>
        <a:lstStyle/>
        <a:p>
          <a:r>
            <a:rPr lang="de-DE" b="1"/>
            <a:t>Backend</a:t>
          </a:r>
        </a:p>
      </dgm:t>
    </dgm:pt>
    <dgm:pt modelId="{55D30A3A-7E09-4DA5-B42C-A85D7C9F6F52}" type="parTrans" cxnId="{13664088-00C5-426A-9894-83F7E1F63273}">
      <dgm:prSet/>
      <dgm:spPr/>
      <dgm:t>
        <a:bodyPr/>
        <a:lstStyle/>
        <a:p>
          <a:endParaRPr lang="de-AT"/>
        </a:p>
      </dgm:t>
    </dgm:pt>
    <dgm:pt modelId="{218D3B22-6FE3-4E66-B78F-CF2758C1C240}" type="sibTrans" cxnId="{13664088-00C5-426A-9894-83F7E1F63273}">
      <dgm:prSet/>
      <dgm:spPr/>
      <dgm:t>
        <a:bodyPr/>
        <a:lstStyle/>
        <a:p>
          <a:endParaRPr lang="de-AT"/>
        </a:p>
      </dgm:t>
    </dgm:pt>
    <dgm:pt modelId="{29B5FACA-DED1-4C89-90D3-890550D49735}">
      <dgm:prSet/>
      <dgm:spPr/>
      <dgm:t>
        <a:bodyPr/>
        <a:lstStyle/>
        <a:p>
          <a:r>
            <a:rPr lang="de-DE" b="1"/>
            <a:t>Zeitplan</a:t>
          </a:r>
        </a:p>
      </dgm:t>
    </dgm:pt>
    <dgm:pt modelId="{ED0DF4F8-77F2-4B83-BE87-CF085C7EB3D6}" type="parTrans" cxnId="{604861F1-384D-43EC-B0D3-B5F752953D7E}">
      <dgm:prSet/>
      <dgm:spPr/>
      <dgm:t>
        <a:bodyPr/>
        <a:lstStyle/>
        <a:p>
          <a:endParaRPr lang="de-AT"/>
        </a:p>
      </dgm:t>
    </dgm:pt>
    <dgm:pt modelId="{B4F0F560-E1EC-420A-BEED-64BD683C793F}" type="sibTrans" cxnId="{604861F1-384D-43EC-B0D3-B5F752953D7E}">
      <dgm:prSet/>
      <dgm:spPr/>
      <dgm:t>
        <a:bodyPr/>
        <a:lstStyle/>
        <a:p>
          <a:endParaRPr lang="de-AT"/>
        </a:p>
      </dgm:t>
    </dgm:pt>
    <dgm:pt modelId="{1455F698-9846-43A4-BA1B-97F20972510A}">
      <dgm:prSet/>
      <dgm:spPr/>
      <dgm:t>
        <a:bodyPr/>
        <a:lstStyle/>
        <a:p>
          <a:r>
            <a:rPr lang="de-DE" b="1"/>
            <a:t>Zukunftsaussichten</a:t>
          </a:r>
        </a:p>
      </dgm:t>
    </dgm:pt>
    <dgm:pt modelId="{F51BF5AB-AAAC-4A33-8B7B-DB42921A957A}" type="parTrans" cxnId="{B0980A87-C356-45C7-9EA5-38753FD5E4FD}">
      <dgm:prSet/>
      <dgm:spPr/>
      <dgm:t>
        <a:bodyPr/>
        <a:lstStyle/>
        <a:p>
          <a:endParaRPr lang="de-AT"/>
        </a:p>
      </dgm:t>
    </dgm:pt>
    <dgm:pt modelId="{2DC624FE-0EF7-408E-9D53-8EFAB3B705B4}" type="sibTrans" cxnId="{B0980A87-C356-45C7-9EA5-38753FD5E4FD}">
      <dgm:prSet/>
      <dgm:spPr/>
      <dgm:t>
        <a:bodyPr/>
        <a:lstStyle/>
        <a:p>
          <a:endParaRPr lang="de-AT"/>
        </a:p>
      </dgm:t>
    </dgm:pt>
    <dgm:pt modelId="{C01C5F0E-3FBF-48A0-ABC8-A229DE50FB77}" type="pres">
      <dgm:prSet presAssocID="{E999CB1C-1342-4247-86F8-A96E62D36BAF}" presName="Name0" presStyleCnt="0">
        <dgm:presLayoutVars>
          <dgm:chMax val="7"/>
          <dgm:chPref val="7"/>
          <dgm:dir/>
        </dgm:presLayoutVars>
      </dgm:prSet>
      <dgm:spPr/>
    </dgm:pt>
    <dgm:pt modelId="{DC61404F-777E-4B6A-987A-0C5E56D47620}" type="pres">
      <dgm:prSet presAssocID="{E999CB1C-1342-4247-86F8-A96E62D36BAF}" presName="Name1" presStyleCnt="0"/>
      <dgm:spPr/>
    </dgm:pt>
    <dgm:pt modelId="{0EC080C9-DCE4-4121-A3BE-FE64DCCA2043}" type="pres">
      <dgm:prSet presAssocID="{E999CB1C-1342-4247-86F8-A96E62D36BAF}" presName="cycle" presStyleCnt="0"/>
      <dgm:spPr/>
    </dgm:pt>
    <dgm:pt modelId="{FA40ED59-1270-4D1D-AA94-0027BA8C352D}" type="pres">
      <dgm:prSet presAssocID="{E999CB1C-1342-4247-86F8-A96E62D36BAF}" presName="srcNode" presStyleLbl="node1" presStyleIdx="0" presStyleCnt="7"/>
      <dgm:spPr/>
    </dgm:pt>
    <dgm:pt modelId="{9DCADE88-BB98-44E4-A5BA-9942CFC463C5}" type="pres">
      <dgm:prSet presAssocID="{E999CB1C-1342-4247-86F8-A96E62D36BAF}" presName="conn" presStyleLbl="parChTrans1D2" presStyleIdx="0" presStyleCnt="1"/>
      <dgm:spPr/>
    </dgm:pt>
    <dgm:pt modelId="{8B71197B-1130-4A7E-982C-479814A86924}" type="pres">
      <dgm:prSet presAssocID="{E999CB1C-1342-4247-86F8-A96E62D36BAF}" presName="extraNode" presStyleLbl="node1" presStyleIdx="0" presStyleCnt="7"/>
      <dgm:spPr/>
    </dgm:pt>
    <dgm:pt modelId="{440A2656-1ABA-426F-8E22-BFD84141B92C}" type="pres">
      <dgm:prSet presAssocID="{E999CB1C-1342-4247-86F8-A96E62D36BAF}" presName="dstNode" presStyleLbl="node1" presStyleIdx="0" presStyleCnt="7"/>
      <dgm:spPr/>
    </dgm:pt>
    <dgm:pt modelId="{1A573DA1-92EF-44CD-B43D-EDC3B3677C06}" type="pres">
      <dgm:prSet presAssocID="{3D3FC6DE-A64C-49B5-BC77-01FAB5036B43}" presName="text_1" presStyleLbl="node1" presStyleIdx="0" presStyleCnt="7">
        <dgm:presLayoutVars>
          <dgm:bulletEnabled val="1"/>
        </dgm:presLayoutVars>
      </dgm:prSet>
      <dgm:spPr/>
    </dgm:pt>
    <dgm:pt modelId="{38F394C4-0E43-440A-8F67-0442F7829B26}" type="pres">
      <dgm:prSet presAssocID="{3D3FC6DE-A64C-49B5-BC77-01FAB5036B43}" presName="accent_1" presStyleCnt="0"/>
      <dgm:spPr/>
    </dgm:pt>
    <dgm:pt modelId="{6224E7DA-BCBF-4EF7-A63D-C8507C1CFBEC}" type="pres">
      <dgm:prSet presAssocID="{3D3FC6DE-A64C-49B5-BC77-01FAB5036B43}" presName="accentRepeatNode" presStyleLbl="solidFgAcc1" presStyleIdx="0" presStyleCnt="7"/>
      <dgm:spPr/>
    </dgm:pt>
    <dgm:pt modelId="{1179D788-EE4F-42A2-8B22-B92CCA9A25B2}" type="pres">
      <dgm:prSet presAssocID="{A1756916-7A8B-4FE3-AF8E-F2822D794037}" presName="text_2" presStyleLbl="node1" presStyleIdx="1" presStyleCnt="7">
        <dgm:presLayoutVars>
          <dgm:bulletEnabled val="1"/>
        </dgm:presLayoutVars>
      </dgm:prSet>
      <dgm:spPr/>
    </dgm:pt>
    <dgm:pt modelId="{679A9113-C09B-4CE4-A6C1-CADA00084285}" type="pres">
      <dgm:prSet presAssocID="{A1756916-7A8B-4FE3-AF8E-F2822D794037}" presName="accent_2" presStyleCnt="0"/>
      <dgm:spPr/>
    </dgm:pt>
    <dgm:pt modelId="{C8A6A78E-0C0B-4357-9D3A-248B5F32B41B}" type="pres">
      <dgm:prSet presAssocID="{A1756916-7A8B-4FE3-AF8E-F2822D794037}" presName="accentRepeatNode" presStyleLbl="solidFgAcc1" presStyleIdx="1" presStyleCnt="7"/>
      <dgm:spPr/>
    </dgm:pt>
    <dgm:pt modelId="{0CCF1EE2-8B0A-498D-AB66-F407E7F3C4B5}" type="pres">
      <dgm:prSet presAssocID="{DE030AE2-FBFF-47CC-8E07-72C77309BB49}" presName="text_3" presStyleLbl="node1" presStyleIdx="2" presStyleCnt="7">
        <dgm:presLayoutVars>
          <dgm:bulletEnabled val="1"/>
        </dgm:presLayoutVars>
      </dgm:prSet>
      <dgm:spPr/>
    </dgm:pt>
    <dgm:pt modelId="{21AB209B-59EE-474D-A285-51A64ABF3F87}" type="pres">
      <dgm:prSet presAssocID="{DE030AE2-FBFF-47CC-8E07-72C77309BB49}" presName="accent_3" presStyleCnt="0"/>
      <dgm:spPr/>
    </dgm:pt>
    <dgm:pt modelId="{934351F9-6239-40EB-B2F4-521EE80A64AA}" type="pres">
      <dgm:prSet presAssocID="{DE030AE2-FBFF-47CC-8E07-72C77309BB49}" presName="accentRepeatNode" presStyleLbl="solidFgAcc1" presStyleIdx="2" presStyleCnt="7"/>
      <dgm:spPr/>
    </dgm:pt>
    <dgm:pt modelId="{C835B983-3148-46D7-9C5E-D05F396270E2}" type="pres">
      <dgm:prSet presAssocID="{B11B3510-EB24-4992-B76A-CB37138879F4}" presName="text_4" presStyleLbl="node1" presStyleIdx="3" presStyleCnt="7">
        <dgm:presLayoutVars>
          <dgm:bulletEnabled val="1"/>
        </dgm:presLayoutVars>
      </dgm:prSet>
      <dgm:spPr/>
    </dgm:pt>
    <dgm:pt modelId="{9952BBC0-6FDE-4175-A187-89A537D29D33}" type="pres">
      <dgm:prSet presAssocID="{B11B3510-EB24-4992-B76A-CB37138879F4}" presName="accent_4" presStyleCnt="0"/>
      <dgm:spPr/>
    </dgm:pt>
    <dgm:pt modelId="{4BF7C13E-EEE4-417B-BF14-3283BA84D6A6}" type="pres">
      <dgm:prSet presAssocID="{B11B3510-EB24-4992-B76A-CB37138879F4}" presName="accentRepeatNode" presStyleLbl="solidFgAcc1" presStyleIdx="3" presStyleCnt="7"/>
      <dgm:spPr/>
    </dgm:pt>
    <dgm:pt modelId="{97DE025D-0723-4DB8-8BF8-F46948E66773}" type="pres">
      <dgm:prSet presAssocID="{50F1B320-4AE0-4FDC-BBD9-06D538FB0AB2}" presName="text_5" presStyleLbl="node1" presStyleIdx="4" presStyleCnt="7">
        <dgm:presLayoutVars>
          <dgm:bulletEnabled val="1"/>
        </dgm:presLayoutVars>
      </dgm:prSet>
      <dgm:spPr/>
    </dgm:pt>
    <dgm:pt modelId="{707D00F9-3CF7-4D66-AAD8-F58EA201F535}" type="pres">
      <dgm:prSet presAssocID="{50F1B320-4AE0-4FDC-BBD9-06D538FB0AB2}" presName="accent_5" presStyleCnt="0"/>
      <dgm:spPr/>
    </dgm:pt>
    <dgm:pt modelId="{483F1EAB-F389-4499-891C-B7008E80A4A5}" type="pres">
      <dgm:prSet presAssocID="{50F1B320-4AE0-4FDC-BBD9-06D538FB0AB2}" presName="accentRepeatNode" presStyleLbl="solidFgAcc1" presStyleIdx="4" presStyleCnt="7" custLinFactNeighborX="826" custLinFactNeighborY="88"/>
      <dgm:spPr/>
    </dgm:pt>
    <dgm:pt modelId="{B1DC83A5-0C88-4C75-93F5-284D74104C85}" type="pres">
      <dgm:prSet presAssocID="{29B5FACA-DED1-4C89-90D3-890550D49735}" presName="text_6" presStyleLbl="node1" presStyleIdx="5" presStyleCnt="7">
        <dgm:presLayoutVars>
          <dgm:bulletEnabled val="1"/>
        </dgm:presLayoutVars>
      </dgm:prSet>
      <dgm:spPr/>
    </dgm:pt>
    <dgm:pt modelId="{62E1F9DC-08CA-437B-8A8E-61282FEC1084}" type="pres">
      <dgm:prSet presAssocID="{29B5FACA-DED1-4C89-90D3-890550D49735}" presName="accent_6" presStyleCnt="0"/>
      <dgm:spPr/>
    </dgm:pt>
    <dgm:pt modelId="{4B4F1D19-9B4F-4FD0-A2F9-893968FC6087}" type="pres">
      <dgm:prSet presAssocID="{29B5FACA-DED1-4C89-90D3-890550D49735}" presName="accentRepeatNode" presStyleLbl="solidFgAcc1" presStyleIdx="5" presStyleCnt="7"/>
      <dgm:spPr/>
    </dgm:pt>
    <dgm:pt modelId="{9E284EF0-9EBB-4796-A618-6AF4D5E3211C}" type="pres">
      <dgm:prSet presAssocID="{1455F698-9846-43A4-BA1B-97F20972510A}" presName="text_7" presStyleLbl="node1" presStyleIdx="6" presStyleCnt="7">
        <dgm:presLayoutVars>
          <dgm:bulletEnabled val="1"/>
        </dgm:presLayoutVars>
      </dgm:prSet>
      <dgm:spPr/>
    </dgm:pt>
    <dgm:pt modelId="{AA4647A3-0F47-4386-AB63-C0D7CDE4C34E}" type="pres">
      <dgm:prSet presAssocID="{1455F698-9846-43A4-BA1B-97F20972510A}" presName="accent_7" presStyleCnt="0"/>
      <dgm:spPr/>
    </dgm:pt>
    <dgm:pt modelId="{B7AE1401-EC32-4A41-9587-5277DBF79DD1}" type="pres">
      <dgm:prSet presAssocID="{1455F698-9846-43A4-BA1B-97F20972510A}" presName="accentRepeatNode" presStyleLbl="solidFgAcc1" presStyleIdx="6" presStyleCnt="7" custLinFactNeighborX="2255" custLinFactNeighborY="-1148"/>
      <dgm:spPr/>
    </dgm:pt>
  </dgm:ptLst>
  <dgm:cxnLst>
    <dgm:cxn modelId="{879BF43C-C765-44E5-906D-FF4837E8F1DA}" type="presOf" srcId="{1455F698-9846-43A4-BA1B-97F20972510A}" destId="{9E284EF0-9EBB-4796-A618-6AF4D5E3211C}" srcOrd="0" destOrd="0" presId="urn:microsoft.com/office/officeart/2008/layout/VerticalCurvedList"/>
    <dgm:cxn modelId="{E777AD5E-7469-4552-85D3-07F1382EE572}" type="presOf" srcId="{A1756916-7A8B-4FE3-AF8E-F2822D794037}" destId="{1179D788-EE4F-42A2-8B22-B92CCA9A25B2}" srcOrd="0" destOrd="0" presId="urn:microsoft.com/office/officeart/2008/layout/VerticalCurvedList"/>
    <dgm:cxn modelId="{A14C3063-6687-4C23-8D8E-488662227930}" srcId="{E999CB1C-1342-4247-86F8-A96E62D36BAF}" destId="{B11B3510-EB24-4992-B76A-CB37138879F4}" srcOrd="3" destOrd="0" parTransId="{C79E71A7-200D-4D95-919C-DCB12491B5D4}" sibTransId="{00DBB577-8DE8-47B6-830D-1B4C900C93B3}"/>
    <dgm:cxn modelId="{0F07F268-C284-4A9A-9325-97E1725191DE}" srcId="{E999CB1C-1342-4247-86F8-A96E62D36BAF}" destId="{3D3FC6DE-A64C-49B5-BC77-01FAB5036B43}" srcOrd="0" destOrd="0" parTransId="{8E1B4281-4E47-4084-951C-A0774173DD24}" sibTransId="{30DE95BA-3C4E-4A54-877F-8BAB19314CA1}"/>
    <dgm:cxn modelId="{79D8FB68-FBBF-49D5-AA51-A91532D9D769}" type="presOf" srcId="{B11B3510-EB24-4992-B76A-CB37138879F4}" destId="{C835B983-3148-46D7-9C5E-D05F396270E2}" srcOrd="0" destOrd="0" presId="urn:microsoft.com/office/officeart/2008/layout/VerticalCurvedList"/>
    <dgm:cxn modelId="{E0EF496C-968F-4147-855C-0F95209A5988}" type="presOf" srcId="{30DE95BA-3C4E-4A54-877F-8BAB19314CA1}" destId="{9DCADE88-BB98-44E4-A5BA-9942CFC463C5}" srcOrd="0" destOrd="0" presId="urn:microsoft.com/office/officeart/2008/layout/VerticalCurvedList"/>
    <dgm:cxn modelId="{D60AFF4C-11AC-485F-914D-6F4BFC3E30A5}" type="presOf" srcId="{50F1B320-4AE0-4FDC-BBD9-06D538FB0AB2}" destId="{97DE025D-0723-4DB8-8BF8-F46948E66773}" srcOrd="0" destOrd="0" presId="urn:microsoft.com/office/officeart/2008/layout/VerticalCurvedList"/>
    <dgm:cxn modelId="{E2A07D83-98AE-4905-B610-9A6267002484}" srcId="{E999CB1C-1342-4247-86F8-A96E62D36BAF}" destId="{A1756916-7A8B-4FE3-AF8E-F2822D794037}" srcOrd="1" destOrd="0" parTransId="{3C4E149F-F993-4B77-BC7D-28D67189A7E0}" sibTransId="{329D8A31-4550-4E8E-AD1E-A2545B0C5F0B}"/>
    <dgm:cxn modelId="{B0980A87-C356-45C7-9EA5-38753FD5E4FD}" srcId="{E999CB1C-1342-4247-86F8-A96E62D36BAF}" destId="{1455F698-9846-43A4-BA1B-97F20972510A}" srcOrd="6" destOrd="0" parTransId="{F51BF5AB-AAAC-4A33-8B7B-DB42921A957A}" sibTransId="{2DC624FE-0EF7-408E-9D53-8EFAB3B705B4}"/>
    <dgm:cxn modelId="{13664088-00C5-426A-9894-83F7E1F63273}" srcId="{E999CB1C-1342-4247-86F8-A96E62D36BAF}" destId="{DE030AE2-FBFF-47CC-8E07-72C77309BB49}" srcOrd="2" destOrd="0" parTransId="{55D30A3A-7E09-4DA5-B42C-A85D7C9F6F52}" sibTransId="{218D3B22-6FE3-4E66-B78F-CF2758C1C240}"/>
    <dgm:cxn modelId="{3E09F888-FFD1-45C9-91CE-EC9180D60B25}" type="presOf" srcId="{DE030AE2-FBFF-47CC-8E07-72C77309BB49}" destId="{0CCF1EE2-8B0A-498D-AB66-F407E7F3C4B5}" srcOrd="0" destOrd="0" presId="urn:microsoft.com/office/officeart/2008/layout/VerticalCurvedList"/>
    <dgm:cxn modelId="{9E98E2C0-B8C6-4540-8819-9A8B0AF02023}" srcId="{E999CB1C-1342-4247-86F8-A96E62D36BAF}" destId="{50F1B320-4AE0-4FDC-BBD9-06D538FB0AB2}" srcOrd="4" destOrd="0" parTransId="{9512C6AF-BDDC-4694-B6FE-B6C9FA67FED8}" sibTransId="{B7B884DA-336B-40B4-85C5-5B0829E34EE5}"/>
    <dgm:cxn modelId="{D2A487DE-4C3A-4857-A8AB-9D74F2A13613}" type="presOf" srcId="{E999CB1C-1342-4247-86F8-A96E62D36BAF}" destId="{C01C5F0E-3FBF-48A0-ABC8-A229DE50FB77}" srcOrd="0" destOrd="0" presId="urn:microsoft.com/office/officeart/2008/layout/VerticalCurvedList"/>
    <dgm:cxn modelId="{AA7664E9-C065-4148-A045-20D42046C3EB}" type="presOf" srcId="{29B5FACA-DED1-4C89-90D3-890550D49735}" destId="{B1DC83A5-0C88-4C75-93F5-284D74104C85}" srcOrd="0" destOrd="0" presId="urn:microsoft.com/office/officeart/2008/layout/VerticalCurvedList"/>
    <dgm:cxn modelId="{604861F1-384D-43EC-B0D3-B5F752953D7E}" srcId="{E999CB1C-1342-4247-86F8-A96E62D36BAF}" destId="{29B5FACA-DED1-4C89-90D3-890550D49735}" srcOrd="5" destOrd="0" parTransId="{ED0DF4F8-77F2-4B83-BE87-CF085C7EB3D6}" sibTransId="{B4F0F560-E1EC-420A-BEED-64BD683C793F}"/>
    <dgm:cxn modelId="{30C359F8-5E21-4B2D-89C0-27EBEA505B52}" type="presOf" srcId="{3D3FC6DE-A64C-49B5-BC77-01FAB5036B43}" destId="{1A573DA1-92EF-44CD-B43D-EDC3B3677C06}" srcOrd="0" destOrd="0" presId="urn:microsoft.com/office/officeart/2008/layout/VerticalCurvedList"/>
    <dgm:cxn modelId="{1E739C00-1F3F-4041-BF40-02DE33B45B0A}" type="presParOf" srcId="{C01C5F0E-3FBF-48A0-ABC8-A229DE50FB77}" destId="{DC61404F-777E-4B6A-987A-0C5E56D47620}" srcOrd="0" destOrd="0" presId="urn:microsoft.com/office/officeart/2008/layout/VerticalCurvedList"/>
    <dgm:cxn modelId="{9ED8574A-7654-4F26-AC46-1374E8F58E41}" type="presParOf" srcId="{DC61404F-777E-4B6A-987A-0C5E56D47620}" destId="{0EC080C9-DCE4-4121-A3BE-FE64DCCA2043}" srcOrd="0" destOrd="0" presId="urn:microsoft.com/office/officeart/2008/layout/VerticalCurvedList"/>
    <dgm:cxn modelId="{320CC33A-C47A-40FC-A543-285EE309D3DB}" type="presParOf" srcId="{0EC080C9-DCE4-4121-A3BE-FE64DCCA2043}" destId="{FA40ED59-1270-4D1D-AA94-0027BA8C352D}" srcOrd="0" destOrd="0" presId="urn:microsoft.com/office/officeart/2008/layout/VerticalCurvedList"/>
    <dgm:cxn modelId="{C49D2321-30D9-404B-B606-32F1220185F4}" type="presParOf" srcId="{0EC080C9-DCE4-4121-A3BE-FE64DCCA2043}" destId="{9DCADE88-BB98-44E4-A5BA-9942CFC463C5}" srcOrd="1" destOrd="0" presId="urn:microsoft.com/office/officeart/2008/layout/VerticalCurvedList"/>
    <dgm:cxn modelId="{343AE785-3536-44C0-A8DF-05C7C2A5C926}" type="presParOf" srcId="{0EC080C9-DCE4-4121-A3BE-FE64DCCA2043}" destId="{8B71197B-1130-4A7E-982C-479814A86924}" srcOrd="2" destOrd="0" presId="urn:microsoft.com/office/officeart/2008/layout/VerticalCurvedList"/>
    <dgm:cxn modelId="{CDF69623-4DFF-4577-89FC-28A33FCAF2BB}" type="presParOf" srcId="{0EC080C9-DCE4-4121-A3BE-FE64DCCA2043}" destId="{440A2656-1ABA-426F-8E22-BFD84141B92C}" srcOrd="3" destOrd="0" presId="urn:microsoft.com/office/officeart/2008/layout/VerticalCurvedList"/>
    <dgm:cxn modelId="{B1320039-616E-459D-B76B-D148F09B2AA4}" type="presParOf" srcId="{DC61404F-777E-4B6A-987A-0C5E56D47620}" destId="{1A573DA1-92EF-44CD-B43D-EDC3B3677C06}" srcOrd="1" destOrd="0" presId="urn:microsoft.com/office/officeart/2008/layout/VerticalCurvedList"/>
    <dgm:cxn modelId="{E7CE5341-F482-47DA-8CC8-08929542374F}" type="presParOf" srcId="{DC61404F-777E-4B6A-987A-0C5E56D47620}" destId="{38F394C4-0E43-440A-8F67-0442F7829B26}" srcOrd="2" destOrd="0" presId="urn:microsoft.com/office/officeart/2008/layout/VerticalCurvedList"/>
    <dgm:cxn modelId="{CFB22D29-56CA-467A-AC19-1B90FBE2A50E}" type="presParOf" srcId="{38F394C4-0E43-440A-8F67-0442F7829B26}" destId="{6224E7DA-BCBF-4EF7-A63D-C8507C1CFBEC}" srcOrd="0" destOrd="0" presId="urn:microsoft.com/office/officeart/2008/layout/VerticalCurvedList"/>
    <dgm:cxn modelId="{0D9DFF9B-525D-4AD4-BD69-076751FBA2A4}" type="presParOf" srcId="{DC61404F-777E-4B6A-987A-0C5E56D47620}" destId="{1179D788-EE4F-42A2-8B22-B92CCA9A25B2}" srcOrd="3" destOrd="0" presId="urn:microsoft.com/office/officeart/2008/layout/VerticalCurvedList"/>
    <dgm:cxn modelId="{C239AD4B-6429-45FF-B0BB-059C17A9DBB5}" type="presParOf" srcId="{DC61404F-777E-4B6A-987A-0C5E56D47620}" destId="{679A9113-C09B-4CE4-A6C1-CADA00084285}" srcOrd="4" destOrd="0" presId="urn:microsoft.com/office/officeart/2008/layout/VerticalCurvedList"/>
    <dgm:cxn modelId="{827B2A65-AC10-4067-96E1-0B8F12C1680C}" type="presParOf" srcId="{679A9113-C09B-4CE4-A6C1-CADA00084285}" destId="{C8A6A78E-0C0B-4357-9D3A-248B5F32B41B}" srcOrd="0" destOrd="0" presId="urn:microsoft.com/office/officeart/2008/layout/VerticalCurvedList"/>
    <dgm:cxn modelId="{08C1D78C-D700-4CBA-8D10-E24ED9C5B513}" type="presParOf" srcId="{DC61404F-777E-4B6A-987A-0C5E56D47620}" destId="{0CCF1EE2-8B0A-498D-AB66-F407E7F3C4B5}" srcOrd="5" destOrd="0" presId="urn:microsoft.com/office/officeart/2008/layout/VerticalCurvedList"/>
    <dgm:cxn modelId="{D008D702-1541-481B-BDC6-AAD527DA9D5C}" type="presParOf" srcId="{DC61404F-777E-4B6A-987A-0C5E56D47620}" destId="{21AB209B-59EE-474D-A285-51A64ABF3F87}" srcOrd="6" destOrd="0" presId="urn:microsoft.com/office/officeart/2008/layout/VerticalCurvedList"/>
    <dgm:cxn modelId="{7C5BAA3B-62FB-4389-9C9B-90E5EA03669C}" type="presParOf" srcId="{21AB209B-59EE-474D-A285-51A64ABF3F87}" destId="{934351F9-6239-40EB-B2F4-521EE80A64AA}" srcOrd="0" destOrd="0" presId="urn:microsoft.com/office/officeart/2008/layout/VerticalCurvedList"/>
    <dgm:cxn modelId="{01078C35-CB21-4180-86BF-73BB4BC50844}" type="presParOf" srcId="{DC61404F-777E-4B6A-987A-0C5E56D47620}" destId="{C835B983-3148-46D7-9C5E-D05F396270E2}" srcOrd="7" destOrd="0" presId="urn:microsoft.com/office/officeart/2008/layout/VerticalCurvedList"/>
    <dgm:cxn modelId="{B5621E87-A49D-47F2-9448-678E5EFC61AA}" type="presParOf" srcId="{DC61404F-777E-4B6A-987A-0C5E56D47620}" destId="{9952BBC0-6FDE-4175-A187-89A537D29D33}" srcOrd="8" destOrd="0" presId="urn:microsoft.com/office/officeart/2008/layout/VerticalCurvedList"/>
    <dgm:cxn modelId="{EFE4392A-AE70-49FA-97E9-601304E63A03}" type="presParOf" srcId="{9952BBC0-6FDE-4175-A187-89A537D29D33}" destId="{4BF7C13E-EEE4-417B-BF14-3283BA84D6A6}" srcOrd="0" destOrd="0" presId="urn:microsoft.com/office/officeart/2008/layout/VerticalCurvedList"/>
    <dgm:cxn modelId="{9EBDC519-2CB9-498B-88BA-7D3BC9B0D964}" type="presParOf" srcId="{DC61404F-777E-4B6A-987A-0C5E56D47620}" destId="{97DE025D-0723-4DB8-8BF8-F46948E66773}" srcOrd="9" destOrd="0" presId="urn:microsoft.com/office/officeart/2008/layout/VerticalCurvedList"/>
    <dgm:cxn modelId="{03708E15-111E-4155-8F56-1C481BE9BA37}" type="presParOf" srcId="{DC61404F-777E-4B6A-987A-0C5E56D47620}" destId="{707D00F9-3CF7-4D66-AAD8-F58EA201F535}" srcOrd="10" destOrd="0" presId="urn:microsoft.com/office/officeart/2008/layout/VerticalCurvedList"/>
    <dgm:cxn modelId="{9DE31FC0-ED4B-433A-A188-E457A836A5A8}" type="presParOf" srcId="{707D00F9-3CF7-4D66-AAD8-F58EA201F535}" destId="{483F1EAB-F389-4499-891C-B7008E80A4A5}" srcOrd="0" destOrd="0" presId="urn:microsoft.com/office/officeart/2008/layout/VerticalCurvedList"/>
    <dgm:cxn modelId="{5165B566-5179-46EA-8992-09DE9450A4E6}" type="presParOf" srcId="{DC61404F-777E-4B6A-987A-0C5E56D47620}" destId="{B1DC83A5-0C88-4C75-93F5-284D74104C85}" srcOrd="11" destOrd="0" presId="urn:microsoft.com/office/officeart/2008/layout/VerticalCurvedList"/>
    <dgm:cxn modelId="{87F0F3E0-0E7E-464C-897D-1103170A5BC7}" type="presParOf" srcId="{DC61404F-777E-4B6A-987A-0C5E56D47620}" destId="{62E1F9DC-08CA-437B-8A8E-61282FEC1084}" srcOrd="12" destOrd="0" presId="urn:microsoft.com/office/officeart/2008/layout/VerticalCurvedList"/>
    <dgm:cxn modelId="{24418857-73CF-4F66-B6D3-0820A1B8B0FE}" type="presParOf" srcId="{62E1F9DC-08CA-437B-8A8E-61282FEC1084}" destId="{4B4F1D19-9B4F-4FD0-A2F9-893968FC6087}" srcOrd="0" destOrd="0" presId="urn:microsoft.com/office/officeart/2008/layout/VerticalCurvedList"/>
    <dgm:cxn modelId="{A77CDAB2-B54E-4762-8091-5C511FBD61C3}" type="presParOf" srcId="{DC61404F-777E-4B6A-987A-0C5E56D47620}" destId="{9E284EF0-9EBB-4796-A618-6AF4D5E3211C}" srcOrd="13" destOrd="0" presId="urn:microsoft.com/office/officeart/2008/layout/VerticalCurvedList"/>
    <dgm:cxn modelId="{AF73AC8F-021D-4623-A6F7-935B1820C348}" type="presParOf" srcId="{DC61404F-777E-4B6A-987A-0C5E56D47620}" destId="{AA4647A3-0F47-4386-AB63-C0D7CDE4C34E}" srcOrd="14" destOrd="0" presId="urn:microsoft.com/office/officeart/2008/layout/VerticalCurvedList"/>
    <dgm:cxn modelId="{69E02253-285B-4F6D-9131-2444EEAFDA11}" type="presParOf" srcId="{AA4647A3-0F47-4386-AB63-C0D7CDE4C34E}" destId="{B7AE1401-EC32-4A41-9587-5277DBF79DD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ADE88-BB98-44E4-A5BA-9942CFC463C5}">
      <dsp:nvSpPr>
        <dsp:cNvPr id="0" name=""/>
        <dsp:cNvSpPr/>
      </dsp:nvSpPr>
      <dsp:spPr>
        <a:xfrm>
          <a:off x="-5364167" y="-821838"/>
          <a:ext cx="6390410" cy="6390410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73DA1-92EF-44CD-B43D-EDC3B3677C06}">
      <dsp:nvSpPr>
        <dsp:cNvPr id="0" name=""/>
        <dsp:cNvSpPr/>
      </dsp:nvSpPr>
      <dsp:spPr>
        <a:xfrm>
          <a:off x="332983" y="215786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200" b="1" kern="1200"/>
            <a:t>Projektübersicht</a:t>
          </a:r>
        </a:p>
      </dsp:txBody>
      <dsp:txXfrm>
        <a:off x="332983" y="215786"/>
        <a:ext cx="11791153" cy="431383"/>
      </dsp:txXfrm>
    </dsp:sp>
    <dsp:sp modelId="{6224E7DA-BCBF-4EF7-A63D-C8507C1CFBEC}">
      <dsp:nvSpPr>
        <dsp:cNvPr id="0" name=""/>
        <dsp:cNvSpPr/>
      </dsp:nvSpPr>
      <dsp:spPr>
        <a:xfrm>
          <a:off x="63368" y="161863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9D788-EE4F-42A2-8B22-B92CCA9A25B2}">
      <dsp:nvSpPr>
        <dsp:cNvPr id="0" name=""/>
        <dsp:cNvSpPr/>
      </dsp:nvSpPr>
      <dsp:spPr>
        <a:xfrm>
          <a:off x="723639" y="863241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Frontend</a:t>
          </a:r>
        </a:p>
      </dsp:txBody>
      <dsp:txXfrm>
        <a:off x="723639" y="863241"/>
        <a:ext cx="11400497" cy="431383"/>
      </dsp:txXfrm>
    </dsp:sp>
    <dsp:sp modelId="{C8A6A78E-0C0B-4357-9D3A-248B5F32B41B}">
      <dsp:nvSpPr>
        <dsp:cNvPr id="0" name=""/>
        <dsp:cNvSpPr/>
      </dsp:nvSpPr>
      <dsp:spPr>
        <a:xfrm>
          <a:off x="454025" y="809318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F1EE2-8B0A-498D-AB66-F407E7F3C4B5}">
      <dsp:nvSpPr>
        <dsp:cNvPr id="0" name=""/>
        <dsp:cNvSpPr/>
      </dsp:nvSpPr>
      <dsp:spPr>
        <a:xfrm>
          <a:off x="937717" y="1510220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Backend</a:t>
          </a:r>
        </a:p>
      </dsp:txBody>
      <dsp:txXfrm>
        <a:off x="937717" y="1510220"/>
        <a:ext cx="11186419" cy="431383"/>
      </dsp:txXfrm>
    </dsp:sp>
    <dsp:sp modelId="{934351F9-6239-40EB-B2F4-521EE80A64AA}">
      <dsp:nvSpPr>
        <dsp:cNvPr id="0" name=""/>
        <dsp:cNvSpPr/>
      </dsp:nvSpPr>
      <dsp:spPr>
        <a:xfrm>
          <a:off x="668102" y="1456297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5B983-3148-46D7-9C5E-D05F396270E2}">
      <dsp:nvSpPr>
        <dsp:cNvPr id="0" name=""/>
        <dsp:cNvSpPr/>
      </dsp:nvSpPr>
      <dsp:spPr>
        <a:xfrm>
          <a:off x="1006070" y="2157675"/>
          <a:ext cx="11118066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PV-Datenbank</a:t>
          </a:r>
        </a:p>
      </dsp:txBody>
      <dsp:txXfrm>
        <a:off x="1006070" y="2157675"/>
        <a:ext cx="11118066" cy="431383"/>
      </dsp:txXfrm>
    </dsp:sp>
    <dsp:sp modelId="{4BF7C13E-EEE4-417B-BF14-3283BA84D6A6}">
      <dsp:nvSpPr>
        <dsp:cNvPr id="0" name=""/>
        <dsp:cNvSpPr/>
      </dsp:nvSpPr>
      <dsp:spPr>
        <a:xfrm>
          <a:off x="736455" y="2103752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E025D-0723-4DB8-8BF8-F46948E66773}">
      <dsp:nvSpPr>
        <dsp:cNvPr id="0" name=""/>
        <dsp:cNvSpPr/>
      </dsp:nvSpPr>
      <dsp:spPr>
        <a:xfrm>
          <a:off x="937717" y="2805129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Stand der Dokumentation</a:t>
          </a:r>
        </a:p>
      </dsp:txBody>
      <dsp:txXfrm>
        <a:off x="937717" y="2805129"/>
        <a:ext cx="11186419" cy="431383"/>
      </dsp:txXfrm>
    </dsp:sp>
    <dsp:sp modelId="{483F1EAB-F389-4499-891C-B7008E80A4A5}">
      <dsp:nvSpPr>
        <dsp:cNvPr id="0" name=""/>
        <dsp:cNvSpPr/>
      </dsp:nvSpPr>
      <dsp:spPr>
        <a:xfrm>
          <a:off x="672556" y="2751681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C83A5-0C88-4C75-93F5-284D74104C85}">
      <dsp:nvSpPr>
        <dsp:cNvPr id="0" name=""/>
        <dsp:cNvSpPr/>
      </dsp:nvSpPr>
      <dsp:spPr>
        <a:xfrm>
          <a:off x="723639" y="3452109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Zeitplan</a:t>
          </a:r>
        </a:p>
      </dsp:txBody>
      <dsp:txXfrm>
        <a:off x="723639" y="3452109"/>
        <a:ext cx="11400497" cy="431383"/>
      </dsp:txXfrm>
    </dsp:sp>
    <dsp:sp modelId="{4B4F1D19-9B4F-4FD0-A2F9-893968FC6087}">
      <dsp:nvSpPr>
        <dsp:cNvPr id="0" name=""/>
        <dsp:cNvSpPr/>
      </dsp:nvSpPr>
      <dsp:spPr>
        <a:xfrm>
          <a:off x="454025" y="3398186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84EF0-9EBB-4796-A618-6AF4D5E3211C}">
      <dsp:nvSpPr>
        <dsp:cNvPr id="0" name=""/>
        <dsp:cNvSpPr/>
      </dsp:nvSpPr>
      <dsp:spPr>
        <a:xfrm>
          <a:off x="332983" y="4099564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Zukunftsaussichten</a:t>
          </a:r>
        </a:p>
      </dsp:txBody>
      <dsp:txXfrm>
        <a:off x="332983" y="4099564"/>
        <a:ext cx="11791153" cy="431383"/>
      </dsp:txXfrm>
    </dsp:sp>
    <dsp:sp modelId="{B7AE1401-EC32-4A41-9587-5277DBF79DD1}">
      <dsp:nvSpPr>
        <dsp:cNvPr id="0" name=""/>
        <dsp:cNvSpPr/>
      </dsp:nvSpPr>
      <dsp:spPr>
        <a:xfrm>
          <a:off x="75528" y="4039451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25150-614A-47C7-AC97-5287F9F8D4C2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CCCB1-0593-4BAC-81F8-F7DB963E0D2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040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8C2BC2-114C-A2AB-917B-20EE4740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7499-964B-40A8-9FEC-A1C7C3FE1627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9ACF0A-FC68-7222-3F77-D15D0860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BA976-31F8-BC9C-223A-B4FCE28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596B1F-BC0E-89E3-9228-E8EE4988CF43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87F59C-00BC-D0DE-6C16-7B5FA993D7AD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FC41B57-251F-844A-2370-5C8A351905DA}"/>
              </a:ext>
            </a:extLst>
          </p:cNvPr>
          <p:cNvSpPr txBox="1">
            <a:spLocks/>
          </p:cNvSpPr>
          <p:nvPr userDrawn="1"/>
        </p:nvSpPr>
        <p:spPr>
          <a:xfrm>
            <a:off x="1441724" y="3022074"/>
            <a:ext cx="5940202" cy="1897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2700" b="1" i="0">
                <a:latin typeface="Bahnschrift" panose="020B0502040204020203" pitchFamily="34" charset="0"/>
                <a:cs typeface="72 Condensed" panose="020B0506030000000003" pitchFamily="34" charset="0"/>
              </a:rPr>
              <a:t>Erste Zwischenpräsentation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sz="1000" b="1">
              <a:latin typeface="Bahnschrift" panose="020B0502040204020203" pitchFamily="34" charset="0"/>
              <a:cs typeface="72 Condensed" panose="020B0506030000000003" pitchFamily="34" charset="0"/>
            </a:endParaRPr>
          </a:p>
          <a:p>
            <a:r>
              <a:rPr lang="de-AT" b="1">
                <a:latin typeface="Bahnschrift" panose="020B0502040204020203" pitchFamily="34" charset="0"/>
                <a:cs typeface="72 Condensed" panose="020B0506030000000003" pitchFamily="34" charset="0"/>
              </a:rPr>
              <a:t>PV – Ertragssteuerung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35B321-CB55-2FF9-2261-5AB44F7046BD}"/>
              </a:ext>
            </a:extLst>
          </p:cNvPr>
          <p:cNvSpPr txBox="1"/>
          <p:nvPr userDrawn="1"/>
        </p:nvSpPr>
        <p:spPr>
          <a:xfrm>
            <a:off x="2456673" y="4886517"/>
            <a:ext cx="5371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i="1">
                <a:solidFill>
                  <a:schemeClr val="bg1">
                    <a:lumMod val="50000"/>
                  </a:schemeClr>
                </a:solidFill>
              </a:rPr>
              <a:t>Jonas Aberger - Fabian Haslinger - Tim Hechenberger</a:t>
            </a:r>
          </a:p>
        </p:txBody>
      </p:sp>
      <p:pic>
        <p:nvPicPr>
          <p:cNvPr id="13" name="Grafik 12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AE79D97-6B91-0758-7E56-33B30BDAE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75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0E2328AF-118E-200F-9FD8-58B6BA7EE5E1}"/>
              </a:ext>
            </a:extLst>
          </p:cNvPr>
          <p:cNvSpPr/>
          <p:nvPr userDrawn="1"/>
        </p:nvSpPr>
        <p:spPr>
          <a:xfrm flipV="1">
            <a:off x="2456673" y="4723796"/>
            <a:ext cx="4212000" cy="1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F6F365-6285-D39F-7642-63027621B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033" y="1518201"/>
            <a:ext cx="4274127" cy="320559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026C7B1-A0B3-21F9-B07F-F89319A2CB55}"/>
              </a:ext>
            </a:extLst>
          </p:cNvPr>
          <p:cNvSpPr txBox="1">
            <a:spLocks/>
          </p:cNvSpPr>
          <p:nvPr userDrawn="1"/>
        </p:nvSpPr>
        <p:spPr>
          <a:xfrm>
            <a:off x="6668673" y="6356349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Saalfelden </a:t>
            </a:r>
            <a:endParaRPr lang="de-AT" sz="200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CD720DC4-4351-34E3-1E44-FF2A0B5B617B}"/>
              </a:ext>
            </a:extLst>
          </p:cNvPr>
          <p:cNvSpPr txBox="1">
            <a:spLocks/>
          </p:cNvSpPr>
          <p:nvPr userDrawn="1"/>
        </p:nvSpPr>
        <p:spPr>
          <a:xfrm>
            <a:off x="236680" y="6333406"/>
            <a:ext cx="1350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5B0291-6227-43EA-83C9-C159E691502C}" type="datetime1">
              <a:rPr lang="de-AT" smtClean="0"/>
              <a:pPr/>
              <a:t>19.12.2025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875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985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7138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  <a:p>
            <a:endParaRPr lang="de-A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19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365828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8EB37-6930-8A12-34C0-0BD66666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45D433-64F3-CB6C-77D3-25FAF950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0B4D4-6A49-5CB7-9201-E4643CCE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D326-A7E5-4C00-B76D-BB8030B3CFA6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267C6-976A-5BF8-4A01-82FD5CE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F2AE4-3BD0-4BC0-6A3C-DCA997CA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7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F9270-66B2-A5D5-8C33-8283A75F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E4250-05FA-632F-85C3-FEE0145C3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77EDFA-4814-80A0-12C8-3F06C54A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181CB0-1C43-171F-E140-2F41D23A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79C5-DE87-49CD-A3DB-86274E5B8D1E}" type="datetime1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34D49-7FAB-1E8E-B775-1738094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7A981D-138F-6589-6AF4-0CB7E3B7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756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6FE60-765E-38CF-A407-06A17335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49BAA-5668-DB8D-C2E5-3F664ABD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633CFA-B5B2-90E2-89A0-AA28BCBB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DF9CF3-936A-7233-755C-50B52FD4B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60DB86-FCB2-33A9-0F14-84CF995A6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0C4DAA-2CDC-2491-FA9E-CC4F2BA8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78E7-ED64-427F-B3EF-331AF1871243}" type="datetime1">
              <a:rPr lang="de-AT" smtClean="0"/>
              <a:t>19.12.2025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E508B3-15BE-75FC-FDA5-DB96224B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C7E46D-632B-B921-EBDD-997ED093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69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C54EB-45F5-37C2-A249-2258EBCB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D3281C-B584-A4B3-C40D-1002DC8A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90FD-8B09-4DE7-8649-597F5B264AE6}" type="datetime1">
              <a:rPr lang="de-AT" smtClean="0"/>
              <a:t>19.12.2025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40A93-9756-0290-4438-C5F38649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6D846-1EB3-136B-CCEA-A2BE82C2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104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352C4F-0CB0-B8B1-73CE-1A45862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694B-ADD2-4CEF-A378-ACE32FB870CD}" type="datetime1">
              <a:rPr lang="de-AT" smtClean="0"/>
              <a:t>19.12.2025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5AADFD-5F87-2A89-DC35-C75BF352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7229DB-7451-4AA3-DB71-3C2C24E6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966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DCC16-1D73-3910-7F30-19B907F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0F0C9-4B81-5BE1-7DE1-0EA73A8FD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1FBC87-2140-3241-76CB-A1B2B1003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AF7BF7-3277-D8E0-5018-48E01598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AF801-4259-4BE2-8C97-49F0E2FBD48C}" type="datetime1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5FE4C-5455-B800-221A-25DA1B1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9AD684-A2D1-5D4A-9A2C-F54A5A9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4277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ECD2B-BB08-5F6F-C81B-98702BB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7F2123-A5EA-F5ED-3D41-BAD2A0D4F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8D0B-1483-0E08-61E7-13CD9E524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9E57C1-D8F6-2391-352D-C3B13F88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2A72-C60A-4E1F-A105-C62EDF9BAF56}" type="datetime1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AAC7C-3CD5-6620-ACA2-35C988D0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2D8AC-E78B-15BF-7481-13444376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9887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F1B90-0693-BE81-60B3-82AFECDE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D5CAF0-AF91-273A-AE20-9FBC61FD4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35AC4-E8A4-4C34-5873-E2779CC9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92F9-67A0-4021-8E5E-323B0881860B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BC82D-A7BB-63AB-9B57-01B88818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C6A34-4089-E515-F4BA-BA134DDD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8529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5C4139-9F30-39D1-86A2-BAF28B9C1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6B3C1F-7FF0-5994-FF79-CDC596B0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DFACB-C540-DA82-B596-7D6E806C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D3A-0A2C-4612-AAC6-8A51A82D0EC9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46BAB-6BDB-EBE8-84DC-8D304EBF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F2DB0-572A-3306-98B8-AE925126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08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CB0552-3478-8C0F-5CBC-AEFB7CD0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7DFF3-4370-A0CF-F9B3-E0FCD985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E1C04-834D-66AE-B009-299C79870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0B16C-82AF-4472-9B23-698112C03265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AA2811-A2D2-DCD3-276F-46FDD1C7A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16F49E-0208-1DF5-E00F-DD19B4B6C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875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285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FFF58-172B-F23E-3B00-3E570B6E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73" y="778764"/>
            <a:ext cx="10515600" cy="834163"/>
          </a:xfrm>
        </p:spPr>
        <p:txBody>
          <a:bodyPr/>
          <a:lstStyle/>
          <a:p>
            <a:r>
              <a:rPr lang="de-DE"/>
              <a:t>Inhaltsverzeichnis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773740-E78A-19D8-FADD-829B4FF0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5C31-95F1-4AA9-94E4-3011F4CA3787}" type="datetime1">
              <a:rPr lang="de-AT" smtClean="0"/>
              <a:t>19.12.2025</a:t>
            </a:fld>
            <a:endParaRPr lang="de-AT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E3451E2-1B3A-50D5-4322-69400EE6F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3688568"/>
              </p:ext>
            </p:extLst>
          </p:nvPr>
        </p:nvGraphicFramePr>
        <p:xfrm>
          <a:off x="-70337" y="1500555"/>
          <a:ext cx="12187506" cy="474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Graphic 18" descr="Daily calendar with solid fill">
            <a:extLst>
              <a:ext uri="{FF2B5EF4-FFF2-40B4-BE49-F238E27FC236}">
                <a16:creationId xmlns:a16="http://schemas.microsoft.com/office/drawing/2014/main" id="{A5B4842C-0BCF-2AB9-7415-66A2E9329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169" y="4964019"/>
            <a:ext cx="399953" cy="399953"/>
          </a:xfrm>
          <a:prstGeom prst="rect">
            <a:avLst/>
          </a:prstGeom>
        </p:spPr>
      </p:pic>
      <p:pic>
        <p:nvPicPr>
          <p:cNvPr id="6" name="Grafik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784B2B5-D974-C707-7960-F7D137A176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16" y="1721057"/>
            <a:ext cx="399953" cy="399953"/>
          </a:xfrm>
          <a:prstGeom prst="rect">
            <a:avLst/>
          </a:prstGeom>
        </p:spPr>
      </p:pic>
      <p:pic>
        <p:nvPicPr>
          <p:cNvPr id="8" name="Grafik 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9767394-CA64-A47E-8D4A-CA57C3DA92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90" y="4349276"/>
            <a:ext cx="347670" cy="347670"/>
          </a:xfrm>
          <a:prstGeom prst="rect">
            <a:avLst/>
          </a:prstGeom>
        </p:spPr>
      </p:pic>
      <p:pic>
        <p:nvPicPr>
          <p:cNvPr id="14" name="Grafik 1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C4A3ED9-652E-EA80-4CD9-48C933B517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784" y="3680749"/>
            <a:ext cx="399953" cy="399953"/>
          </a:xfrm>
          <a:prstGeom prst="rect">
            <a:avLst/>
          </a:prstGeom>
        </p:spPr>
      </p:pic>
      <p:pic>
        <p:nvPicPr>
          <p:cNvPr id="18" name="Grafik 1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5CA8D7BC-20FB-ED71-3488-7BE6143FAD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511" y="2423304"/>
            <a:ext cx="328337" cy="328337"/>
          </a:xfrm>
          <a:prstGeom prst="rect">
            <a:avLst/>
          </a:prstGeom>
        </p:spPr>
      </p:pic>
      <p:pic>
        <p:nvPicPr>
          <p:cNvPr id="22" name="Grafik 2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BE5000B-451F-A6D4-3BA0-915FA0F0CE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849" y="3039865"/>
            <a:ext cx="399953" cy="399953"/>
          </a:xfrm>
          <a:prstGeom prst="rect">
            <a:avLst/>
          </a:prstGeom>
        </p:spPr>
      </p:pic>
      <p:pic>
        <p:nvPicPr>
          <p:cNvPr id="7" name="Grafik 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DBA424DB-7456-157E-3202-0E7448E020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53" y="5627572"/>
            <a:ext cx="356116" cy="3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131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93C9E-7E6A-8703-E40B-E92A8706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577B6F-BB74-DF9D-8DEF-AD28C27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1169952" cy="3731490"/>
          </a:xfrm>
        </p:spPr>
        <p:txBody>
          <a:bodyPr/>
          <a:lstStyle/>
          <a:p>
            <a:r>
              <a:rPr lang="de-DE"/>
              <a:t>Handy-App für die Darstellung / Steuerung des Ertrags der PV-Anlage</a:t>
            </a:r>
          </a:p>
          <a:p>
            <a:pPr marL="0" indent="0">
              <a:buNone/>
            </a:pPr>
            <a:endParaRPr lang="de-DE" sz="600"/>
          </a:p>
          <a:p>
            <a:r>
              <a:rPr lang="de-DE"/>
              <a:t>Backend: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Tim Hechenberger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Jonas Aberger</a:t>
            </a:r>
          </a:p>
          <a:p>
            <a:r>
              <a:rPr lang="de-DE"/>
              <a:t>Frontend: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Fabian Haslinger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Jonas Aberger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C71744-A7F3-6AF7-F4C3-42BAF564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5" name="Picture 2" descr="React-Native: Soll ich Expo nutzen oder nicht? - Appmond">
            <a:extLst>
              <a:ext uri="{FF2B5EF4-FFF2-40B4-BE49-F238E27FC236}">
                <a16:creationId xmlns:a16="http://schemas.microsoft.com/office/drawing/2014/main" id="{A8BE6BCA-E9B5-FF18-08EA-BB7B97642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522" y="4578707"/>
            <a:ext cx="2388286" cy="94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(Programmiersprache) – Wikipedia">
            <a:extLst>
              <a:ext uri="{FF2B5EF4-FFF2-40B4-BE49-F238E27FC236}">
                <a16:creationId xmlns:a16="http://schemas.microsoft.com/office/drawing/2014/main" id="{353EF371-7F55-279C-E84A-3A016A47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512" y="3209067"/>
            <a:ext cx="932861" cy="93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lask SVG and transparent PNG icons | TechIcons">
            <a:extLst>
              <a:ext uri="{FF2B5EF4-FFF2-40B4-BE49-F238E27FC236}">
                <a16:creationId xmlns:a16="http://schemas.microsoft.com/office/drawing/2014/main" id="{CDB82168-24D2-BE5D-0CD2-DFA46C2C9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174" y="3150387"/>
            <a:ext cx="1015422" cy="101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pany Downloads / InfluxData Branding Docs">
            <a:extLst>
              <a:ext uri="{FF2B5EF4-FFF2-40B4-BE49-F238E27FC236}">
                <a16:creationId xmlns:a16="http://schemas.microsoft.com/office/drawing/2014/main" id="{E1943876-7D8E-3695-BB1A-F4C3F459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427" y="3188203"/>
            <a:ext cx="1099712" cy="109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spberry Pi Logo PNG Transparent &amp; SVG Vector - Freebie Supply">
            <a:extLst>
              <a:ext uri="{FF2B5EF4-FFF2-40B4-BE49-F238E27FC236}">
                <a16:creationId xmlns:a16="http://schemas.microsoft.com/office/drawing/2014/main" id="{378A25CE-DADC-9225-DD69-C1C7BE5BB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637" y="3230348"/>
            <a:ext cx="1270479" cy="95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79511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6830F-2699-9B0D-C806-80CC062A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Frontend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B96167-2D79-3A75-2351-9DA90AE1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600"/>
              <a:t>Design-Entwurf mittels </a:t>
            </a:r>
            <a:r>
              <a:rPr lang="de-DE" sz="2600" err="1"/>
              <a:t>Figma</a:t>
            </a:r>
            <a:endParaRPr lang="de-DE" sz="2600"/>
          </a:p>
          <a:p>
            <a:r>
              <a:rPr lang="de-DE" sz="2600"/>
              <a:t>Implementierung mittels React Native (Expo)</a:t>
            </a:r>
          </a:p>
          <a:p>
            <a:r>
              <a:rPr lang="de-DE" sz="2600"/>
              <a:t>Komponenten: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/>
              <a:t>Sinnvolle Komponenten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/>
              <a:t>Wiederverwendbarkeit</a:t>
            </a:r>
          </a:p>
          <a:p>
            <a:endParaRPr lang="de-DE" sz="2400"/>
          </a:p>
          <a:p>
            <a:endParaRPr lang="de-DE" sz="2400"/>
          </a:p>
          <a:p>
            <a:endParaRPr lang="de-DE" sz="2400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13E479-24BE-EBAA-DA39-DBB8E915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2050" name="Picture 2" descr="Frontend Icon: Over 2,507 Royalty-Free Licensable Stock Illustrations &amp;  Drawings | Shutterstock">
            <a:extLst>
              <a:ext uri="{FF2B5EF4-FFF2-40B4-BE49-F238E27FC236}">
                <a16:creationId xmlns:a16="http://schemas.microsoft.com/office/drawing/2014/main" id="{B51F23E1-DA72-B3D4-F0DC-45779AF4D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4"/>
          <a:stretch>
            <a:fillRect/>
          </a:stretch>
        </p:blipFill>
        <p:spPr bwMode="auto">
          <a:xfrm>
            <a:off x="7847963" y="1965954"/>
            <a:ext cx="3783598" cy="303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8293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E74EC-52C0-D3D6-7662-F25CBA11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Backend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8DCF74-67E0-B37A-FCB6-550ECF3F0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Intervallbasierte Datenabfrage/-speicherung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200" b="1"/>
              <a:t>15-Min</a:t>
            </a:r>
            <a:r>
              <a:rPr lang="de-DE" sz="2200"/>
              <a:t> 	PV-Daten &amp; Boiler-Temperatur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200" b="1"/>
              <a:t>1-Std</a:t>
            </a:r>
            <a:r>
              <a:rPr lang="de-DE" sz="2200"/>
              <a:t>	EPEX-Strompreise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de-DE" sz="2200"/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de-DE" sz="2600" b="1"/>
              <a:t>Backend-</a:t>
            </a:r>
            <a:r>
              <a:rPr lang="de-DE" sz="2600" b="1" err="1"/>
              <a:t>Application</a:t>
            </a:r>
            <a:endParaRPr lang="de-DE" sz="2600" b="1"/>
          </a:p>
          <a:p>
            <a:pPr marL="800100" lvl="2" indent="-342900">
              <a:lnSpc>
                <a:spcPct val="100000"/>
              </a:lnSpc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 sz="2200"/>
              <a:t>Klar definierte / dokumentierte API-Schnittstellen (Datenabfrage)</a:t>
            </a:r>
          </a:p>
          <a:p>
            <a:pPr marL="800100" lvl="2" indent="-342900">
              <a:lnSpc>
                <a:spcPct val="100000"/>
              </a:lnSpc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 sz="2200"/>
              <a:t>Steuerungsschnittstellen angefangen (Boiler) / GPIO-Pins Error</a:t>
            </a: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endParaRPr lang="de-DE" sz="2200"/>
          </a:p>
          <a:p>
            <a:pPr marL="457200" lvl="1" indent="0">
              <a:lnSpc>
                <a:spcPct val="100000"/>
              </a:lnSpc>
              <a:buNone/>
            </a:pPr>
            <a:endParaRPr lang="de-DE" sz="2200"/>
          </a:p>
          <a:p>
            <a:pPr lvl="1">
              <a:lnSpc>
                <a:spcPct val="100000"/>
              </a:lnSpc>
            </a:pPr>
            <a:endParaRPr lang="de-DE" sz="2200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331B7-5077-7B22-CEC7-61AA106F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1026" name="Picture 2" descr="Backend Symbol Design 20121474 Vektor Kunst bei Vecteezy">
            <a:extLst>
              <a:ext uri="{FF2B5EF4-FFF2-40B4-BE49-F238E27FC236}">
                <a16:creationId xmlns:a16="http://schemas.microsoft.com/office/drawing/2014/main" id="{7A473518-9751-9005-6ED0-5D2024944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5" t="11340" r="5691" b="9062"/>
          <a:stretch>
            <a:fillRect/>
          </a:stretch>
        </p:blipFill>
        <p:spPr bwMode="auto">
          <a:xfrm>
            <a:off x="9274628" y="1156305"/>
            <a:ext cx="2772229" cy="24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5286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CD81E-0A4E-C548-3BD5-0FA37AC1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PV-Datenbank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EF7F48-7A25-63E5-5299-CD47D062E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600" b="1" err="1"/>
              <a:t>InfluxDB</a:t>
            </a:r>
            <a:r>
              <a:rPr lang="de-DE" sz="2600" b="1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err="1"/>
              <a:t>Bucket</a:t>
            </a:r>
            <a:r>
              <a:rPr lang="de-DE"/>
              <a:t> „pv-daten“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err="1"/>
              <a:t>boiler_measurements</a:t>
            </a:r>
            <a:endParaRPr lang="de-DE"/>
          </a:p>
          <a:p>
            <a:pPr lvl="2">
              <a:buFont typeface="Symbol" panose="05050102010706020507" pitchFamily="18" charset="2"/>
              <a:buChar char="-"/>
            </a:pPr>
            <a:r>
              <a:rPr lang="de-DE" err="1"/>
              <a:t>epex_prices</a:t>
            </a:r>
            <a:endParaRPr lang="de-DE"/>
          </a:p>
          <a:p>
            <a:pPr lvl="2">
              <a:buFont typeface="Symbol" panose="05050102010706020507" pitchFamily="18" charset="2"/>
              <a:buChar char="-"/>
            </a:pPr>
            <a:r>
              <a:rPr lang="de-DE" err="1"/>
              <a:t>pv_measurements</a:t>
            </a:r>
            <a:endParaRPr lang="de-DE"/>
          </a:p>
          <a:p>
            <a:pPr lvl="2">
              <a:buFont typeface="Symbol" panose="05050102010706020507" pitchFamily="18" charset="2"/>
              <a:buChar char="-"/>
            </a:pPr>
            <a:r>
              <a:rPr lang="de-DE" err="1"/>
              <a:t>wallbox_measurements</a:t>
            </a:r>
            <a:endParaRPr lang="de-DE"/>
          </a:p>
          <a:p>
            <a:pPr lvl="2"/>
            <a:endParaRPr lang="de-DE"/>
          </a:p>
          <a:p>
            <a:pPr marL="0" indent="0">
              <a:buNone/>
            </a:pPr>
            <a:r>
              <a:rPr lang="de-DE" sz="2600" b="1" err="1"/>
              <a:t>Tailscale</a:t>
            </a:r>
            <a:r>
              <a:rPr lang="de-DE" sz="2600" b="1"/>
              <a:t> aufgesetzt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/>
              <a:t>Schule </a:t>
            </a:r>
            <a:r>
              <a:rPr lang="de-DE" sz="2200">
                <a:sym typeface="Wingdings" panose="05000000000000000000" pitchFamily="2" charset="2"/>
              </a:rPr>
              <a:t></a:t>
            </a:r>
            <a:r>
              <a:rPr lang="de-DE" sz="2200"/>
              <a:t> Heimnetz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50BE89-7F8C-168B-2B2E-4F3D328C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3074" name="Picture 2" descr="Photovoltaik - Kostenlose Ökologie und umwelt-Icons">
            <a:extLst>
              <a:ext uri="{FF2B5EF4-FFF2-40B4-BE49-F238E27FC236}">
                <a16:creationId xmlns:a16="http://schemas.microsoft.com/office/drawing/2014/main" id="{25C9643A-6A63-04BA-B501-7143D715D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676" y="9906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2053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8C8C5-4FD5-ACC6-0955-17DCC0FB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Stand der Dokumentation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E04999-28FE-E71F-91CC-76D5CC07F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Grundstruktur</a:t>
            </a:r>
          </a:p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Ziele</a:t>
            </a:r>
          </a:p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Projektorganisation</a:t>
            </a:r>
          </a:p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Projektplanung</a:t>
            </a:r>
          </a:p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Recherche</a:t>
            </a:r>
          </a:p>
          <a:p>
            <a:pPr lvl="1"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 Frontend</a:t>
            </a:r>
          </a:p>
          <a:p>
            <a:pPr lvl="1">
              <a:buClr>
                <a:srgbClr val="009900"/>
              </a:buClr>
              <a:buFont typeface="Wingdings" panose="05000000000000000000" pitchFamily="2" charset="2"/>
              <a:buChar char="ü"/>
            </a:pPr>
            <a:r>
              <a:rPr lang="de-DE"/>
              <a:t> Backend</a:t>
            </a:r>
          </a:p>
          <a:p>
            <a:pPr>
              <a:buClr>
                <a:srgbClr val="009900"/>
              </a:buClr>
              <a:buFont typeface="Wingdings" panose="05000000000000000000" pitchFamily="2" charset="2"/>
              <a:buChar char="ü"/>
            </a:pPr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3CE944-E976-7214-E650-8E02073E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73228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76EED-C5DA-F8C2-F8CC-BE3802BB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4B4B24-D153-D39A-E077-F706B7CF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1327DDC-B44D-4E60-E859-B49FB4CC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99" y="1911943"/>
            <a:ext cx="9011920" cy="400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0995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F886-0EBE-8830-7465-863200D4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45545-E5F4-3C6E-66BB-4CFAE2C4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71445A-6C5D-300D-FAB8-F675BF09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6B43F0-F2EE-E949-9CEB-A183BA35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1E8BC28-003B-1E31-30EB-ED1677A6A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860"/>
            <a:ext cx="12192000" cy="542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0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7D7B-5268-886E-8A78-1324A777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B29A1-958E-E62D-D19F-BF687B39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22E6B1-A38F-28E3-D1A5-F714B7F0A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1EC643-49CF-00DD-05F4-2F63CE61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6670C01-2E33-8714-3629-3F7324B4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480"/>
            <a:ext cx="12192000" cy="540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22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1B662-BB55-3C96-C247-C58071D1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Zukunftsaussichten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7F885-47FE-47E1-0488-215C66E4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9804A3B-B178-7AE9-E061-64BFCFCD35CE}"/>
              </a:ext>
            </a:extLst>
          </p:cNvPr>
          <p:cNvSpPr/>
          <p:nvPr/>
        </p:nvSpPr>
        <p:spPr>
          <a:xfrm>
            <a:off x="924559" y="2029317"/>
            <a:ext cx="4805680" cy="37509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D4D02B-7D38-AB85-1AB1-41F02A9C7735}"/>
              </a:ext>
            </a:extLst>
          </p:cNvPr>
          <p:cNvSpPr txBox="1"/>
          <p:nvPr/>
        </p:nvSpPr>
        <p:spPr>
          <a:xfrm>
            <a:off x="2285999" y="2204720"/>
            <a:ext cx="20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/>
              <a:t>Frontend</a:t>
            </a:r>
            <a:endParaRPr lang="de-DE" sz="3200" b="1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091592-7521-5CC9-CF4B-FF37FE21F31A}"/>
              </a:ext>
            </a:extLst>
          </p:cNvPr>
          <p:cNvSpPr txBox="1"/>
          <p:nvPr/>
        </p:nvSpPr>
        <p:spPr>
          <a:xfrm>
            <a:off x="1229360" y="3058160"/>
            <a:ext cx="4064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„Diagramm“ - Tab fertigstellen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0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„Einstellungen“ – Tab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0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Verfeinerungen bei bestehenden Features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9A33CA3-EBF2-717E-2525-8129A9E1E0D8}"/>
              </a:ext>
            </a:extLst>
          </p:cNvPr>
          <p:cNvSpPr/>
          <p:nvPr/>
        </p:nvSpPr>
        <p:spPr>
          <a:xfrm>
            <a:off x="6461763" y="2029317"/>
            <a:ext cx="4805680" cy="3750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86799A-C844-7EC6-66B1-74727EE0949A}"/>
              </a:ext>
            </a:extLst>
          </p:cNvPr>
          <p:cNvSpPr txBox="1"/>
          <p:nvPr/>
        </p:nvSpPr>
        <p:spPr>
          <a:xfrm>
            <a:off x="7823203" y="2204720"/>
            <a:ext cx="20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/>
              <a:t>Backend</a:t>
            </a:r>
            <a:endParaRPr lang="de-DE" sz="3200" b="1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F7B0E2E-6EEA-52FE-A3DA-FEA6A01C780C}"/>
              </a:ext>
            </a:extLst>
          </p:cNvPr>
          <p:cNvSpPr txBox="1"/>
          <p:nvPr/>
        </p:nvSpPr>
        <p:spPr>
          <a:xfrm>
            <a:off x="6766563" y="3058160"/>
            <a:ext cx="432858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Steuerungs-Endpoints finalisieren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5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Backend-Architektur überarbeiten + Docker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5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600"/>
              <a:t>Algorithmus-Entwicklung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2070098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B0927-5DE8-7CA6-2AF8-AF9617AC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2249"/>
            <a:ext cx="12192000" cy="2336040"/>
          </a:xfrm>
        </p:spPr>
        <p:txBody>
          <a:bodyPr>
            <a:normAutofit/>
          </a:bodyPr>
          <a:lstStyle/>
          <a:p>
            <a:pPr algn="ctr"/>
            <a:r>
              <a:rPr lang="de-DE" sz="8000"/>
              <a:t>Danke für Eure Aufmerksamkeit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AD52F9-899E-17FE-5A9D-3183B711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19.12.2025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23052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4463DF-85EC-4FCA-B98F-EDDD6462834C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85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Symbol</vt:lpstr>
      <vt:lpstr>Wingdings</vt:lpstr>
      <vt:lpstr>Office</vt:lpstr>
      <vt:lpstr>PowerPoint-Präsentation</vt:lpstr>
      <vt:lpstr>Inhaltsverzeichnis</vt:lpstr>
      <vt:lpstr>Projektübersicht</vt:lpstr>
      <vt:lpstr>Frontend</vt:lpstr>
      <vt:lpstr>Backend</vt:lpstr>
      <vt:lpstr>PV-Datenbank</vt:lpstr>
      <vt:lpstr>Stand der Dokumentation</vt:lpstr>
      <vt:lpstr>Zeitplan</vt:lpstr>
      <vt:lpstr>Zeitplan</vt:lpstr>
      <vt:lpstr>Zeitplan</vt:lpstr>
      <vt:lpstr>Zukunftsaussichten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Aberger Jonas</dc:creator>
  <cp:lastModifiedBy>Aberger Jonas</cp:lastModifiedBy>
  <cp:revision>1</cp:revision>
  <dcterms:created xsi:type="dcterms:W3CDTF">2025-09-23T08:01:18Z</dcterms:created>
  <dcterms:modified xsi:type="dcterms:W3CDTF">2025-12-19T09:11:51Z</dcterms:modified>
</cp:coreProperties>
</file>